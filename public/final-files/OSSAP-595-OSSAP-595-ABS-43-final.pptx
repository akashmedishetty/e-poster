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2918400" cy="43891200"/>
  <p:notesSz cx="6858000" cy="9144000"/>
  <p:defaultTextStyle>
    <a:defPPr>
      <a:defRPr lang="en-US"/>
    </a:defPPr>
    <a:lvl1pPr algn="l" defTabSz="4387850"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1pPr>
    <a:lvl2pPr marL="2193925" indent="-1736725" algn="l" defTabSz="4387850"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2pPr>
    <a:lvl3pPr marL="4387850" indent="-3473450" algn="l" defTabSz="4387850"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3pPr>
    <a:lvl4pPr marL="6583363" indent="-5211763" algn="l" defTabSz="4387850"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4pPr>
    <a:lvl5pPr marL="8777288" indent="-6948488" algn="l" defTabSz="4387850"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3824">
          <p15:clr>
            <a:srgbClr val="A4A3A4"/>
          </p15:clr>
        </p15:guide>
        <p15:guide id="2"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A6FF"/>
    <a:srgbClr val="FF6699"/>
    <a:srgbClr val="FF6600"/>
    <a:srgbClr val="FFCC00"/>
    <a:srgbClr val="4694DA"/>
    <a:srgbClr val="BDEEFF"/>
    <a:srgbClr val="CC3300"/>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25" d="100"/>
          <a:sy n="25" d="100"/>
        </p:scale>
        <p:origin x="1358" y="14"/>
      </p:cViewPr>
      <p:guideLst>
        <p:guide orient="horz" pos="13824"/>
        <p:guide pos="10368"/>
      </p:guideLst>
    </p:cSldViewPr>
  </p:slideViewPr>
  <p:outlineViewPr>
    <p:cViewPr>
      <p:scale>
        <a:sx n="33" d="100"/>
        <a:sy n="33" d="100"/>
      </p:scale>
      <p:origin x="0" y="0"/>
    </p:cViewPr>
  </p:outlin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 Raghu" userId="c4e63d60deab8fc6" providerId="LiveId" clId="{BD6C3A57-E2B5-49C2-B81C-0DA86980816F}"/>
    <pc:docChg chg="undo custSel addSld delSld modSld">
      <pc:chgData name="T Raghu" userId="c4e63d60deab8fc6" providerId="LiveId" clId="{BD6C3A57-E2B5-49C2-B81C-0DA86980816F}" dt="2026-02-15T11:57:51.290" v="59" actId="47"/>
      <pc:docMkLst>
        <pc:docMk/>
      </pc:docMkLst>
      <pc:sldChg chg="addSp delSp modSp mod">
        <pc:chgData name="T Raghu" userId="c4e63d60deab8fc6" providerId="LiveId" clId="{BD6C3A57-E2B5-49C2-B81C-0DA86980816F}" dt="2026-02-15T11:57:38.598" v="57" actId="113"/>
        <pc:sldMkLst>
          <pc:docMk/>
          <pc:sldMk cId="0" sldId="256"/>
        </pc:sldMkLst>
        <pc:spChg chg="add del mod">
          <ac:chgData name="T Raghu" userId="c4e63d60deab8fc6" providerId="LiveId" clId="{BD6C3A57-E2B5-49C2-B81C-0DA86980816F}" dt="2026-02-15T11:53:27.030" v="18" actId="21"/>
          <ac:spMkLst>
            <pc:docMk/>
            <pc:sldMk cId="0" sldId="256"/>
            <ac:spMk id="4" creationId="{E2125C3E-E94C-4456-6600-4B677E8281DE}"/>
          </ac:spMkLst>
        </pc:spChg>
        <pc:spChg chg="add mod">
          <ac:chgData name="T Raghu" userId="c4e63d60deab8fc6" providerId="LiveId" clId="{BD6C3A57-E2B5-49C2-B81C-0DA86980816F}" dt="2026-02-15T11:53:17.770" v="14" actId="14100"/>
          <ac:spMkLst>
            <pc:docMk/>
            <pc:sldMk cId="0" sldId="256"/>
            <ac:spMk id="7" creationId="{C92CA72C-0235-4A14-AB4E-3D75F854DBA1}"/>
          </ac:spMkLst>
        </pc:spChg>
        <pc:spChg chg="mod">
          <ac:chgData name="T Raghu" userId="c4e63d60deab8fc6" providerId="LiveId" clId="{BD6C3A57-E2B5-49C2-B81C-0DA86980816F}" dt="2026-01-16T08:55:50.202" v="9" actId="1076"/>
          <ac:spMkLst>
            <pc:docMk/>
            <pc:sldMk cId="0" sldId="256"/>
            <ac:spMk id="8" creationId="{2C894785-B6BD-439C-B1C6-450C48C414F4}"/>
          </ac:spMkLst>
        </pc:spChg>
        <pc:spChg chg="mod">
          <ac:chgData name="T Raghu" userId="c4e63d60deab8fc6" providerId="LiveId" clId="{BD6C3A57-E2B5-49C2-B81C-0DA86980816F}" dt="2026-02-15T11:57:20.585" v="55" actId="20577"/>
          <ac:spMkLst>
            <pc:docMk/>
            <pc:sldMk cId="0" sldId="256"/>
            <ac:spMk id="9" creationId="{A8E91CAC-6FD9-0CBF-275D-50484F871D4B}"/>
          </ac:spMkLst>
        </pc:spChg>
        <pc:spChg chg="add mod">
          <ac:chgData name="T Raghu" userId="c4e63d60deab8fc6" providerId="LiveId" clId="{BD6C3A57-E2B5-49C2-B81C-0DA86980816F}" dt="2026-02-15T11:54:33.080" v="28" actId="1076"/>
          <ac:spMkLst>
            <pc:docMk/>
            <pc:sldMk cId="0" sldId="256"/>
            <ac:spMk id="11" creationId="{488A9C6D-A95F-371B-ED4E-3CC11329DE34}"/>
          </ac:spMkLst>
        </pc:spChg>
        <pc:spChg chg="add mod">
          <ac:chgData name="T Raghu" userId="c4e63d60deab8fc6" providerId="LiveId" clId="{BD6C3A57-E2B5-49C2-B81C-0DA86980816F}" dt="2026-02-15T11:54:09.340" v="24" actId="14100"/>
          <ac:spMkLst>
            <pc:docMk/>
            <pc:sldMk cId="0" sldId="256"/>
            <ac:spMk id="12" creationId="{93BFD7E4-26CF-E49D-2CF9-E2052A721858}"/>
          </ac:spMkLst>
        </pc:spChg>
        <pc:spChg chg="add mod">
          <ac:chgData name="T Raghu" userId="c4e63d60deab8fc6" providerId="LiveId" clId="{BD6C3A57-E2B5-49C2-B81C-0DA86980816F}" dt="2026-02-15T11:57:10.043" v="52" actId="2711"/>
          <ac:spMkLst>
            <pc:docMk/>
            <pc:sldMk cId="0" sldId="256"/>
            <ac:spMk id="14" creationId="{0B6AB127-0365-3356-D18D-97A8987A5B59}"/>
          </ac:spMkLst>
        </pc:spChg>
        <pc:spChg chg="mod">
          <ac:chgData name="T Raghu" userId="c4e63d60deab8fc6" providerId="LiveId" clId="{BD6C3A57-E2B5-49C2-B81C-0DA86980816F}" dt="2026-01-16T08:55:41.278" v="7" actId="14100"/>
          <ac:spMkLst>
            <pc:docMk/>
            <pc:sldMk cId="0" sldId="256"/>
            <ac:spMk id="17" creationId="{A6691544-F34B-1541-2BB7-5E0557D555FD}"/>
          </ac:spMkLst>
        </pc:spChg>
        <pc:spChg chg="mod">
          <ac:chgData name="T Raghu" userId="c4e63d60deab8fc6" providerId="LiveId" clId="{BD6C3A57-E2B5-49C2-B81C-0DA86980816F}" dt="2026-02-15T11:57:38.598" v="57" actId="113"/>
          <ac:spMkLst>
            <pc:docMk/>
            <pc:sldMk cId="0" sldId="256"/>
            <ac:spMk id="22" creationId="{DB74A5C0-3757-A26F-6DB3-5C31AE6E0EB9}"/>
          </ac:spMkLst>
        </pc:spChg>
        <pc:spChg chg="mod">
          <ac:chgData name="T Raghu" userId="c4e63d60deab8fc6" providerId="LiveId" clId="{BD6C3A57-E2B5-49C2-B81C-0DA86980816F}" dt="2026-01-16T08:55:53.329" v="10" actId="1076"/>
          <ac:spMkLst>
            <pc:docMk/>
            <pc:sldMk cId="0" sldId="256"/>
            <ac:spMk id="23" creationId="{DBD624B9-10AE-BA55-2C0B-E1AEA0946CF8}"/>
          </ac:spMkLst>
        </pc:spChg>
        <pc:spChg chg="mod">
          <ac:chgData name="T Raghu" userId="c4e63d60deab8fc6" providerId="LiveId" clId="{BD6C3A57-E2B5-49C2-B81C-0DA86980816F}" dt="2026-02-15T11:57:27.856" v="56" actId="2711"/>
          <ac:spMkLst>
            <pc:docMk/>
            <pc:sldMk cId="0" sldId="256"/>
            <ac:spMk id="27" creationId="{B1DE704F-B35C-84B6-A8F3-D4909631DF21}"/>
          </ac:spMkLst>
        </pc:spChg>
        <pc:spChg chg="mod">
          <ac:chgData name="T Raghu" userId="c4e63d60deab8fc6" providerId="LiveId" clId="{BD6C3A57-E2B5-49C2-B81C-0DA86980816F}" dt="2026-01-16T08:55:44.396" v="8" actId="14100"/>
          <ac:spMkLst>
            <pc:docMk/>
            <pc:sldMk cId="0" sldId="256"/>
            <ac:spMk id="2089" creationId="{92311061-5AA3-4982-7834-8D66D76E238F}"/>
          </ac:spMkLst>
        </pc:spChg>
        <pc:picChg chg="mod">
          <ac:chgData name="T Raghu" userId="c4e63d60deab8fc6" providerId="LiveId" clId="{BD6C3A57-E2B5-49C2-B81C-0DA86980816F}" dt="2026-01-16T08:55:11.028" v="4" actId="1076"/>
          <ac:picMkLst>
            <pc:docMk/>
            <pc:sldMk cId="0" sldId="256"/>
            <ac:picMk id="2" creationId="{0DD549B0-22F9-6F4E-9521-EAAB2F03688D}"/>
          </ac:picMkLst>
        </pc:picChg>
        <pc:picChg chg="mod">
          <ac:chgData name="T Raghu" userId="c4e63d60deab8fc6" providerId="LiveId" clId="{BD6C3A57-E2B5-49C2-B81C-0DA86980816F}" dt="2026-01-16T08:55:12.827" v="5" actId="1076"/>
          <ac:picMkLst>
            <pc:docMk/>
            <pc:sldMk cId="0" sldId="256"/>
            <ac:picMk id="3" creationId="{53221646-BA15-6F46-C9E0-8262EC9C9D20}"/>
          </ac:picMkLst>
        </pc:picChg>
        <pc:picChg chg="add mod">
          <ac:chgData name="T Raghu" userId="c4e63d60deab8fc6" providerId="LiveId" clId="{BD6C3A57-E2B5-49C2-B81C-0DA86980816F}" dt="2026-02-15T11:55:05.614" v="35" actId="14100"/>
          <ac:picMkLst>
            <pc:docMk/>
            <pc:sldMk cId="0" sldId="256"/>
            <ac:picMk id="15" creationId="{7493EA20-2CF3-1EFD-2C01-F6EC4A58763D}"/>
          </ac:picMkLst>
        </pc:picChg>
        <pc:picChg chg="add mod">
          <ac:chgData name="T Raghu" userId="c4e63d60deab8fc6" providerId="LiveId" clId="{BD6C3A57-E2B5-49C2-B81C-0DA86980816F}" dt="2026-02-15T11:55:28.924" v="41" actId="14100"/>
          <ac:picMkLst>
            <pc:docMk/>
            <pc:sldMk cId="0" sldId="256"/>
            <ac:picMk id="16" creationId="{02CCC81D-BF51-84DB-7892-EA3CB0656FF9}"/>
          </ac:picMkLst>
        </pc:picChg>
        <pc:picChg chg="add mod">
          <ac:chgData name="T Raghu" userId="c4e63d60deab8fc6" providerId="LiveId" clId="{BD6C3A57-E2B5-49C2-B81C-0DA86980816F}" dt="2026-02-15T11:55:40.937" v="45" actId="1076"/>
          <ac:picMkLst>
            <pc:docMk/>
            <pc:sldMk cId="0" sldId="256"/>
            <ac:picMk id="18" creationId="{FBF90C49-5E5E-CB6C-A9DD-6AF3E825428C}"/>
          </ac:picMkLst>
        </pc:picChg>
      </pc:sldChg>
      <pc:sldChg chg="addSp delSp modSp new del mod">
        <pc:chgData name="T Raghu" userId="c4e63d60deab8fc6" providerId="LiveId" clId="{BD6C3A57-E2B5-49C2-B81C-0DA86980816F}" dt="2026-02-15T11:57:51.290" v="59" actId="47"/>
        <pc:sldMkLst>
          <pc:docMk/>
          <pc:sldMk cId="466286734" sldId="257"/>
        </pc:sldMkLst>
        <pc:spChg chg="add del mod">
          <ac:chgData name="T Raghu" userId="c4e63d60deab8fc6" providerId="LiveId" clId="{BD6C3A57-E2B5-49C2-B81C-0DA86980816F}" dt="2026-02-15T11:57:49.628" v="58" actId="478"/>
          <ac:spMkLst>
            <pc:docMk/>
            <pc:sldMk cId="466286734" sldId="257"/>
            <ac:spMk id="4" creationId="{E2125C3E-E94C-4456-6600-4B677E8281D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AD8E26-3A6C-46D6-9200-57B75D504230}" type="datetimeFigureOut">
              <a:rPr lang="en-IN" smtClean="0"/>
              <a:t>15-02-2026</a:t>
            </a:fld>
            <a:endParaRPr lang="en-IN"/>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C56F15-6FA2-43FF-A835-28D30E8B20D4}" type="slidenum">
              <a:rPr lang="en-IN" smtClean="0"/>
              <a:t>‹#›</a:t>
            </a:fld>
            <a:endParaRPr lang="en-IN"/>
          </a:p>
        </p:txBody>
      </p:sp>
    </p:spTree>
    <p:extLst>
      <p:ext uri="{BB962C8B-B14F-4D97-AF65-F5344CB8AC3E}">
        <p14:creationId xmlns:p14="http://schemas.microsoft.com/office/powerpoint/2010/main" val="617357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3C56F15-6FA2-43FF-A835-28D30E8B20D4}" type="slidenum">
              <a:rPr lang="en-IN" smtClean="0"/>
              <a:t>1</a:t>
            </a:fld>
            <a:endParaRPr lang="en-IN"/>
          </a:p>
        </p:txBody>
      </p:sp>
    </p:spTree>
    <p:extLst>
      <p:ext uri="{BB962C8B-B14F-4D97-AF65-F5344CB8AC3E}">
        <p14:creationId xmlns:p14="http://schemas.microsoft.com/office/powerpoint/2010/main" val="2338015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13634723"/>
            <a:ext cx="27980640" cy="9408160"/>
          </a:xfrm>
        </p:spPr>
        <p:txBody>
          <a:bodyPr/>
          <a:lstStyle/>
          <a:p>
            <a:r>
              <a:rPr lang="en-US"/>
              <a:t>Click to edit Master title style</a:t>
            </a:r>
          </a:p>
        </p:txBody>
      </p:sp>
      <p:sp>
        <p:nvSpPr>
          <p:cNvPr id="3" name="Subtitle 2"/>
          <p:cNvSpPr>
            <a:spLocks noGrp="1"/>
          </p:cNvSpPr>
          <p:nvPr>
            <p:ph type="subTitle" idx="1"/>
          </p:nvPr>
        </p:nvSpPr>
        <p:spPr>
          <a:xfrm>
            <a:off x="4937760" y="24871680"/>
            <a:ext cx="23042880" cy="1121664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66BB3179-B295-78CB-E6B2-C58461EC2486}"/>
              </a:ext>
            </a:extLst>
          </p:cNvPr>
          <p:cNvSpPr>
            <a:spLocks noGrp="1"/>
          </p:cNvSpPr>
          <p:nvPr>
            <p:ph type="dt" sz="half" idx="10"/>
          </p:nvPr>
        </p:nvSpPr>
        <p:spPr/>
        <p:txBody>
          <a:bodyPr/>
          <a:lstStyle>
            <a:lvl1pPr>
              <a:defRPr/>
            </a:lvl1pPr>
          </a:lstStyle>
          <a:p>
            <a:pPr>
              <a:defRPr/>
            </a:pPr>
            <a:fld id="{DA7DE21A-B0ED-4484-B41F-8132F9741570}" type="datetimeFigureOut">
              <a:rPr lang="en-US" altLang="en-US"/>
              <a:pPr>
                <a:defRPr/>
              </a:pPr>
              <a:t>2/15/2026</a:t>
            </a:fld>
            <a:endParaRPr lang="en-US" altLang="en-US"/>
          </a:p>
        </p:txBody>
      </p:sp>
      <p:sp>
        <p:nvSpPr>
          <p:cNvPr id="5" name="Footer Placeholder 4">
            <a:extLst>
              <a:ext uri="{FF2B5EF4-FFF2-40B4-BE49-F238E27FC236}">
                <a16:creationId xmlns:a16="http://schemas.microsoft.com/office/drawing/2014/main" id="{4FEC0D0E-CE12-10AB-40C9-2914B36BD11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5F84175-ED95-8B7F-186F-488EC4B69D63}"/>
              </a:ext>
            </a:extLst>
          </p:cNvPr>
          <p:cNvSpPr>
            <a:spLocks noGrp="1"/>
          </p:cNvSpPr>
          <p:nvPr>
            <p:ph type="sldNum" sz="quarter" idx="12"/>
          </p:nvPr>
        </p:nvSpPr>
        <p:spPr/>
        <p:txBody>
          <a:bodyPr/>
          <a:lstStyle>
            <a:lvl1pPr>
              <a:defRPr/>
            </a:lvl1pPr>
          </a:lstStyle>
          <a:p>
            <a:pPr>
              <a:defRPr/>
            </a:pPr>
            <a:fld id="{981354A0-FB85-428C-BE37-F954CC5629C4}" type="slidenum">
              <a:rPr lang="en-US" altLang="en-US"/>
              <a:pPr>
                <a:defRPr/>
              </a:pPr>
              <a:t>‹#›</a:t>
            </a:fld>
            <a:endParaRPr lang="en-US" altLang="en-US"/>
          </a:p>
        </p:txBody>
      </p:sp>
    </p:spTree>
    <p:extLst>
      <p:ext uri="{BB962C8B-B14F-4D97-AF65-F5344CB8AC3E}">
        <p14:creationId xmlns:p14="http://schemas.microsoft.com/office/powerpoint/2010/main" val="861844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6E1CD-6A03-CBE2-FB5E-975C9955FC72}"/>
              </a:ext>
            </a:extLst>
          </p:cNvPr>
          <p:cNvSpPr>
            <a:spLocks noGrp="1"/>
          </p:cNvSpPr>
          <p:nvPr>
            <p:ph type="dt" sz="half" idx="10"/>
          </p:nvPr>
        </p:nvSpPr>
        <p:spPr/>
        <p:txBody>
          <a:bodyPr/>
          <a:lstStyle>
            <a:lvl1pPr>
              <a:defRPr/>
            </a:lvl1pPr>
          </a:lstStyle>
          <a:p>
            <a:pPr>
              <a:defRPr/>
            </a:pPr>
            <a:fld id="{DE7A6E7A-FBE8-492F-9CC1-98EA3D56FFA1}" type="datetimeFigureOut">
              <a:rPr lang="en-US" altLang="en-US"/>
              <a:pPr>
                <a:defRPr/>
              </a:pPr>
              <a:t>2/15/2026</a:t>
            </a:fld>
            <a:endParaRPr lang="en-US" altLang="en-US"/>
          </a:p>
        </p:txBody>
      </p:sp>
      <p:sp>
        <p:nvSpPr>
          <p:cNvPr id="5" name="Footer Placeholder 4">
            <a:extLst>
              <a:ext uri="{FF2B5EF4-FFF2-40B4-BE49-F238E27FC236}">
                <a16:creationId xmlns:a16="http://schemas.microsoft.com/office/drawing/2014/main" id="{26654021-B3B9-CCE1-A9D0-BAE1B5C832B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1D4FA5A-BCF9-5FA6-CE3B-40E6330A08DA}"/>
              </a:ext>
            </a:extLst>
          </p:cNvPr>
          <p:cNvSpPr>
            <a:spLocks noGrp="1"/>
          </p:cNvSpPr>
          <p:nvPr>
            <p:ph type="sldNum" sz="quarter" idx="12"/>
          </p:nvPr>
        </p:nvSpPr>
        <p:spPr/>
        <p:txBody>
          <a:bodyPr/>
          <a:lstStyle>
            <a:lvl1pPr>
              <a:defRPr/>
            </a:lvl1pPr>
          </a:lstStyle>
          <a:p>
            <a:pPr>
              <a:defRPr/>
            </a:pPr>
            <a:fld id="{3F1589F9-57A9-4E42-91DB-985BB77885EE}" type="slidenum">
              <a:rPr lang="en-US" altLang="en-US"/>
              <a:pPr>
                <a:defRPr/>
              </a:pPr>
              <a:t>‹#›</a:t>
            </a:fld>
            <a:endParaRPr lang="en-US" altLang="en-US"/>
          </a:p>
        </p:txBody>
      </p:sp>
    </p:spTree>
    <p:extLst>
      <p:ext uri="{BB962C8B-B14F-4D97-AF65-F5344CB8AC3E}">
        <p14:creationId xmlns:p14="http://schemas.microsoft.com/office/powerpoint/2010/main" val="3009566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6" y="28204163"/>
            <a:ext cx="27980640" cy="8717280"/>
          </a:xfr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2600326" y="18602967"/>
            <a:ext cx="27980640" cy="9601197"/>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F96612-32C4-DA2F-3E31-EE82AE465115}"/>
              </a:ext>
            </a:extLst>
          </p:cNvPr>
          <p:cNvSpPr>
            <a:spLocks noGrp="1"/>
          </p:cNvSpPr>
          <p:nvPr>
            <p:ph type="dt" sz="half" idx="10"/>
          </p:nvPr>
        </p:nvSpPr>
        <p:spPr/>
        <p:txBody>
          <a:bodyPr/>
          <a:lstStyle>
            <a:lvl1pPr>
              <a:defRPr/>
            </a:lvl1pPr>
          </a:lstStyle>
          <a:p>
            <a:pPr>
              <a:defRPr/>
            </a:pPr>
            <a:fld id="{6B666F4C-3951-4D36-93DB-5960278AA497}" type="datetimeFigureOut">
              <a:rPr lang="en-US" altLang="en-US"/>
              <a:pPr>
                <a:defRPr/>
              </a:pPr>
              <a:t>2/15/2026</a:t>
            </a:fld>
            <a:endParaRPr lang="en-US" altLang="en-US"/>
          </a:p>
        </p:txBody>
      </p:sp>
      <p:sp>
        <p:nvSpPr>
          <p:cNvPr id="5" name="Footer Placeholder 4">
            <a:extLst>
              <a:ext uri="{FF2B5EF4-FFF2-40B4-BE49-F238E27FC236}">
                <a16:creationId xmlns:a16="http://schemas.microsoft.com/office/drawing/2014/main" id="{DC941A2F-4460-E77A-8828-CB6E126A1CD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C6E50F6-07CF-D29A-269C-999A29038C7F}"/>
              </a:ext>
            </a:extLst>
          </p:cNvPr>
          <p:cNvSpPr>
            <a:spLocks noGrp="1"/>
          </p:cNvSpPr>
          <p:nvPr>
            <p:ph type="sldNum" sz="quarter" idx="12"/>
          </p:nvPr>
        </p:nvSpPr>
        <p:spPr/>
        <p:txBody>
          <a:bodyPr/>
          <a:lstStyle>
            <a:lvl1pPr>
              <a:defRPr/>
            </a:lvl1pPr>
          </a:lstStyle>
          <a:p>
            <a:pPr>
              <a:defRPr/>
            </a:pPr>
            <a:fld id="{8D1478CC-5A44-433E-BB35-78BC8340852C}" type="slidenum">
              <a:rPr lang="en-US" altLang="en-US"/>
              <a:pPr>
                <a:defRPr/>
              </a:pPr>
              <a:t>‹#›</a:t>
            </a:fld>
            <a:endParaRPr lang="en-US" altLang="en-US"/>
          </a:p>
        </p:txBody>
      </p:sp>
    </p:spTree>
    <p:extLst>
      <p:ext uri="{BB962C8B-B14F-4D97-AF65-F5344CB8AC3E}">
        <p14:creationId xmlns:p14="http://schemas.microsoft.com/office/powerpoint/2010/main" val="3968597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898132" y="49154080"/>
            <a:ext cx="70831710" cy="139039603"/>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9278482" y="49154080"/>
            <a:ext cx="70831710" cy="139039603"/>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F5EA5A7-89A5-8968-A074-4322A96AB663}"/>
              </a:ext>
            </a:extLst>
          </p:cNvPr>
          <p:cNvSpPr>
            <a:spLocks noGrp="1"/>
          </p:cNvSpPr>
          <p:nvPr>
            <p:ph type="dt" sz="half" idx="10"/>
          </p:nvPr>
        </p:nvSpPr>
        <p:spPr/>
        <p:txBody>
          <a:bodyPr/>
          <a:lstStyle>
            <a:lvl1pPr>
              <a:defRPr/>
            </a:lvl1pPr>
          </a:lstStyle>
          <a:p>
            <a:pPr>
              <a:defRPr/>
            </a:pPr>
            <a:fld id="{CA5AE22D-5297-4759-A440-61D648D03112}" type="datetimeFigureOut">
              <a:rPr lang="en-US" altLang="en-US"/>
              <a:pPr>
                <a:defRPr/>
              </a:pPr>
              <a:t>2/15/2026</a:t>
            </a:fld>
            <a:endParaRPr lang="en-US" altLang="en-US"/>
          </a:p>
        </p:txBody>
      </p:sp>
      <p:sp>
        <p:nvSpPr>
          <p:cNvPr id="6" name="Footer Placeholder 4">
            <a:extLst>
              <a:ext uri="{FF2B5EF4-FFF2-40B4-BE49-F238E27FC236}">
                <a16:creationId xmlns:a16="http://schemas.microsoft.com/office/drawing/2014/main" id="{86C4F307-4B1A-269E-52EC-C6C553ED1AF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E587BED-BD48-4C82-6C1B-FC1ED396FEAF}"/>
              </a:ext>
            </a:extLst>
          </p:cNvPr>
          <p:cNvSpPr>
            <a:spLocks noGrp="1"/>
          </p:cNvSpPr>
          <p:nvPr>
            <p:ph type="sldNum" sz="quarter" idx="12"/>
          </p:nvPr>
        </p:nvSpPr>
        <p:spPr/>
        <p:txBody>
          <a:bodyPr/>
          <a:lstStyle>
            <a:lvl1pPr>
              <a:defRPr/>
            </a:lvl1pPr>
          </a:lstStyle>
          <a:p>
            <a:pPr>
              <a:defRPr/>
            </a:pPr>
            <a:fld id="{1A1961CA-F81B-4481-A39A-52A62C7EDCB0}" type="slidenum">
              <a:rPr lang="en-US" altLang="en-US"/>
              <a:pPr>
                <a:defRPr/>
              </a:pPr>
              <a:t>‹#›</a:t>
            </a:fld>
            <a:endParaRPr lang="en-US" altLang="en-US"/>
          </a:p>
        </p:txBody>
      </p:sp>
    </p:spTree>
    <p:extLst>
      <p:ext uri="{BB962C8B-B14F-4D97-AF65-F5344CB8AC3E}">
        <p14:creationId xmlns:p14="http://schemas.microsoft.com/office/powerpoint/2010/main" val="3513231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5920" y="1757683"/>
            <a:ext cx="29626560" cy="73152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645920" y="9824723"/>
            <a:ext cx="14544677" cy="4094477"/>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4" name="Content Placeholder 3"/>
          <p:cNvSpPr>
            <a:spLocks noGrp="1"/>
          </p:cNvSpPr>
          <p:nvPr>
            <p:ph sz="half" idx="2"/>
          </p:nvPr>
        </p:nvSpPr>
        <p:spPr>
          <a:xfrm>
            <a:off x="1645920" y="13919200"/>
            <a:ext cx="14544677" cy="25288243"/>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092" y="9824723"/>
            <a:ext cx="14550390" cy="4094477"/>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6" name="Content Placeholder 5"/>
          <p:cNvSpPr>
            <a:spLocks noGrp="1"/>
          </p:cNvSpPr>
          <p:nvPr>
            <p:ph sz="quarter" idx="4"/>
          </p:nvPr>
        </p:nvSpPr>
        <p:spPr>
          <a:xfrm>
            <a:off x="16722092" y="13919200"/>
            <a:ext cx="14550390" cy="25288243"/>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2ECD2C71-D427-0491-0266-8BBC73E12916}"/>
              </a:ext>
            </a:extLst>
          </p:cNvPr>
          <p:cNvSpPr>
            <a:spLocks noGrp="1"/>
          </p:cNvSpPr>
          <p:nvPr>
            <p:ph type="dt" sz="half" idx="10"/>
          </p:nvPr>
        </p:nvSpPr>
        <p:spPr/>
        <p:txBody>
          <a:bodyPr/>
          <a:lstStyle>
            <a:lvl1pPr>
              <a:defRPr/>
            </a:lvl1pPr>
          </a:lstStyle>
          <a:p>
            <a:pPr>
              <a:defRPr/>
            </a:pPr>
            <a:fld id="{4B7F7A09-B285-4809-8A71-581E34483201}" type="datetimeFigureOut">
              <a:rPr lang="en-US" altLang="en-US"/>
              <a:pPr>
                <a:defRPr/>
              </a:pPr>
              <a:t>2/15/2026</a:t>
            </a:fld>
            <a:endParaRPr lang="en-US" altLang="en-US"/>
          </a:p>
        </p:txBody>
      </p:sp>
      <p:sp>
        <p:nvSpPr>
          <p:cNvPr id="8" name="Footer Placeholder 4">
            <a:extLst>
              <a:ext uri="{FF2B5EF4-FFF2-40B4-BE49-F238E27FC236}">
                <a16:creationId xmlns:a16="http://schemas.microsoft.com/office/drawing/2014/main" id="{ACCA2CB4-BBE6-B139-505A-FBDB275AA5E6}"/>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68527204-9376-D74F-279C-C68A25E665AA}"/>
              </a:ext>
            </a:extLst>
          </p:cNvPr>
          <p:cNvSpPr>
            <a:spLocks noGrp="1"/>
          </p:cNvSpPr>
          <p:nvPr>
            <p:ph type="sldNum" sz="quarter" idx="12"/>
          </p:nvPr>
        </p:nvSpPr>
        <p:spPr/>
        <p:txBody>
          <a:bodyPr/>
          <a:lstStyle>
            <a:lvl1pPr>
              <a:defRPr/>
            </a:lvl1pPr>
          </a:lstStyle>
          <a:p>
            <a:pPr>
              <a:defRPr/>
            </a:pPr>
            <a:fld id="{DDBB2702-AC02-4CA4-8C0A-0102D58BB654}" type="slidenum">
              <a:rPr lang="en-US" altLang="en-US"/>
              <a:pPr>
                <a:defRPr/>
              </a:pPr>
              <a:t>‹#›</a:t>
            </a:fld>
            <a:endParaRPr lang="en-US" altLang="en-US"/>
          </a:p>
        </p:txBody>
      </p:sp>
    </p:spTree>
    <p:extLst>
      <p:ext uri="{BB962C8B-B14F-4D97-AF65-F5344CB8AC3E}">
        <p14:creationId xmlns:p14="http://schemas.microsoft.com/office/powerpoint/2010/main" val="2525686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2034487D-85E3-382D-E8FF-FC9B8558EEF3}"/>
              </a:ext>
            </a:extLst>
          </p:cNvPr>
          <p:cNvSpPr>
            <a:spLocks noGrp="1"/>
          </p:cNvSpPr>
          <p:nvPr>
            <p:ph type="dt" sz="half" idx="10"/>
          </p:nvPr>
        </p:nvSpPr>
        <p:spPr/>
        <p:txBody>
          <a:bodyPr/>
          <a:lstStyle>
            <a:lvl1pPr>
              <a:defRPr/>
            </a:lvl1pPr>
          </a:lstStyle>
          <a:p>
            <a:pPr>
              <a:defRPr/>
            </a:pPr>
            <a:fld id="{7BBF02D6-6EAA-429B-AE46-0D4EABBE1AAA}" type="datetimeFigureOut">
              <a:rPr lang="en-US" altLang="en-US"/>
              <a:pPr>
                <a:defRPr/>
              </a:pPr>
              <a:t>2/15/2026</a:t>
            </a:fld>
            <a:endParaRPr lang="en-US" altLang="en-US"/>
          </a:p>
        </p:txBody>
      </p:sp>
      <p:sp>
        <p:nvSpPr>
          <p:cNvPr id="4" name="Footer Placeholder 4">
            <a:extLst>
              <a:ext uri="{FF2B5EF4-FFF2-40B4-BE49-F238E27FC236}">
                <a16:creationId xmlns:a16="http://schemas.microsoft.com/office/drawing/2014/main" id="{A14FEEAB-B9A9-84E4-90CA-119C95F8981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BFBC1D32-BD7F-3CB1-DE5E-1CF2BB89EC7F}"/>
              </a:ext>
            </a:extLst>
          </p:cNvPr>
          <p:cNvSpPr>
            <a:spLocks noGrp="1"/>
          </p:cNvSpPr>
          <p:nvPr>
            <p:ph type="sldNum" sz="quarter" idx="12"/>
          </p:nvPr>
        </p:nvSpPr>
        <p:spPr/>
        <p:txBody>
          <a:bodyPr/>
          <a:lstStyle>
            <a:lvl1pPr>
              <a:defRPr/>
            </a:lvl1pPr>
          </a:lstStyle>
          <a:p>
            <a:pPr>
              <a:defRPr/>
            </a:pPr>
            <a:fld id="{10774118-7278-486F-8146-054280C9757F}" type="slidenum">
              <a:rPr lang="en-US" altLang="en-US"/>
              <a:pPr>
                <a:defRPr/>
              </a:pPr>
              <a:t>‹#›</a:t>
            </a:fld>
            <a:endParaRPr lang="en-US" altLang="en-US"/>
          </a:p>
        </p:txBody>
      </p:sp>
    </p:spTree>
    <p:extLst>
      <p:ext uri="{BB962C8B-B14F-4D97-AF65-F5344CB8AC3E}">
        <p14:creationId xmlns:p14="http://schemas.microsoft.com/office/powerpoint/2010/main" val="1180516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A40EB39-6561-59E6-6C4F-B56F8D6FDA7D}"/>
              </a:ext>
            </a:extLst>
          </p:cNvPr>
          <p:cNvSpPr>
            <a:spLocks noGrp="1"/>
          </p:cNvSpPr>
          <p:nvPr>
            <p:ph type="dt" sz="half" idx="10"/>
          </p:nvPr>
        </p:nvSpPr>
        <p:spPr/>
        <p:txBody>
          <a:bodyPr/>
          <a:lstStyle>
            <a:lvl1pPr>
              <a:defRPr/>
            </a:lvl1pPr>
          </a:lstStyle>
          <a:p>
            <a:pPr>
              <a:defRPr/>
            </a:pPr>
            <a:fld id="{6146F39B-30EA-47A3-8478-F3A1C7E71A7E}" type="datetimeFigureOut">
              <a:rPr lang="en-US" altLang="en-US"/>
              <a:pPr>
                <a:defRPr/>
              </a:pPr>
              <a:t>2/15/2026</a:t>
            </a:fld>
            <a:endParaRPr lang="en-US" altLang="en-US"/>
          </a:p>
        </p:txBody>
      </p:sp>
      <p:sp>
        <p:nvSpPr>
          <p:cNvPr id="3" name="Footer Placeholder 4">
            <a:extLst>
              <a:ext uri="{FF2B5EF4-FFF2-40B4-BE49-F238E27FC236}">
                <a16:creationId xmlns:a16="http://schemas.microsoft.com/office/drawing/2014/main" id="{CCC301E2-2172-0A74-EAA4-CD42EDFB6D82}"/>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095560B1-212D-2722-7D02-282168594598}"/>
              </a:ext>
            </a:extLst>
          </p:cNvPr>
          <p:cNvSpPr>
            <a:spLocks noGrp="1"/>
          </p:cNvSpPr>
          <p:nvPr>
            <p:ph type="sldNum" sz="quarter" idx="12"/>
          </p:nvPr>
        </p:nvSpPr>
        <p:spPr/>
        <p:txBody>
          <a:bodyPr/>
          <a:lstStyle>
            <a:lvl1pPr>
              <a:defRPr/>
            </a:lvl1pPr>
          </a:lstStyle>
          <a:p>
            <a:pPr>
              <a:defRPr/>
            </a:pPr>
            <a:fld id="{C26471F9-A7B6-4AC1-9B6B-B18752FC4C82}" type="slidenum">
              <a:rPr lang="en-US" altLang="en-US"/>
              <a:pPr>
                <a:defRPr/>
              </a:pPr>
              <a:t>‹#›</a:t>
            </a:fld>
            <a:endParaRPr lang="en-US" altLang="en-US"/>
          </a:p>
        </p:txBody>
      </p:sp>
    </p:spTree>
    <p:extLst>
      <p:ext uri="{BB962C8B-B14F-4D97-AF65-F5344CB8AC3E}">
        <p14:creationId xmlns:p14="http://schemas.microsoft.com/office/powerpoint/2010/main" val="218593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922" y="1747520"/>
            <a:ext cx="10829927" cy="7437120"/>
          </a:xfrm>
        </p:spPr>
        <p:txBody>
          <a:bodyPr anchor="b"/>
          <a:lstStyle>
            <a:lvl1pPr algn="l">
              <a:defRPr sz="9600" b="1"/>
            </a:lvl1pPr>
          </a:lstStyle>
          <a:p>
            <a:r>
              <a:rPr lang="en-US"/>
              <a:t>Click to edit Master title style</a:t>
            </a:r>
          </a:p>
        </p:txBody>
      </p:sp>
      <p:sp>
        <p:nvSpPr>
          <p:cNvPr id="3" name="Content Placeholder 2"/>
          <p:cNvSpPr>
            <a:spLocks noGrp="1"/>
          </p:cNvSpPr>
          <p:nvPr>
            <p:ph idx="1"/>
          </p:nvPr>
        </p:nvSpPr>
        <p:spPr>
          <a:xfrm>
            <a:off x="12870180" y="1747524"/>
            <a:ext cx="18402300" cy="37459923"/>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922" y="9184644"/>
            <a:ext cx="10829927" cy="30022803"/>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3">
            <a:extLst>
              <a:ext uri="{FF2B5EF4-FFF2-40B4-BE49-F238E27FC236}">
                <a16:creationId xmlns:a16="http://schemas.microsoft.com/office/drawing/2014/main" id="{F475535D-CFD9-13C9-19F1-FA5F8AE615A9}"/>
              </a:ext>
            </a:extLst>
          </p:cNvPr>
          <p:cNvSpPr>
            <a:spLocks noGrp="1"/>
          </p:cNvSpPr>
          <p:nvPr>
            <p:ph type="dt" sz="half" idx="10"/>
          </p:nvPr>
        </p:nvSpPr>
        <p:spPr/>
        <p:txBody>
          <a:bodyPr/>
          <a:lstStyle>
            <a:lvl1pPr>
              <a:defRPr/>
            </a:lvl1pPr>
          </a:lstStyle>
          <a:p>
            <a:pPr>
              <a:defRPr/>
            </a:pPr>
            <a:fld id="{70EC5BDA-98CD-41F1-9A97-C14B17F64534}" type="datetimeFigureOut">
              <a:rPr lang="en-US" altLang="en-US"/>
              <a:pPr>
                <a:defRPr/>
              </a:pPr>
              <a:t>2/15/2026</a:t>
            </a:fld>
            <a:endParaRPr lang="en-US" altLang="en-US"/>
          </a:p>
        </p:txBody>
      </p:sp>
      <p:sp>
        <p:nvSpPr>
          <p:cNvPr id="6" name="Footer Placeholder 4">
            <a:extLst>
              <a:ext uri="{FF2B5EF4-FFF2-40B4-BE49-F238E27FC236}">
                <a16:creationId xmlns:a16="http://schemas.microsoft.com/office/drawing/2014/main" id="{DBA84310-C2C9-3BAE-E763-0BF85552113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376EF5F-E2BB-FF8F-B9B0-AFDE0F93A859}"/>
              </a:ext>
            </a:extLst>
          </p:cNvPr>
          <p:cNvSpPr>
            <a:spLocks noGrp="1"/>
          </p:cNvSpPr>
          <p:nvPr>
            <p:ph type="sldNum" sz="quarter" idx="12"/>
          </p:nvPr>
        </p:nvSpPr>
        <p:spPr/>
        <p:txBody>
          <a:bodyPr/>
          <a:lstStyle>
            <a:lvl1pPr>
              <a:defRPr/>
            </a:lvl1pPr>
          </a:lstStyle>
          <a:p>
            <a:pPr>
              <a:defRPr/>
            </a:pPr>
            <a:fld id="{B5282150-3CCA-4933-BE90-73AD068847B7}" type="slidenum">
              <a:rPr lang="en-US" altLang="en-US"/>
              <a:pPr>
                <a:defRPr/>
              </a:pPr>
              <a:t>‹#›</a:t>
            </a:fld>
            <a:endParaRPr lang="en-US" altLang="en-US"/>
          </a:p>
        </p:txBody>
      </p:sp>
    </p:spTree>
    <p:extLst>
      <p:ext uri="{BB962C8B-B14F-4D97-AF65-F5344CB8AC3E}">
        <p14:creationId xmlns:p14="http://schemas.microsoft.com/office/powerpoint/2010/main" val="3995048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2237" y="30723840"/>
            <a:ext cx="19751040" cy="3627123"/>
          </a:xfrm>
        </p:spPr>
        <p:txBody>
          <a:bodyPr anchor="b"/>
          <a:lstStyle>
            <a:lvl1pPr algn="l">
              <a:defRPr sz="9600" b="1"/>
            </a:lvl1pPr>
          </a:lstStyle>
          <a:p>
            <a:r>
              <a:rPr lang="en-US"/>
              <a:t>Click to edit Master title style</a:t>
            </a:r>
          </a:p>
        </p:txBody>
      </p:sp>
      <p:sp>
        <p:nvSpPr>
          <p:cNvPr id="3" name="Picture Placeholder 2"/>
          <p:cNvSpPr>
            <a:spLocks noGrp="1"/>
          </p:cNvSpPr>
          <p:nvPr>
            <p:ph type="pic" idx="1"/>
          </p:nvPr>
        </p:nvSpPr>
        <p:spPr>
          <a:xfrm>
            <a:off x="6452237" y="3921760"/>
            <a:ext cx="19751040" cy="26334720"/>
          </a:xfrm>
        </p:spPr>
        <p:txBody>
          <a:bodyPr rtlCol="0">
            <a:normAutofit/>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pPr lvl="0"/>
            <a:endParaRPr lang="en-US" noProof="0"/>
          </a:p>
        </p:txBody>
      </p:sp>
      <p:sp>
        <p:nvSpPr>
          <p:cNvPr id="4" name="Text Placeholder 3"/>
          <p:cNvSpPr>
            <a:spLocks noGrp="1"/>
          </p:cNvSpPr>
          <p:nvPr>
            <p:ph type="body" sz="half" idx="2"/>
          </p:nvPr>
        </p:nvSpPr>
        <p:spPr>
          <a:xfrm>
            <a:off x="6452237" y="34350963"/>
            <a:ext cx="19751040" cy="5151117"/>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3">
            <a:extLst>
              <a:ext uri="{FF2B5EF4-FFF2-40B4-BE49-F238E27FC236}">
                <a16:creationId xmlns:a16="http://schemas.microsoft.com/office/drawing/2014/main" id="{915B2ECC-8E5A-A849-EEFD-E8E97C952F5E}"/>
              </a:ext>
            </a:extLst>
          </p:cNvPr>
          <p:cNvSpPr>
            <a:spLocks noGrp="1"/>
          </p:cNvSpPr>
          <p:nvPr>
            <p:ph type="dt" sz="half" idx="10"/>
          </p:nvPr>
        </p:nvSpPr>
        <p:spPr/>
        <p:txBody>
          <a:bodyPr/>
          <a:lstStyle>
            <a:lvl1pPr>
              <a:defRPr/>
            </a:lvl1pPr>
          </a:lstStyle>
          <a:p>
            <a:pPr>
              <a:defRPr/>
            </a:pPr>
            <a:fld id="{5A8AC7B5-A2E3-4558-A9B6-09E72054D75F}" type="datetimeFigureOut">
              <a:rPr lang="en-US" altLang="en-US"/>
              <a:pPr>
                <a:defRPr/>
              </a:pPr>
              <a:t>2/15/2026</a:t>
            </a:fld>
            <a:endParaRPr lang="en-US" altLang="en-US"/>
          </a:p>
        </p:txBody>
      </p:sp>
      <p:sp>
        <p:nvSpPr>
          <p:cNvPr id="6" name="Footer Placeholder 4">
            <a:extLst>
              <a:ext uri="{FF2B5EF4-FFF2-40B4-BE49-F238E27FC236}">
                <a16:creationId xmlns:a16="http://schemas.microsoft.com/office/drawing/2014/main" id="{D00A56F3-2027-FC25-F11E-6200A587735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E906A72-7B52-1AEE-EB53-A09B04CE3ED4}"/>
              </a:ext>
            </a:extLst>
          </p:cNvPr>
          <p:cNvSpPr>
            <a:spLocks noGrp="1"/>
          </p:cNvSpPr>
          <p:nvPr>
            <p:ph type="sldNum" sz="quarter" idx="12"/>
          </p:nvPr>
        </p:nvSpPr>
        <p:spPr/>
        <p:txBody>
          <a:bodyPr/>
          <a:lstStyle>
            <a:lvl1pPr>
              <a:defRPr/>
            </a:lvl1pPr>
          </a:lstStyle>
          <a:p>
            <a:pPr>
              <a:defRPr/>
            </a:pPr>
            <a:fld id="{CAFBFF48-FE6C-44B2-9C41-E15EBB4382CE}" type="slidenum">
              <a:rPr lang="en-US" altLang="en-US"/>
              <a:pPr>
                <a:defRPr/>
              </a:pPr>
              <a:t>‹#›</a:t>
            </a:fld>
            <a:endParaRPr lang="en-US" altLang="en-US"/>
          </a:p>
        </p:txBody>
      </p:sp>
    </p:spTree>
    <p:extLst>
      <p:ext uri="{BB962C8B-B14F-4D97-AF65-F5344CB8AC3E}">
        <p14:creationId xmlns:p14="http://schemas.microsoft.com/office/powerpoint/2010/main" val="653878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67B12D-09D2-2F29-5CAE-984F32D6B033}"/>
              </a:ext>
            </a:extLst>
          </p:cNvPr>
          <p:cNvSpPr>
            <a:spLocks noGrp="1"/>
          </p:cNvSpPr>
          <p:nvPr>
            <p:ph type="dt" sz="half" idx="10"/>
          </p:nvPr>
        </p:nvSpPr>
        <p:spPr/>
        <p:txBody>
          <a:bodyPr/>
          <a:lstStyle>
            <a:lvl1pPr>
              <a:defRPr/>
            </a:lvl1pPr>
          </a:lstStyle>
          <a:p>
            <a:pPr>
              <a:defRPr/>
            </a:pPr>
            <a:fld id="{120E1873-108A-49EB-9CA4-1FB83BE18A9B}" type="datetimeFigureOut">
              <a:rPr lang="en-US" altLang="en-US"/>
              <a:pPr>
                <a:defRPr/>
              </a:pPr>
              <a:t>2/15/2026</a:t>
            </a:fld>
            <a:endParaRPr lang="en-US" altLang="en-US"/>
          </a:p>
        </p:txBody>
      </p:sp>
      <p:sp>
        <p:nvSpPr>
          <p:cNvPr id="5" name="Footer Placeholder 4">
            <a:extLst>
              <a:ext uri="{FF2B5EF4-FFF2-40B4-BE49-F238E27FC236}">
                <a16:creationId xmlns:a16="http://schemas.microsoft.com/office/drawing/2014/main" id="{B2A65646-F425-99BD-6D6C-D40F31391B5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FCD709F-3A80-8080-0EAC-8FB0A25943AF}"/>
              </a:ext>
            </a:extLst>
          </p:cNvPr>
          <p:cNvSpPr>
            <a:spLocks noGrp="1"/>
          </p:cNvSpPr>
          <p:nvPr>
            <p:ph type="sldNum" sz="quarter" idx="12"/>
          </p:nvPr>
        </p:nvSpPr>
        <p:spPr/>
        <p:txBody>
          <a:bodyPr/>
          <a:lstStyle>
            <a:lvl1pPr>
              <a:defRPr/>
            </a:lvl1pPr>
          </a:lstStyle>
          <a:p>
            <a:pPr>
              <a:defRPr/>
            </a:pPr>
            <a:fld id="{7F7ABA12-B484-4FBE-B948-06995BE13FD0}" type="slidenum">
              <a:rPr lang="en-US" altLang="en-US"/>
              <a:pPr>
                <a:defRPr/>
              </a:pPr>
              <a:t>‹#›</a:t>
            </a:fld>
            <a:endParaRPr lang="en-US" altLang="en-US"/>
          </a:p>
        </p:txBody>
      </p:sp>
    </p:spTree>
    <p:extLst>
      <p:ext uri="{BB962C8B-B14F-4D97-AF65-F5344CB8AC3E}">
        <p14:creationId xmlns:p14="http://schemas.microsoft.com/office/powerpoint/2010/main" val="1978067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4557179" y="8432800"/>
            <a:ext cx="35553014" cy="17976088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898132" y="8432800"/>
            <a:ext cx="106110407" cy="17976088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DEC91B-D475-96A3-0108-0980A9F40EA7}"/>
              </a:ext>
            </a:extLst>
          </p:cNvPr>
          <p:cNvSpPr>
            <a:spLocks noGrp="1"/>
          </p:cNvSpPr>
          <p:nvPr>
            <p:ph type="dt" sz="half" idx="10"/>
          </p:nvPr>
        </p:nvSpPr>
        <p:spPr/>
        <p:txBody>
          <a:bodyPr/>
          <a:lstStyle>
            <a:lvl1pPr>
              <a:defRPr/>
            </a:lvl1pPr>
          </a:lstStyle>
          <a:p>
            <a:pPr>
              <a:defRPr/>
            </a:pPr>
            <a:fld id="{F4AAB352-5FB1-4CA7-B491-93956EC1DB63}" type="datetimeFigureOut">
              <a:rPr lang="en-US" altLang="en-US"/>
              <a:pPr>
                <a:defRPr/>
              </a:pPr>
              <a:t>2/15/2026</a:t>
            </a:fld>
            <a:endParaRPr lang="en-US" altLang="en-US"/>
          </a:p>
        </p:txBody>
      </p:sp>
      <p:sp>
        <p:nvSpPr>
          <p:cNvPr id="5" name="Footer Placeholder 4">
            <a:extLst>
              <a:ext uri="{FF2B5EF4-FFF2-40B4-BE49-F238E27FC236}">
                <a16:creationId xmlns:a16="http://schemas.microsoft.com/office/drawing/2014/main" id="{49EC1CCE-4D43-4182-F184-2A8DEC746C2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B0C5E80-1A21-67D6-3381-1A63C448DAC6}"/>
              </a:ext>
            </a:extLst>
          </p:cNvPr>
          <p:cNvSpPr>
            <a:spLocks noGrp="1"/>
          </p:cNvSpPr>
          <p:nvPr>
            <p:ph type="sldNum" sz="quarter" idx="12"/>
          </p:nvPr>
        </p:nvSpPr>
        <p:spPr/>
        <p:txBody>
          <a:bodyPr/>
          <a:lstStyle>
            <a:lvl1pPr>
              <a:defRPr/>
            </a:lvl1pPr>
          </a:lstStyle>
          <a:p>
            <a:pPr>
              <a:defRPr/>
            </a:pPr>
            <a:fld id="{AE4E748F-B05A-46CD-8A0C-BAC2DC102365}" type="slidenum">
              <a:rPr lang="en-US" altLang="en-US"/>
              <a:pPr>
                <a:defRPr/>
              </a:pPr>
              <a:t>‹#›</a:t>
            </a:fld>
            <a:endParaRPr lang="en-US" altLang="en-US"/>
          </a:p>
        </p:txBody>
      </p:sp>
    </p:spTree>
    <p:extLst>
      <p:ext uri="{BB962C8B-B14F-4D97-AF65-F5344CB8AC3E}">
        <p14:creationId xmlns:p14="http://schemas.microsoft.com/office/powerpoint/2010/main" val="3734903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5E9EFF"/>
            </a:gs>
            <a:gs pos="39999">
              <a:srgbClr val="85C2FF"/>
            </a:gs>
            <a:gs pos="70000">
              <a:srgbClr val="C4D6EB"/>
            </a:gs>
            <a:gs pos="100000">
              <a:srgbClr val="FFEBFA"/>
            </a:gs>
          </a:gsLst>
          <a:path path="shape">
            <a:fillToRect r="100000" b="100000"/>
          </a:path>
        </a:gra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B282966-036A-2ECC-FAEE-C3A0D746FB08}"/>
              </a:ext>
            </a:extLst>
          </p:cNvPr>
          <p:cNvSpPr>
            <a:spLocks noGrp="1"/>
          </p:cNvSpPr>
          <p:nvPr>
            <p:ph type="title"/>
          </p:nvPr>
        </p:nvSpPr>
        <p:spPr bwMode="auto">
          <a:xfrm>
            <a:off x="1646238" y="1757363"/>
            <a:ext cx="29627512"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38912" tIns="219456" rIns="438912" bIns="219456"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6D4FAD1F-0488-6025-8713-EC4254BEB340}"/>
              </a:ext>
            </a:extLst>
          </p:cNvPr>
          <p:cNvSpPr>
            <a:spLocks noGrp="1"/>
          </p:cNvSpPr>
          <p:nvPr>
            <p:ph type="body" idx="1"/>
          </p:nvPr>
        </p:nvSpPr>
        <p:spPr bwMode="auto">
          <a:xfrm>
            <a:off x="1646238" y="10240963"/>
            <a:ext cx="29627512" cy="289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38912" tIns="219456" rIns="438912" bIns="219456"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C3DC8CFE-8117-A06F-C491-544F1D5371BE}"/>
              </a:ext>
            </a:extLst>
          </p:cNvPr>
          <p:cNvSpPr>
            <a:spLocks noGrp="1"/>
          </p:cNvSpPr>
          <p:nvPr>
            <p:ph type="dt" sz="half" idx="2"/>
          </p:nvPr>
        </p:nvSpPr>
        <p:spPr>
          <a:xfrm>
            <a:off x="1646238" y="40679688"/>
            <a:ext cx="7681912" cy="2336800"/>
          </a:xfrm>
          <a:prstGeom prst="rect">
            <a:avLst/>
          </a:prstGeom>
        </p:spPr>
        <p:txBody>
          <a:bodyPr vert="horz" wrap="square" lIns="438912" tIns="219456" rIns="438912" bIns="219456" numCol="1" anchor="ctr" anchorCtr="0" compatLnSpc="1">
            <a:prstTxWarp prst="textNoShape">
              <a:avLst/>
            </a:prstTxWarp>
          </a:bodyPr>
          <a:lstStyle>
            <a:lvl1pPr eaLnBrk="1" hangingPunct="1">
              <a:defRPr sz="5800">
                <a:solidFill>
                  <a:srgbClr val="898989"/>
                </a:solidFill>
                <a:latin typeface="Calibri" panose="020F0502020204030204" pitchFamily="34" charset="0"/>
              </a:defRPr>
            </a:lvl1pPr>
          </a:lstStyle>
          <a:p>
            <a:pPr>
              <a:defRPr/>
            </a:pPr>
            <a:fld id="{74C50BEB-73EB-4769-83A7-98129B553A0D}" type="datetimeFigureOut">
              <a:rPr lang="en-US" altLang="en-US"/>
              <a:pPr>
                <a:defRPr/>
              </a:pPr>
              <a:t>2/15/2026</a:t>
            </a:fld>
            <a:endParaRPr lang="en-US" altLang="en-US"/>
          </a:p>
        </p:txBody>
      </p:sp>
      <p:sp>
        <p:nvSpPr>
          <p:cNvPr id="5" name="Footer Placeholder 4">
            <a:extLst>
              <a:ext uri="{FF2B5EF4-FFF2-40B4-BE49-F238E27FC236}">
                <a16:creationId xmlns:a16="http://schemas.microsoft.com/office/drawing/2014/main" id="{07EFFBF6-8926-FF53-D370-1341B3020829}"/>
              </a:ext>
            </a:extLst>
          </p:cNvPr>
          <p:cNvSpPr>
            <a:spLocks noGrp="1"/>
          </p:cNvSpPr>
          <p:nvPr>
            <p:ph type="ftr" sz="quarter" idx="3"/>
          </p:nvPr>
        </p:nvSpPr>
        <p:spPr>
          <a:xfrm>
            <a:off x="11247438" y="40679688"/>
            <a:ext cx="10425112" cy="2336800"/>
          </a:xfrm>
          <a:prstGeom prst="rect">
            <a:avLst/>
          </a:prstGeom>
        </p:spPr>
        <p:txBody>
          <a:bodyPr vert="horz" lIns="438912" tIns="219456" rIns="438912" bIns="219456" rtlCol="0" anchor="ctr"/>
          <a:lstStyle>
            <a:lvl1pPr algn="ctr" defTabSz="4389120" eaLnBrk="1" fontAlgn="auto" hangingPunct="1">
              <a:spcBef>
                <a:spcPts val="0"/>
              </a:spcBef>
              <a:spcAft>
                <a:spcPts val="0"/>
              </a:spcAft>
              <a:defRPr sz="5800">
                <a:solidFill>
                  <a:schemeClr val="tx1">
                    <a:tint val="75000"/>
                  </a:schemeClr>
                </a:solidFill>
                <a:latin typeface="+mn-lt"/>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C64BCD68-495B-97B4-4F20-CF25CDD9849D}"/>
              </a:ext>
            </a:extLst>
          </p:cNvPr>
          <p:cNvSpPr>
            <a:spLocks noGrp="1"/>
          </p:cNvSpPr>
          <p:nvPr>
            <p:ph type="sldNum" sz="quarter" idx="4"/>
          </p:nvPr>
        </p:nvSpPr>
        <p:spPr>
          <a:xfrm>
            <a:off x="23591838" y="40679688"/>
            <a:ext cx="7681912" cy="2336800"/>
          </a:xfrm>
          <a:prstGeom prst="rect">
            <a:avLst/>
          </a:prstGeom>
        </p:spPr>
        <p:txBody>
          <a:bodyPr vert="horz" wrap="square" lIns="438912" tIns="219456" rIns="438912" bIns="219456" numCol="1" anchor="ctr" anchorCtr="0" compatLnSpc="1">
            <a:prstTxWarp prst="textNoShape">
              <a:avLst/>
            </a:prstTxWarp>
          </a:bodyPr>
          <a:lstStyle>
            <a:lvl1pPr algn="r" eaLnBrk="1" hangingPunct="1">
              <a:defRPr sz="5800">
                <a:solidFill>
                  <a:srgbClr val="898989"/>
                </a:solidFill>
                <a:latin typeface="Calibri" panose="020F0502020204030204" pitchFamily="34" charset="0"/>
              </a:defRPr>
            </a:lvl1pPr>
          </a:lstStyle>
          <a:p>
            <a:pPr>
              <a:defRPr/>
            </a:pPr>
            <a:fld id="{945D8D48-7DED-4335-9C6A-87C72F134FC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7850" rtl="0" eaLnBrk="0" fontAlgn="base" hangingPunct="0">
        <a:spcBef>
          <a:spcPct val="0"/>
        </a:spcBef>
        <a:spcAft>
          <a:spcPct val="0"/>
        </a:spcAft>
        <a:defRPr sz="21100" kern="1200">
          <a:solidFill>
            <a:schemeClr val="tx1"/>
          </a:solidFill>
          <a:latin typeface="+mj-lt"/>
          <a:ea typeface="MS PGothic" panose="020B0600070205080204" pitchFamily="34" charset="-128"/>
          <a:cs typeface="ＭＳ Ｐゴシック" charset="0"/>
        </a:defRPr>
      </a:lvl1pPr>
      <a:lvl2pPr algn="ctr" defTabSz="4387850" rtl="0" eaLnBrk="0" fontAlgn="base" hangingPunct="0">
        <a:spcBef>
          <a:spcPct val="0"/>
        </a:spcBef>
        <a:spcAft>
          <a:spcPct val="0"/>
        </a:spcAft>
        <a:defRPr sz="21100">
          <a:solidFill>
            <a:schemeClr val="tx1"/>
          </a:solidFill>
          <a:latin typeface="Calibri" pitchFamily="34" charset="0"/>
          <a:ea typeface="MS PGothic" panose="020B0600070205080204" pitchFamily="34" charset="-128"/>
          <a:cs typeface="ＭＳ Ｐゴシック" charset="0"/>
        </a:defRPr>
      </a:lvl2pPr>
      <a:lvl3pPr algn="ctr" defTabSz="4387850" rtl="0" eaLnBrk="0" fontAlgn="base" hangingPunct="0">
        <a:spcBef>
          <a:spcPct val="0"/>
        </a:spcBef>
        <a:spcAft>
          <a:spcPct val="0"/>
        </a:spcAft>
        <a:defRPr sz="21100">
          <a:solidFill>
            <a:schemeClr val="tx1"/>
          </a:solidFill>
          <a:latin typeface="Calibri" pitchFamily="34" charset="0"/>
          <a:ea typeface="MS PGothic" panose="020B0600070205080204" pitchFamily="34" charset="-128"/>
          <a:cs typeface="ＭＳ Ｐゴシック" charset="0"/>
        </a:defRPr>
      </a:lvl3pPr>
      <a:lvl4pPr algn="ctr" defTabSz="4387850" rtl="0" eaLnBrk="0" fontAlgn="base" hangingPunct="0">
        <a:spcBef>
          <a:spcPct val="0"/>
        </a:spcBef>
        <a:spcAft>
          <a:spcPct val="0"/>
        </a:spcAft>
        <a:defRPr sz="21100">
          <a:solidFill>
            <a:schemeClr val="tx1"/>
          </a:solidFill>
          <a:latin typeface="Calibri" pitchFamily="34" charset="0"/>
          <a:ea typeface="MS PGothic" panose="020B0600070205080204" pitchFamily="34" charset="-128"/>
          <a:cs typeface="ＭＳ Ｐゴシック" charset="0"/>
        </a:defRPr>
      </a:lvl4pPr>
      <a:lvl5pPr algn="ctr" defTabSz="4387850" rtl="0" eaLnBrk="0" fontAlgn="base" hangingPunct="0">
        <a:spcBef>
          <a:spcPct val="0"/>
        </a:spcBef>
        <a:spcAft>
          <a:spcPct val="0"/>
        </a:spcAft>
        <a:defRPr sz="21100">
          <a:solidFill>
            <a:schemeClr val="tx1"/>
          </a:solidFill>
          <a:latin typeface="Calibri" pitchFamily="34" charset="0"/>
          <a:ea typeface="MS PGothic" panose="020B0600070205080204" pitchFamily="34" charset="-128"/>
          <a:cs typeface="ＭＳ Ｐゴシック" charset="0"/>
        </a:defRPr>
      </a:lvl5pPr>
      <a:lvl6pPr marL="457200" algn="ctr" defTabSz="4387850" rtl="0" fontAlgn="base">
        <a:spcBef>
          <a:spcPct val="0"/>
        </a:spcBef>
        <a:spcAft>
          <a:spcPct val="0"/>
        </a:spcAft>
        <a:defRPr sz="21100">
          <a:solidFill>
            <a:schemeClr val="tx1"/>
          </a:solidFill>
          <a:latin typeface="Calibri" pitchFamily="34" charset="0"/>
        </a:defRPr>
      </a:lvl6pPr>
      <a:lvl7pPr marL="914400" algn="ctr" defTabSz="4387850" rtl="0" fontAlgn="base">
        <a:spcBef>
          <a:spcPct val="0"/>
        </a:spcBef>
        <a:spcAft>
          <a:spcPct val="0"/>
        </a:spcAft>
        <a:defRPr sz="21100">
          <a:solidFill>
            <a:schemeClr val="tx1"/>
          </a:solidFill>
          <a:latin typeface="Calibri" pitchFamily="34" charset="0"/>
        </a:defRPr>
      </a:lvl7pPr>
      <a:lvl8pPr marL="1371600" algn="ctr" defTabSz="4387850" rtl="0" fontAlgn="base">
        <a:spcBef>
          <a:spcPct val="0"/>
        </a:spcBef>
        <a:spcAft>
          <a:spcPct val="0"/>
        </a:spcAft>
        <a:defRPr sz="21100">
          <a:solidFill>
            <a:schemeClr val="tx1"/>
          </a:solidFill>
          <a:latin typeface="Calibri" pitchFamily="34" charset="0"/>
        </a:defRPr>
      </a:lvl8pPr>
      <a:lvl9pPr marL="1828800" algn="ctr" defTabSz="4387850" rtl="0" fontAlgn="base">
        <a:spcBef>
          <a:spcPct val="0"/>
        </a:spcBef>
        <a:spcAft>
          <a:spcPct val="0"/>
        </a:spcAft>
        <a:defRPr sz="21100">
          <a:solidFill>
            <a:schemeClr val="tx1"/>
          </a:solidFill>
          <a:latin typeface="Calibri" pitchFamily="34" charset="0"/>
        </a:defRPr>
      </a:lvl9pPr>
    </p:titleStyle>
    <p:bodyStyle>
      <a:lvl1pPr marL="1644650" indent="-1644650" algn="l" defTabSz="4387850" rtl="0" eaLnBrk="0" fontAlgn="base" hangingPunct="0">
        <a:spcBef>
          <a:spcPct val="20000"/>
        </a:spcBef>
        <a:spcAft>
          <a:spcPct val="0"/>
        </a:spcAft>
        <a:buFont typeface="Arial" panose="020B0604020202020204" pitchFamily="34" charset="0"/>
        <a:buChar char="•"/>
        <a:defRPr sz="15400" kern="1200">
          <a:solidFill>
            <a:schemeClr val="tx1"/>
          </a:solidFill>
          <a:latin typeface="+mn-lt"/>
          <a:ea typeface="MS PGothic" panose="020B0600070205080204" pitchFamily="34" charset="-128"/>
          <a:cs typeface="ＭＳ Ｐゴシック" charset="0"/>
        </a:defRPr>
      </a:lvl1pPr>
      <a:lvl2pPr marL="3565525" indent="-1371600" algn="l" defTabSz="4387850" rtl="0" eaLnBrk="0" fontAlgn="base" hangingPunct="0">
        <a:spcBef>
          <a:spcPct val="20000"/>
        </a:spcBef>
        <a:spcAft>
          <a:spcPct val="0"/>
        </a:spcAft>
        <a:buFont typeface="Arial" panose="020B0604020202020204" pitchFamily="34" charset="0"/>
        <a:buChar char="–"/>
        <a:defRPr sz="13400" kern="1200">
          <a:solidFill>
            <a:schemeClr val="tx1"/>
          </a:solidFill>
          <a:latin typeface="+mn-lt"/>
          <a:ea typeface="MS PGothic" panose="020B0600070205080204" pitchFamily="34" charset="-128"/>
          <a:cs typeface="+mn-cs"/>
        </a:defRPr>
      </a:lvl2pPr>
      <a:lvl3pPr marL="5486400" indent="-1096963" algn="l" defTabSz="4387850" rtl="0" eaLnBrk="0" fontAlgn="base" hangingPunct="0">
        <a:spcBef>
          <a:spcPct val="20000"/>
        </a:spcBef>
        <a:spcAft>
          <a:spcPct val="0"/>
        </a:spcAft>
        <a:buFont typeface="Arial" panose="020B0604020202020204" pitchFamily="34" charset="0"/>
        <a:buChar char="•"/>
        <a:defRPr sz="11500" kern="1200">
          <a:solidFill>
            <a:schemeClr val="tx1"/>
          </a:solidFill>
          <a:latin typeface="+mn-lt"/>
          <a:ea typeface="MS PGothic" panose="020B0600070205080204" pitchFamily="34" charset="-128"/>
          <a:cs typeface="+mn-cs"/>
        </a:defRPr>
      </a:lvl3pPr>
      <a:lvl4pPr marL="7680325" indent="-1096963" algn="l" defTabSz="4387850" rtl="0" eaLnBrk="0" fontAlgn="base" hangingPunct="0">
        <a:spcBef>
          <a:spcPct val="20000"/>
        </a:spcBef>
        <a:spcAft>
          <a:spcPct val="0"/>
        </a:spcAft>
        <a:buFont typeface="Arial" panose="020B0604020202020204" pitchFamily="34" charset="0"/>
        <a:buChar char="–"/>
        <a:defRPr sz="9600" kern="1200">
          <a:solidFill>
            <a:schemeClr val="tx1"/>
          </a:solidFill>
          <a:latin typeface="+mn-lt"/>
          <a:ea typeface="MS PGothic" panose="020B0600070205080204" pitchFamily="34" charset="-128"/>
          <a:cs typeface="+mn-cs"/>
        </a:defRPr>
      </a:lvl4pPr>
      <a:lvl5pPr marL="9874250" indent="-1096963" algn="l" defTabSz="4387850" rtl="0" eaLnBrk="0" fontAlgn="base" hangingPunct="0">
        <a:spcBef>
          <a:spcPct val="20000"/>
        </a:spcBef>
        <a:spcAft>
          <a:spcPct val="0"/>
        </a:spcAft>
        <a:buFont typeface="Arial" panose="020B0604020202020204" pitchFamily="34" charset="0"/>
        <a:buChar char="»"/>
        <a:defRPr sz="9600" kern="1200">
          <a:solidFill>
            <a:schemeClr val="tx1"/>
          </a:solidFill>
          <a:latin typeface="+mn-lt"/>
          <a:ea typeface="MS PGothic" panose="020B0600070205080204" pitchFamily="34" charset="-128"/>
          <a:cs typeface="+mn-cs"/>
        </a:defRPr>
      </a:lvl5pPr>
      <a:lvl6pPr marL="1207008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464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920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37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Rectangle 682">
            <a:extLst>
              <a:ext uri="{FF2B5EF4-FFF2-40B4-BE49-F238E27FC236}">
                <a16:creationId xmlns:a16="http://schemas.microsoft.com/office/drawing/2014/main" id="{2283760C-A628-91F6-A1DC-8A8AECF2E549}"/>
              </a:ext>
            </a:extLst>
          </p:cNvPr>
          <p:cNvSpPr>
            <a:spLocks noChangeArrowheads="1"/>
          </p:cNvSpPr>
          <p:nvPr/>
        </p:nvSpPr>
        <p:spPr bwMode="auto">
          <a:xfrm>
            <a:off x="509588" y="5983288"/>
            <a:ext cx="9961562" cy="1293812"/>
          </a:xfrm>
          <a:prstGeom prst="rect">
            <a:avLst/>
          </a:prstGeom>
          <a:gradFill rotWithShape="1">
            <a:gsLst>
              <a:gs pos="0">
                <a:srgbClr val="5E9EFF"/>
              </a:gs>
              <a:gs pos="39999">
                <a:srgbClr val="85C2FF"/>
              </a:gs>
              <a:gs pos="70000">
                <a:srgbClr val="C4D6EB"/>
              </a:gs>
              <a:gs pos="100000">
                <a:srgbClr val="FFEBFA"/>
              </a:gs>
            </a:gsLst>
            <a:lin ang="5400000"/>
          </a:gradFill>
          <a:ln w="9525">
            <a:solidFill>
              <a:schemeClr val="bg1"/>
            </a:solidFill>
            <a:miter lim="800000"/>
            <a:headEnd/>
            <a:tailEnd/>
          </a:ln>
          <a:effectLst>
            <a:outerShdw blurRad="40000" dist="23000" dir="5400000" rotWithShape="0">
              <a:srgbClr val="808080">
                <a:alpha val="34998"/>
              </a:srgbClr>
            </a:outerShdw>
          </a:effectLst>
        </p:spPr>
        <p:txBody>
          <a:bodyPr wrap="none" anchor="ctr"/>
          <a:lstStyle/>
          <a:p>
            <a:pPr algn="ctr" defTabSz="4389120" eaLnBrk="1" fontAlgn="auto" hangingPunct="1">
              <a:spcBef>
                <a:spcPts val="0"/>
              </a:spcBef>
              <a:spcAft>
                <a:spcPts val="0"/>
              </a:spcAft>
              <a:defRPr/>
            </a:pPr>
            <a:r>
              <a:rPr lang="en-US" altLang="ko-KR" sz="6600" b="1" kern="500" spc="-100" dirty="0">
                <a:latin typeface="+mj-lt"/>
                <a:ea typeface="굴림" pitchFamily="34" charset="-127"/>
                <a:cs typeface="Times New Roman" pitchFamily="18" charset="0"/>
              </a:rPr>
              <a:t>INTRODUCTION</a:t>
            </a:r>
          </a:p>
        </p:txBody>
      </p:sp>
      <p:sp>
        <p:nvSpPr>
          <p:cNvPr id="9" name="TextBox 8">
            <a:extLst>
              <a:ext uri="{FF2B5EF4-FFF2-40B4-BE49-F238E27FC236}">
                <a16:creationId xmlns:a16="http://schemas.microsoft.com/office/drawing/2014/main" id="{A8E91CAC-6FD9-0CBF-275D-50484F871D4B}"/>
              </a:ext>
            </a:extLst>
          </p:cNvPr>
          <p:cNvSpPr txBox="1">
            <a:spLocks noChangeArrowheads="1"/>
          </p:cNvSpPr>
          <p:nvPr/>
        </p:nvSpPr>
        <p:spPr bwMode="auto">
          <a:xfrm>
            <a:off x="182564" y="7272338"/>
            <a:ext cx="10179050" cy="7965722"/>
          </a:xfrm>
          <a:prstGeom prst="rect">
            <a:avLst/>
          </a:prstGeom>
          <a:solidFill>
            <a:srgbClr val="F0F0F0"/>
          </a:solidFill>
          <a:ln w="9525">
            <a:solidFill>
              <a:srgbClr val="D8D8D8"/>
            </a:solidFill>
            <a:miter lim="800000"/>
            <a:headEnd/>
            <a:tailEnd/>
          </a:ln>
          <a:effectLst>
            <a:outerShdw blurRad="40000" dist="20000" dir="5400000" rotWithShape="0">
              <a:srgbClr val="808080">
                <a:alpha val="37999"/>
              </a:srgbClr>
            </a:outerShdw>
          </a:effectLst>
        </p:spPr>
        <p:txBody>
          <a:bodyPr lIns="182880" tIns="365760" rIns="182880" bIns="182880"/>
          <a:lstStyle/>
          <a:p>
            <a:pPr marL="571500" indent="-571500" algn="just" defTabSz="4389120" eaLnBrk="1" fontAlgn="auto" hangingPunct="1">
              <a:spcBef>
                <a:spcPts val="0"/>
              </a:spcBef>
              <a:spcAft>
                <a:spcPts val="1200"/>
              </a:spcAft>
              <a:buFont typeface="Wingdings" pitchFamily="2" charset="2"/>
              <a:buChar char="ü"/>
              <a:defRPr/>
            </a:pPr>
            <a:r>
              <a:rPr lang="en-IN" sz="4000" dirty="0">
                <a:latin typeface="+mj-lt"/>
              </a:rPr>
              <a:t>Necrotising granulomatous osteomyelitis is a form of chronic bone infection characterized by granuloma formation with central necrosis. </a:t>
            </a:r>
          </a:p>
          <a:p>
            <a:pPr marL="571500" indent="-571500" algn="just" defTabSz="4389120" eaLnBrk="1" fontAlgn="auto" hangingPunct="1">
              <a:spcBef>
                <a:spcPts val="0"/>
              </a:spcBef>
              <a:spcAft>
                <a:spcPts val="1200"/>
              </a:spcAft>
              <a:buFont typeface="Wingdings" pitchFamily="2" charset="2"/>
              <a:buChar char="ü"/>
              <a:defRPr/>
            </a:pPr>
            <a:r>
              <a:rPr lang="en-IN" sz="4000" dirty="0">
                <a:latin typeface="+mj-lt"/>
              </a:rPr>
              <a:t>It is seen in infections like tuberculous osteomyelitis or other atypical infections.</a:t>
            </a:r>
          </a:p>
          <a:p>
            <a:pPr marL="571500" indent="-571500" algn="just" defTabSz="4389120" eaLnBrk="1" fontAlgn="auto" hangingPunct="1">
              <a:spcBef>
                <a:spcPts val="0"/>
              </a:spcBef>
              <a:spcAft>
                <a:spcPts val="1200"/>
              </a:spcAft>
              <a:buFont typeface="Wingdings" pitchFamily="2" charset="2"/>
              <a:buChar char="ü"/>
              <a:defRPr/>
            </a:pPr>
            <a:r>
              <a:rPr lang="en-US" sz="4000" dirty="0">
                <a:latin typeface="+mj-lt"/>
              </a:rPr>
              <a:t>Rare and challenging to diagnose; often requires correlation of clinical, imaging, microbiological, and histopathological data.</a:t>
            </a:r>
            <a:endParaRPr lang="en-IN" sz="4000" dirty="0">
              <a:solidFill>
                <a:schemeClr val="dk1"/>
              </a:solidFill>
              <a:latin typeface="+mj-lt"/>
              <a:ea typeface="+mn-ea"/>
            </a:endParaRPr>
          </a:p>
        </p:txBody>
      </p:sp>
      <p:sp>
        <p:nvSpPr>
          <p:cNvPr id="13" name="Rectangle 682">
            <a:extLst>
              <a:ext uri="{FF2B5EF4-FFF2-40B4-BE49-F238E27FC236}">
                <a16:creationId xmlns:a16="http://schemas.microsoft.com/office/drawing/2014/main" id="{55D77774-3E6C-B344-85AC-BD6E1AC64AC5}"/>
              </a:ext>
            </a:extLst>
          </p:cNvPr>
          <p:cNvSpPr>
            <a:spLocks noChangeArrowheads="1"/>
          </p:cNvSpPr>
          <p:nvPr/>
        </p:nvSpPr>
        <p:spPr bwMode="auto">
          <a:xfrm>
            <a:off x="11002544" y="32838627"/>
            <a:ext cx="10439400" cy="1246188"/>
          </a:xfrm>
          <a:prstGeom prst="rect">
            <a:avLst/>
          </a:prstGeom>
          <a:gradFill rotWithShape="1">
            <a:gsLst>
              <a:gs pos="0">
                <a:srgbClr val="5E9EFF"/>
              </a:gs>
              <a:gs pos="39999">
                <a:srgbClr val="85C2FF"/>
              </a:gs>
              <a:gs pos="70000">
                <a:srgbClr val="C4D6EB"/>
              </a:gs>
              <a:gs pos="100000">
                <a:srgbClr val="FFEBFA"/>
              </a:gs>
            </a:gsLst>
            <a:lin ang="5400000"/>
          </a:gradFill>
          <a:ln w="9525">
            <a:solidFill>
              <a:srgbClr val="AEAEAE"/>
            </a:solidFill>
            <a:miter lim="800000"/>
            <a:headEnd/>
            <a:tailEnd/>
          </a:ln>
          <a:effectLst>
            <a:outerShdw blurRad="40000" dist="23000" dir="5400000" rotWithShape="0">
              <a:srgbClr val="808080">
                <a:alpha val="34998"/>
              </a:srgbClr>
            </a:outerShdw>
          </a:effectLst>
        </p:spPr>
        <p:txBody>
          <a:bodyPr wrap="none" anchor="ctr"/>
          <a:lstStyle/>
          <a:p>
            <a:pPr algn="ctr" defTabSz="4389120" eaLnBrk="1" fontAlgn="auto" hangingPunct="1">
              <a:spcBef>
                <a:spcPts val="0"/>
              </a:spcBef>
              <a:spcAft>
                <a:spcPts val="0"/>
              </a:spcAft>
              <a:defRPr/>
            </a:pPr>
            <a:endParaRPr lang="en-IN" sz="6600" b="1" kern="500" spc="-100" dirty="0">
              <a:solidFill>
                <a:schemeClr val="lt1"/>
              </a:solidFill>
              <a:latin typeface="+mn-lt"/>
              <a:ea typeface="굴림" pitchFamily="34" charset="-127"/>
            </a:endParaRPr>
          </a:p>
          <a:p>
            <a:pPr algn="ctr" defTabSz="4389120" eaLnBrk="1" fontAlgn="auto" hangingPunct="1">
              <a:spcBef>
                <a:spcPts val="0"/>
              </a:spcBef>
              <a:spcAft>
                <a:spcPts val="0"/>
              </a:spcAft>
              <a:defRPr/>
            </a:pPr>
            <a:r>
              <a:rPr lang="en-IN" sz="8000" b="1" kern="500" spc="-100" dirty="0">
                <a:latin typeface="+mn-lt"/>
                <a:ea typeface="굴림" pitchFamily="34" charset="-127"/>
              </a:rPr>
              <a:t>DISCUSSION</a:t>
            </a:r>
          </a:p>
          <a:p>
            <a:pPr algn="ctr" defTabSz="4389120" eaLnBrk="1" fontAlgn="auto" hangingPunct="1">
              <a:spcBef>
                <a:spcPts val="0"/>
              </a:spcBef>
              <a:spcAft>
                <a:spcPts val="0"/>
              </a:spcAft>
              <a:defRPr/>
            </a:pPr>
            <a:endParaRPr lang="en-US" altLang="ko-KR" sz="6600" b="1" kern="500" spc="-100" dirty="0">
              <a:latin typeface="+mn-lt"/>
              <a:ea typeface="굴림" pitchFamily="34" charset="-127"/>
            </a:endParaRPr>
          </a:p>
        </p:txBody>
      </p:sp>
      <p:sp>
        <p:nvSpPr>
          <p:cNvPr id="17" name="TextBox 16">
            <a:extLst>
              <a:ext uri="{FF2B5EF4-FFF2-40B4-BE49-F238E27FC236}">
                <a16:creationId xmlns:a16="http://schemas.microsoft.com/office/drawing/2014/main" id="{A6691544-F34B-1541-2BB7-5E0557D555FD}"/>
              </a:ext>
            </a:extLst>
          </p:cNvPr>
          <p:cNvSpPr txBox="1"/>
          <p:nvPr/>
        </p:nvSpPr>
        <p:spPr>
          <a:xfrm>
            <a:off x="22064662" y="6045199"/>
            <a:ext cx="10853737" cy="28583697"/>
          </a:xfrm>
          <a:prstGeom prst="rect">
            <a:avLst/>
          </a:prstGeom>
          <a:ln/>
        </p:spPr>
        <p:style>
          <a:lnRef idx="2">
            <a:schemeClr val="accent1"/>
          </a:lnRef>
          <a:fillRef idx="1">
            <a:schemeClr val="lt1"/>
          </a:fillRef>
          <a:effectRef idx="0">
            <a:schemeClr val="accent1"/>
          </a:effectRef>
          <a:fontRef idx="minor">
            <a:schemeClr val="dk1"/>
          </a:fontRef>
        </p:style>
        <p:txBody>
          <a:bodyPr lIns="182880" tIns="365760" rIns="182880" bIns="182880"/>
          <a:lstStyle>
            <a:lvl1pPr marL="571500" indent="-571500">
              <a:defRPr sz="8600">
                <a:solidFill>
                  <a:schemeClr val="tx1"/>
                </a:solidFill>
                <a:latin typeface="Arial" panose="020B0604020202020204" pitchFamily="34" charset="0"/>
                <a:ea typeface="MS PGothic" panose="020B0600070205080204" pitchFamily="34" charset="-128"/>
              </a:defRPr>
            </a:lvl1pPr>
            <a:lvl2pPr marL="742950" indent="-285750">
              <a:defRPr sz="8600">
                <a:solidFill>
                  <a:schemeClr val="tx1"/>
                </a:solidFill>
                <a:latin typeface="Arial" panose="020B0604020202020204" pitchFamily="34" charset="0"/>
                <a:ea typeface="MS PGothic" panose="020B0600070205080204" pitchFamily="34" charset="-128"/>
              </a:defRPr>
            </a:lvl2pPr>
            <a:lvl3pPr marL="1143000" indent="-228600">
              <a:defRPr sz="8600">
                <a:solidFill>
                  <a:schemeClr val="tx1"/>
                </a:solidFill>
                <a:latin typeface="Arial" panose="020B0604020202020204" pitchFamily="34" charset="0"/>
                <a:ea typeface="MS PGothic" panose="020B0600070205080204" pitchFamily="34" charset="-128"/>
              </a:defRPr>
            </a:lvl3pPr>
            <a:lvl4pPr marL="1600200" indent="-228600">
              <a:defRPr sz="8600">
                <a:solidFill>
                  <a:schemeClr val="tx1"/>
                </a:solidFill>
                <a:latin typeface="Arial" panose="020B0604020202020204" pitchFamily="34" charset="0"/>
                <a:ea typeface="MS PGothic" panose="020B0600070205080204" pitchFamily="34" charset="-128"/>
              </a:defRPr>
            </a:lvl4pPr>
            <a:lvl5pPr marL="2057400" indent="-228600">
              <a:defRPr sz="8600">
                <a:solidFill>
                  <a:schemeClr val="tx1"/>
                </a:solidFill>
                <a:latin typeface="Arial" panose="020B0604020202020204" pitchFamily="34" charset="0"/>
                <a:ea typeface="MS PGothic" panose="020B0600070205080204" pitchFamily="34" charset="-128"/>
              </a:defRPr>
            </a:lvl5pPr>
            <a:lvl6pPr marL="25146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6pPr>
            <a:lvl7pPr marL="29718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7pPr>
            <a:lvl8pPr marL="34290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8pPr>
            <a:lvl9pPr marL="38862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9pPr>
          </a:lstStyle>
          <a:p>
            <a:pPr algn="just" eaLnBrk="1" hangingPunct="1">
              <a:buFont typeface="Wingdings" panose="05000000000000000000" pitchFamily="2" charset="2"/>
              <a:buChar char="ü"/>
              <a:defRPr/>
            </a:pPr>
            <a:r>
              <a:rPr lang="en-IN" sz="4000" dirty="0">
                <a:effectLst/>
                <a:latin typeface="+mn-lt"/>
                <a:ea typeface="Calibri" panose="020F0502020204030204" pitchFamily="34" charset="0"/>
              </a:rPr>
              <a:t>Non-infectious causes </a:t>
            </a:r>
            <a:r>
              <a:rPr lang="en-IN" sz="4000" dirty="0">
                <a:latin typeface="+mn-lt"/>
                <a:ea typeface="Calibri" panose="020F0502020204030204" pitchFamily="34" charset="0"/>
              </a:rPr>
              <a:t>are rare but can seen with foreign body conditions or autoimmune conditions.</a:t>
            </a:r>
          </a:p>
          <a:p>
            <a:pPr algn="just" eaLnBrk="1" hangingPunct="1">
              <a:buFont typeface="Wingdings" panose="05000000000000000000" pitchFamily="2" charset="2"/>
              <a:buChar char="ü"/>
              <a:defRPr/>
            </a:pPr>
            <a:r>
              <a:rPr lang="en-IN" sz="4000" dirty="0">
                <a:effectLst/>
                <a:latin typeface="+mn-lt"/>
                <a:ea typeface="Calibri" panose="020F0502020204030204" pitchFamily="34" charset="0"/>
              </a:rPr>
              <a:t>Clinical features </a:t>
            </a:r>
            <a:r>
              <a:rPr lang="en-IN" sz="4000" dirty="0">
                <a:latin typeface="+mn-lt"/>
                <a:ea typeface="Calibri" panose="020F0502020204030204" pitchFamily="34" charset="0"/>
              </a:rPr>
              <a:t>are often insidious and nonspecific like persistent bone pain, swelling and tenderness over involved bone, possible low-grade fever, sinus tract infection and reduced function.</a:t>
            </a:r>
            <a:endParaRPr lang="en-IN" sz="4000" dirty="0">
              <a:effectLst/>
              <a:latin typeface="+mn-lt"/>
              <a:ea typeface="Calibri" panose="020F0502020204030204" pitchFamily="34" charset="0"/>
            </a:endParaRPr>
          </a:p>
          <a:p>
            <a:pPr algn="just" eaLnBrk="1" hangingPunct="1">
              <a:buFont typeface="Wingdings" panose="05000000000000000000" pitchFamily="2" charset="2"/>
              <a:buChar char="ü"/>
              <a:defRPr/>
            </a:pPr>
            <a:r>
              <a:rPr lang="en-IN" sz="4000" dirty="0">
                <a:effectLst/>
                <a:latin typeface="+mn-lt"/>
                <a:ea typeface="Calibri" panose="020F0502020204030204" pitchFamily="34" charset="0"/>
              </a:rPr>
              <a:t>The diagnosis of this pathology requires inflammatory markers, culture studies which are often nonspecific with radiographical features like lytic lesions, </a:t>
            </a:r>
            <a:r>
              <a:rPr lang="en-IN" sz="4000" dirty="0" err="1">
                <a:effectLst/>
                <a:latin typeface="+mn-lt"/>
                <a:ea typeface="Calibri" panose="020F0502020204030204" pitchFamily="34" charset="0"/>
              </a:rPr>
              <a:t>sequestra</a:t>
            </a:r>
            <a:r>
              <a:rPr lang="en-IN" sz="4000" dirty="0">
                <a:effectLst/>
                <a:latin typeface="+mn-lt"/>
                <a:ea typeface="Calibri" panose="020F0502020204030204" pitchFamily="34" charset="0"/>
              </a:rPr>
              <a:t>, periosteal reaction, marrow changes, necrosis and cortical destruction. Histopathology is the gold standard for diagnosis with Tissue biopsy and special stains also useful.</a:t>
            </a:r>
          </a:p>
          <a:p>
            <a:pPr algn="just" eaLnBrk="1" hangingPunct="1">
              <a:buFont typeface="Wingdings" panose="05000000000000000000" pitchFamily="2" charset="2"/>
              <a:buChar char="ü"/>
              <a:defRPr/>
            </a:pPr>
            <a:r>
              <a:rPr lang="en-IN" sz="4000" dirty="0">
                <a:latin typeface="+mn-lt"/>
                <a:ea typeface="Calibri" panose="020F0502020204030204" pitchFamily="34" charset="0"/>
              </a:rPr>
              <a:t>Differential diagnosis include chronic pyogenic osteomyelitis, primary bone </a:t>
            </a:r>
            <a:r>
              <a:rPr lang="en-IN" sz="4000" dirty="0" err="1">
                <a:latin typeface="+mn-lt"/>
                <a:ea typeface="Calibri" panose="020F0502020204030204" pitchFamily="34" charset="0"/>
              </a:rPr>
              <a:t>tumors</a:t>
            </a:r>
            <a:r>
              <a:rPr lang="en-IN" sz="4000" dirty="0">
                <a:latin typeface="+mn-lt"/>
                <a:ea typeface="Calibri" panose="020F0502020204030204" pitchFamily="34" charset="0"/>
              </a:rPr>
              <a:t> or metastases, chronic non-bacterial osteomyelitis, </a:t>
            </a:r>
            <a:r>
              <a:rPr lang="en-IN" sz="4000" dirty="0" err="1">
                <a:latin typeface="+mn-lt"/>
                <a:ea typeface="Calibri" panose="020F0502020204030204" pitchFamily="34" charset="0"/>
              </a:rPr>
              <a:t>xanthogranulomatous</a:t>
            </a:r>
            <a:r>
              <a:rPr lang="en-IN" sz="4000" dirty="0">
                <a:latin typeface="+mn-lt"/>
                <a:ea typeface="Calibri" panose="020F0502020204030204" pitchFamily="34" charset="0"/>
              </a:rPr>
              <a:t> osteomyelitis.</a:t>
            </a:r>
            <a:endParaRPr lang="en-IN" sz="4000" dirty="0">
              <a:effectLst/>
              <a:latin typeface="+mn-lt"/>
              <a:ea typeface="Calibri" panose="020F0502020204030204" pitchFamily="34" charset="0"/>
            </a:endParaRPr>
          </a:p>
          <a:p>
            <a:pPr algn="just" eaLnBrk="1" hangingPunct="1">
              <a:buFont typeface="Wingdings" panose="05000000000000000000" pitchFamily="2" charset="2"/>
              <a:buChar char="ü"/>
              <a:defRPr/>
            </a:pPr>
            <a:r>
              <a:rPr lang="en-IN" sz="4000" dirty="0">
                <a:effectLst/>
                <a:latin typeface="+mn-lt"/>
                <a:ea typeface="Calibri" panose="020F0502020204030204" pitchFamily="34" charset="0"/>
              </a:rPr>
              <a:t>Medical therapy include targeted antibacterial therapy like ATT in tubercular cases or antibacterials or antifungals in other cases.</a:t>
            </a:r>
          </a:p>
          <a:p>
            <a:pPr algn="just" eaLnBrk="1" hangingPunct="1">
              <a:buFont typeface="Wingdings" panose="05000000000000000000" pitchFamily="2" charset="2"/>
              <a:buChar char="ü"/>
              <a:defRPr/>
            </a:pPr>
            <a:r>
              <a:rPr lang="en-IN" sz="4000" dirty="0">
                <a:effectLst/>
                <a:latin typeface="+mn-lt"/>
                <a:ea typeface="Calibri" panose="020F0502020204030204" pitchFamily="34" charset="0"/>
              </a:rPr>
              <a:t>Surgical treatment include debridement of necrotic tissue with drainage of abscess or sinus tract and stabilisation of structural integrity is compromised. </a:t>
            </a:r>
          </a:p>
          <a:p>
            <a:pPr algn="just" eaLnBrk="1" hangingPunct="1">
              <a:buFont typeface="Wingdings" panose="05000000000000000000" pitchFamily="2" charset="2"/>
              <a:buChar char="ü"/>
              <a:defRPr/>
            </a:pPr>
            <a:r>
              <a:rPr lang="en-IN" sz="4000" dirty="0">
                <a:latin typeface="+mn-lt"/>
                <a:ea typeface="Calibri" panose="020F0502020204030204" pitchFamily="34" charset="0"/>
              </a:rPr>
              <a:t>Early recognition and treatment significantly improve outcomes and reduce chronic disability.</a:t>
            </a:r>
            <a:endParaRPr lang="en-US" altLang="en-US" sz="3600" dirty="0">
              <a:solidFill>
                <a:srgbClr val="000000"/>
              </a:solidFill>
              <a:latin typeface="Calibri" panose="020F0502020204030204" pitchFamily="34" charset="0"/>
            </a:endParaRPr>
          </a:p>
          <a:p>
            <a:pPr eaLnBrk="1" hangingPunct="1">
              <a:buFont typeface="Wingdings" panose="05000000000000000000" pitchFamily="2" charset="2"/>
              <a:buChar char="ü"/>
              <a:defRPr/>
            </a:pPr>
            <a:endParaRPr lang="en-US" altLang="en-US" sz="3600" dirty="0">
              <a:solidFill>
                <a:srgbClr val="000000"/>
              </a:solidFill>
              <a:latin typeface="Calibri" panose="020F0502020204030204" pitchFamily="34" charset="0"/>
            </a:endParaRPr>
          </a:p>
          <a:p>
            <a:pPr eaLnBrk="1" hangingPunct="1">
              <a:buFont typeface="Wingdings" panose="05000000000000000000" pitchFamily="2" charset="2"/>
              <a:buChar char="ü"/>
              <a:defRPr/>
            </a:pPr>
            <a:endParaRPr lang="en-US" altLang="en-US" sz="3600" dirty="0">
              <a:solidFill>
                <a:srgbClr val="000000"/>
              </a:solidFill>
              <a:latin typeface="Calibri" panose="020F0502020204030204" pitchFamily="34" charset="0"/>
            </a:endParaRPr>
          </a:p>
          <a:p>
            <a:pPr eaLnBrk="1" hangingPunct="1">
              <a:buFont typeface="Wingdings" panose="05000000000000000000" pitchFamily="2" charset="2"/>
              <a:buChar char="ü"/>
              <a:defRPr/>
            </a:pPr>
            <a:endParaRPr lang="en-US" altLang="en-US" sz="3600" dirty="0">
              <a:solidFill>
                <a:srgbClr val="000000"/>
              </a:solidFill>
              <a:latin typeface="Calibri" panose="020F0502020204030204" pitchFamily="34" charset="0"/>
            </a:endParaRPr>
          </a:p>
          <a:p>
            <a:pPr algn="just" eaLnBrk="1" hangingPunct="1">
              <a:buFont typeface="Wingdings" panose="05000000000000000000" pitchFamily="2" charset="2"/>
              <a:buChar char="ü"/>
              <a:defRPr/>
            </a:pPr>
            <a:r>
              <a:rPr lang="en-US" sz="4000" dirty="0" err="1">
                <a:latin typeface="+mj-lt"/>
              </a:rPr>
              <a:t>Necrotising</a:t>
            </a:r>
            <a:r>
              <a:rPr lang="en-US" sz="4000" dirty="0">
                <a:latin typeface="+mj-lt"/>
              </a:rPr>
              <a:t> granulomatous osteomyelitis represents a diagnostically challenging chronic bone infection characterized by granuloma formation with central necrosis. Its atypical clinical presentation and overlap with other infectious and non-infectious pathologies demand a high index of suspicion and multimodal evaluation. Early histopathologic confirmation and targeted therapy are crucial to preventing structural destruction and long-term disability.</a:t>
            </a:r>
            <a:endParaRPr lang="en-US" altLang="en-US" sz="4000" dirty="0">
              <a:solidFill>
                <a:srgbClr val="000000"/>
              </a:solidFill>
              <a:latin typeface="+mj-lt"/>
            </a:endParaRPr>
          </a:p>
        </p:txBody>
      </p:sp>
      <p:sp>
        <p:nvSpPr>
          <p:cNvPr id="20" name="Rectangle 682">
            <a:extLst>
              <a:ext uri="{FF2B5EF4-FFF2-40B4-BE49-F238E27FC236}">
                <a16:creationId xmlns:a16="http://schemas.microsoft.com/office/drawing/2014/main" id="{2D3007C7-A495-1E68-874C-0C8EA3D23B93}"/>
              </a:ext>
            </a:extLst>
          </p:cNvPr>
          <p:cNvSpPr>
            <a:spLocks noChangeArrowheads="1"/>
          </p:cNvSpPr>
          <p:nvPr/>
        </p:nvSpPr>
        <p:spPr bwMode="auto">
          <a:xfrm>
            <a:off x="182564" y="15474599"/>
            <a:ext cx="9993313" cy="990600"/>
          </a:xfrm>
          <a:prstGeom prst="rect">
            <a:avLst/>
          </a:prstGeom>
          <a:gradFill rotWithShape="1">
            <a:gsLst>
              <a:gs pos="0">
                <a:srgbClr val="5E9EFF"/>
              </a:gs>
              <a:gs pos="39999">
                <a:srgbClr val="85C2FF"/>
              </a:gs>
              <a:gs pos="70000">
                <a:srgbClr val="C4D6EB"/>
              </a:gs>
              <a:gs pos="100000">
                <a:srgbClr val="FFEBFA"/>
              </a:gs>
            </a:gsLst>
            <a:lin ang="5400000"/>
          </a:gradFill>
          <a:ln w="9525">
            <a:solidFill>
              <a:srgbClr val="AEAEAE"/>
            </a:solidFill>
            <a:miter lim="800000"/>
            <a:headEnd/>
            <a:tailEnd/>
          </a:ln>
          <a:effectLst>
            <a:outerShdw blurRad="40000" dist="23000" dir="5400000" rotWithShape="0">
              <a:srgbClr val="808080">
                <a:alpha val="34998"/>
              </a:srgbClr>
            </a:outerShdw>
          </a:effectLst>
        </p:spPr>
        <p:txBody>
          <a:bodyPr wrap="none" anchor="ctr"/>
          <a:lstStyle/>
          <a:p>
            <a:pPr algn="ctr" defTabSz="4389120" eaLnBrk="1" fontAlgn="auto" hangingPunct="1">
              <a:spcBef>
                <a:spcPts val="0"/>
              </a:spcBef>
              <a:spcAft>
                <a:spcPts val="0"/>
              </a:spcAft>
              <a:defRPr/>
            </a:pPr>
            <a:r>
              <a:rPr lang="en-US" altLang="ko-KR" sz="6600" b="1" kern="500" spc="-100" dirty="0">
                <a:latin typeface="+mn-lt"/>
                <a:ea typeface="굴림" pitchFamily="34" charset="-127"/>
              </a:rPr>
              <a:t>CASE PRESENTATION</a:t>
            </a:r>
          </a:p>
        </p:txBody>
      </p:sp>
      <p:sp>
        <p:nvSpPr>
          <p:cNvPr id="27" name="TextBox 26">
            <a:extLst>
              <a:ext uri="{FF2B5EF4-FFF2-40B4-BE49-F238E27FC236}">
                <a16:creationId xmlns:a16="http://schemas.microsoft.com/office/drawing/2014/main" id="{B1DE704F-B35C-84B6-A8F3-D4909631DF21}"/>
              </a:ext>
            </a:extLst>
          </p:cNvPr>
          <p:cNvSpPr txBox="1">
            <a:spLocks noChangeArrowheads="1"/>
          </p:cNvSpPr>
          <p:nvPr/>
        </p:nvSpPr>
        <p:spPr bwMode="auto">
          <a:xfrm>
            <a:off x="146583" y="16447239"/>
            <a:ext cx="10707155" cy="27298411"/>
          </a:xfrm>
          <a:prstGeom prst="rect">
            <a:avLst/>
          </a:prstGeom>
          <a:solidFill>
            <a:srgbClr val="F0F0F0"/>
          </a:solidFill>
          <a:ln w="9525">
            <a:solidFill>
              <a:srgbClr val="D8D8D8"/>
            </a:solidFill>
            <a:miter lim="800000"/>
            <a:headEnd/>
            <a:tailEnd/>
          </a:ln>
          <a:effectLst>
            <a:outerShdw blurRad="40000" dist="20000" dir="5400000" rotWithShape="0">
              <a:srgbClr val="808080">
                <a:alpha val="37999"/>
              </a:srgbClr>
            </a:outerShdw>
          </a:effectLst>
        </p:spPr>
        <p:txBody>
          <a:bodyPr lIns="182880" tIns="365760" rIns="182880" bIns="182880"/>
          <a:lstStyle/>
          <a:p>
            <a:pPr algn="just" defTabSz="4389120" eaLnBrk="1" fontAlgn="auto" hangingPunct="1">
              <a:spcBef>
                <a:spcPts val="0"/>
              </a:spcBef>
              <a:spcAft>
                <a:spcPts val="0"/>
              </a:spcAft>
              <a:defRPr/>
            </a:pPr>
            <a:r>
              <a:rPr lang="en-GB" sz="4000" b="1" dirty="0">
                <a:solidFill>
                  <a:schemeClr val="dk1"/>
                </a:solidFill>
                <a:latin typeface="+mj-lt"/>
                <a:ea typeface="+mn-ea"/>
                <a:cs typeface="Times New Roman" pitchFamily="18" charset="0"/>
              </a:rPr>
              <a:t>Age</a:t>
            </a:r>
            <a:r>
              <a:rPr lang="en-GB" sz="4000" dirty="0">
                <a:solidFill>
                  <a:schemeClr val="dk1"/>
                </a:solidFill>
                <a:latin typeface="+mj-lt"/>
                <a:ea typeface="+mn-ea"/>
                <a:cs typeface="Times New Roman" pitchFamily="18" charset="0"/>
              </a:rPr>
              <a:t> - 17 years</a:t>
            </a:r>
            <a:r>
              <a:rPr lang="en-GB" sz="4000" b="1" dirty="0">
                <a:solidFill>
                  <a:schemeClr val="dk1"/>
                </a:solidFill>
                <a:latin typeface="+mj-lt"/>
                <a:ea typeface="+mn-ea"/>
                <a:cs typeface="Times New Roman" pitchFamily="18" charset="0"/>
              </a:rPr>
              <a:t> </a:t>
            </a:r>
            <a:r>
              <a:rPr lang="en-GB" sz="4000" dirty="0">
                <a:solidFill>
                  <a:schemeClr val="dk1"/>
                </a:solidFill>
                <a:latin typeface="+mj-lt"/>
                <a:ea typeface="+mn-ea"/>
                <a:cs typeface="Times New Roman" pitchFamily="18" charset="0"/>
              </a:rPr>
              <a:t>old</a:t>
            </a:r>
            <a:r>
              <a:rPr lang="en-GB" sz="4000" b="1" dirty="0">
                <a:solidFill>
                  <a:schemeClr val="dk1"/>
                </a:solidFill>
                <a:latin typeface="+mj-lt"/>
                <a:ea typeface="+mn-ea"/>
                <a:cs typeface="Times New Roman" pitchFamily="18" charset="0"/>
              </a:rPr>
              <a:t>, Gender</a:t>
            </a:r>
            <a:r>
              <a:rPr lang="en-GB" sz="4000" dirty="0">
                <a:solidFill>
                  <a:schemeClr val="dk1"/>
                </a:solidFill>
                <a:latin typeface="+mj-lt"/>
                <a:ea typeface="+mn-ea"/>
                <a:cs typeface="Times New Roman" pitchFamily="18" charset="0"/>
              </a:rPr>
              <a:t> - Female </a:t>
            </a:r>
          </a:p>
          <a:p>
            <a:pPr algn="just" defTabSz="4389120" eaLnBrk="1" fontAlgn="auto" hangingPunct="1">
              <a:spcBef>
                <a:spcPts val="0"/>
              </a:spcBef>
              <a:spcAft>
                <a:spcPts val="0"/>
              </a:spcAft>
              <a:defRPr/>
            </a:pPr>
            <a:endParaRPr lang="en-GB" sz="4000" b="1" dirty="0">
              <a:solidFill>
                <a:schemeClr val="dk1"/>
              </a:solidFill>
              <a:latin typeface="+mj-lt"/>
              <a:ea typeface="+mn-ea"/>
              <a:cs typeface="Times New Roman" pitchFamily="18" charset="0"/>
            </a:endParaRPr>
          </a:p>
          <a:p>
            <a:pPr algn="just" defTabSz="4389120" eaLnBrk="1" fontAlgn="auto" hangingPunct="1">
              <a:spcBef>
                <a:spcPts val="0"/>
              </a:spcBef>
              <a:spcAft>
                <a:spcPts val="0"/>
              </a:spcAft>
              <a:defRPr/>
            </a:pPr>
            <a:r>
              <a:rPr lang="en-GB" sz="4000" b="1" dirty="0">
                <a:solidFill>
                  <a:schemeClr val="dk1"/>
                </a:solidFill>
                <a:latin typeface="+mj-lt"/>
                <a:ea typeface="+mn-ea"/>
                <a:cs typeface="Times New Roman" pitchFamily="18" charset="0"/>
              </a:rPr>
              <a:t>History  </a:t>
            </a:r>
          </a:p>
          <a:p>
            <a:pPr marL="571500" indent="-571500" algn="just" defTabSz="4389120" eaLnBrk="1" fontAlgn="auto" hangingPunct="1">
              <a:spcBef>
                <a:spcPts val="0"/>
              </a:spcBef>
              <a:spcAft>
                <a:spcPts val="0"/>
              </a:spcAft>
              <a:buFont typeface="Wingdings" pitchFamily="2" charset="2"/>
              <a:buChar char="ü"/>
              <a:defRPr/>
            </a:pPr>
            <a:r>
              <a:rPr lang="en-IN" sz="4000" dirty="0">
                <a:solidFill>
                  <a:schemeClr val="dk1"/>
                </a:solidFill>
                <a:latin typeface="+mj-lt"/>
                <a:ea typeface="+mn-ea"/>
              </a:rPr>
              <a:t>Minor trauma 6 months back</a:t>
            </a:r>
          </a:p>
          <a:p>
            <a:pPr marL="571500" indent="-571500" algn="just" defTabSz="4389120" eaLnBrk="1" fontAlgn="auto" hangingPunct="1">
              <a:spcBef>
                <a:spcPts val="0"/>
              </a:spcBef>
              <a:spcAft>
                <a:spcPts val="0"/>
              </a:spcAft>
              <a:buFont typeface="Wingdings" pitchFamily="2" charset="2"/>
              <a:buChar char="ü"/>
              <a:defRPr/>
            </a:pPr>
            <a:r>
              <a:rPr lang="en-IN" sz="4000" dirty="0">
                <a:solidFill>
                  <a:schemeClr val="dk1"/>
                </a:solidFill>
                <a:latin typeface="+mj-lt"/>
                <a:ea typeface="+mn-ea"/>
              </a:rPr>
              <a:t>Treated conservatively with Antibiotics – </a:t>
            </a:r>
            <a:r>
              <a:rPr lang="en-IN" sz="4000" dirty="0" err="1">
                <a:solidFill>
                  <a:schemeClr val="dk1"/>
                </a:solidFill>
                <a:latin typeface="+mj-lt"/>
                <a:ea typeface="+mn-ea"/>
              </a:rPr>
              <a:t>Piptaz</a:t>
            </a:r>
            <a:r>
              <a:rPr lang="en-IN" sz="4000" dirty="0">
                <a:solidFill>
                  <a:schemeClr val="dk1"/>
                </a:solidFill>
                <a:latin typeface="+mj-lt"/>
                <a:ea typeface="+mn-ea"/>
              </a:rPr>
              <a:t> and </a:t>
            </a:r>
            <a:r>
              <a:rPr lang="en-IN" sz="4000" dirty="0" err="1">
                <a:solidFill>
                  <a:schemeClr val="dk1"/>
                </a:solidFill>
                <a:latin typeface="+mj-lt"/>
                <a:ea typeface="+mn-ea"/>
              </a:rPr>
              <a:t>Clavulinic</a:t>
            </a:r>
            <a:r>
              <a:rPr lang="en-IN" sz="4000" dirty="0">
                <a:solidFill>
                  <a:schemeClr val="dk1"/>
                </a:solidFill>
                <a:latin typeface="+mj-lt"/>
                <a:ea typeface="+mn-ea"/>
              </a:rPr>
              <a:t> acid and compression bandage</a:t>
            </a:r>
          </a:p>
          <a:p>
            <a:pPr marL="571500" indent="-571500" algn="just" defTabSz="4389120" eaLnBrk="1" fontAlgn="auto" hangingPunct="1">
              <a:spcBef>
                <a:spcPts val="0"/>
              </a:spcBef>
              <a:spcAft>
                <a:spcPts val="0"/>
              </a:spcAft>
              <a:buFont typeface="Wingdings" pitchFamily="2" charset="2"/>
              <a:buChar char="ü"/>
              <a:defRPr/>
            </a:pPr>
            <a:r>
              <a:rPr lang="en-IN" sz="4000" dirty="0">
                <a:solidFill>
                  <a:schemeClr val="dk1"/>
                </a:solidFill>
                <a:latin typeface="+mj-lt"/>
                <a:ea typeface="+mn-ea"/>
              </a:rPr>
              <a:t>Pain aggravated on weight bearing</a:t>
            </a:r>
          </a:p>
          <a:p>
            <a:pPr marL="571500" indent="-571500" algn="just" defTabSz="4389120" eaLnBrk="1" fontAlgn="auto" hangingPunct="1">
              <a:spcBef>
                <a:spcPts val="0"/>
              </a:spcBef>
              <a:spcAft>
                <a:spcPts val="0"/>
              </a:spcAft>
              <a:buFont typeface="Wingdings" pitchFamily="2" charset="2"/>
              <a:buChar char="ü"/>
              <a:defRPr/>
            </a:pPr>
            <a:r>
              <a:rPr lang="en-IN" sz="4000" dirty="0">
                <a:solidFill>
                  <a:schemeClr val="dk1"/>
                </a:solidFill>
                <a:latin typeface="+mj-lt"/>
                <a:ea typeface="+mn-ea"/>
              </a:rPr>
              <a:t>History of low grade fever since 3 months</a:t>
            </a:r>
          </a:p>
          <a:p>
            <a:pPr marL="571500" indent="-571500" algn="just" defTabSz="4389120" eaLnBrk="1" fontAlgn="auto" hangingPunct="1">
              <a:spcBef>
                <a:spcPts val="0"/>
              </a:spcBef>
              <a:spcAft>
                <a:spcPts val="0"/>
              </a:spcAft>
              <a:buFont typeface="Wingdings" pitchFamily="2" charset="2"/>
              <a:buChar char="ü"/>
              <a:defRPr/>
            </a:pPr>
            <a:r>
              <a:rPr lang="en-IN" sz="4000" dirty="0">
                <a:solidFill>
                  <a:schemeClr val="dk1"/>
                </a:solidFill>
                <a:latin typeface="+mj-lt"/>
                <a:ea typeface="+mn-ea"/>
              </a:rPr>
              <a:t>No history of TB or any other comorbidities</a:t>
            </a:r>
          </a:p>
          <a:p>
            <a:pPr marL="571500" indent="-571500" algn="just" defTabSz="4389120" eaLnBrk="1" fontAlgn="auto" hangingPunct="1">
              <a:spcBef>
                <a:spcPts val="0"/>
              </a:spcBef>
              <a:spcAft>
                <a:spcPts val="0"/>
              </a:spcAft>
              <a:buFont typeface="Wingdings" pitchFamily="2" charset="2"/>
              <a:buChar char="ü"/>
              <a:defRPr/>
            </a:pPr>
            <a:r>
              <a:rPr lang="en-IN" sz="4000" dirty="0">
                <a:solidFill>
                  <a:schemeClr val="dk1"/>
                </a:solidFill>
                <a:latin typeface="+mj-lt"/>
                <a:ea typeface="+mn-ea"/>
              </a:rPr>
              <a:t>No H/O weight loss  </a:t>
            </a:r>
          </a:p>
          <a:p>
            <a:pPr marL="571500" indent="-571500" algn="just" defTabSz="4389120" eaLnBrk="1" fontAlgn="auto" hangingPunct="1">
              <a:spcBef>
                <a:spcPts val="0"/>
              </a:spcBef>
              <a:spcAft>
                <a:spcPts val="0"/>
              </a:spcAft>
              <a:buFont typeface="Wingdings" pitchFamily="2" charset="2"/>
              <a:buChar char="ü"/>
              <a:defRPr/>
            </a:pPr>
            <a:endParaRPr lang="en-IN" sz="4000" dirty="0">
              <a:solidFill>
                <a:schemeClr val="dk1"/>
              </a:solidFill>
              <a:latin typeface="+mj-lt"/>
              <a:ea typeface="+mn-ea"/>
            </a:endParaRPr>
          </a:p>
          <a:p>
            <a:pPr algn="just" defTabSz="4389120" eaLnBrk="1" fontAlgn="auto" hangingPunct="1">
              <a:spcBef>
                <a:spcPts val="0"/>
              </a:spcBef>
              <a:spcAft>
                <a:spcPts val="0"/>
              </a:spcAft>
              <a:defRPr/>
            </a:pPr>
            <a:r>
              <a:rPr lang="en-GB" sz="4000" b="1" dirty="0">
                <a:solidFill>
                  <a:schemeClr val="dk1"/>
                </a:solidFill>
                <a:latin typeface="+mj-lt"/>
                <a:ea typeface="+mn-ea"/>
                <a:cs typeface="Times New Roman" pitchFamily="18" charset="0"/>
              </a:rPr>
              <a:t>Examination:</a:t>
            </a:r>
          </a:p>
          <a:p>
            <a:pPr marL="571500" indent="-571500" algn="just" defTabSz="4389120" eaLnBrk="1" fontAlgn="auto" hangingPunct="1">
              <a:spcBef>
                <a:spcPts val="0"/>
              </a:spcBef>
              <a:spcAft>
                <a:spcPts val="0"/>
              </a:spcAft>
              <a:buFont typeface="Arial"/>
              <a:buChar char="•"/>
              <a:defRPr/>
            </a:pPr>
            <a:r>
              <a:rPr lang="en-GB" sz="4000" dirty="0">
                <a:solidFill>
                  <a:schemeClr val="dk1"/>
                </a:solidFill>
                <a:latin typeface="+mj-lt"/>
                <a:ea typeface="+mn-ea"/>
                <a:cs typeface="Times New Roman" pitchFamily="18" charset="0"/>
              </a:rPr>
              <a:t>BP: 110/60 mm of Hg, PULSE: 68 bpm,</a:t>
            </a:r>
            <a:r>
              <a:rPr lang="en-IN" sz="4000" dirty="0">
                <a:effectLst/>
                <a:latin typeface="+mj-lt"/>
                <a:ea typeface="Calibri" panose="020F0502020204030204" pitchFamily="34" charset="0"/>
              </a:rPr>
              <a:t> SP02- 98% RA, TEMP-</a:t>
            </a:r>
            <a:r>
              <a:rPr lang="en-IN" sz="4000" kern="0" dirty="0">
                <a:solidFill>
                  <a:srgbClr val="000000"/>
                </a:solidFill>
                <a:effectLst/>
                <a:latin typeface="+mj-lt"/>
                <a:ea typeface="Calibri" panose="020F0502020204030204" pitchFamily="34" charset="0"/>
                <a:cs typeface="Times New Roman" panose="02020603050405020304" pitchFamily="18" charset="0"/>
              </a:rPr>
              <a:t> </a:t>
            </a:r>
            <a:r>
              <a:rPr lang="en-US" sz="4000" dirty="0">
                <a:effectLst/>
                <a:latin typeface="+mj-lt"/>
                <a:ea typeface="Calibri" panose="020F0502020204030204" pitchFamily="34" charset="0"/>
              </a:rPr>
              <a:t>98.4°F</a:t>
            </a:r>
            <a:endParaRPr lang="en-IN" sz="4000" dirty="0">
              <a:solidFill>
                <a:schemeClr val="dk1"/>
              </a:solidFill>
              <a:latin typeface="+mj-lt"/>
              <a:ea typeface="+mn-ea"/>
            </a:endParaRPr>
          </a:p>
          <a:p>
            <a:pPr marL="571500" indent="-571500" algn="just" defTabSz="4389120" eaLnBrk="1" fontAlgn="auto" hangingPunct="1">
              <a:spcBef>
                <a:spcPts val="0"/>
              </a:spcBef>
              <a:spcAft>
                <a:spcPts val="0"/>
              </a:spcAft>
              <a:buFont typeface="Arial" pitchFamily="34" charset="0"/>
              <a:buChar char="•"/>
              <a:defRPr/>
            </a:pPr>
            <a:r>
              <a:rPr lang="en-IN" sz="4000" dirty="0">
                <a:effectLst/>
                <a:latin typeface="+mj-lt"/>
                <a:ea typeface="Calibri" panose="020F0502020204030204" pitchFamily="34" charset="0"/>
              </a:rPr>
              <a:t>On examination, </a:t>
            </a:r>
            <a:r>
              <a:rPr lang="en-IN" sz="4000" dirty="0">
                <a:latin typeface="+mj-lt"/>
                <a:ea typeface="Calibri" panose="020F0502020204030204" pitchFamily="34" charset="0"/>
              </a:rPr>
              <a:t>swelling, tenderness and burning type of pain noted over medial aspect of left foot with mild local rise of temperature</a:t>
            </a:r>
            <a:endParaRPr lang="en-IN" sz="4000" kern="100" dirty="0">
              <a:effectLst/>
              <a:latin typeface="+mj-lt"/>
              <a:ea typeface="Calibri" panose="020F0502020204030204" pitchFamily="34" charset="0"/>
              <a:cs typeface="Times New Roman" panose="02020603050405020304" pitchFamily="18" charset="0"/>
            </a:endParaRPr>
          </a:p>
          <a:p>
            <a:pPr marL="571500" indent="-571500" algn="just" defTabSz="4389120" eaLnBrk="1" fontAlgn="auto" hangingPunct="1">
              <a:spcBef>
                <a:spcPts val="0"/>
              </a:spcBef>
              <a:spcAft>
                <a:spcPts val="0"/>
              </a:spcAft>
              <a:buFont typeface="Arial" pitchFamily="34" charset="0"/>
              <a:buChar char="•"/>
              <a:defRPr/>
            </a:pPr>
            <a:r>
              <a:rPr lang="en-IN" sz="4000" kern="100" dirty="0">
                <a:latin typeface="+mj-lt"/>
                <a:ea typeface="Calibri" panose="020F0502020204030204" pitchFamily="34" charset="0"/>
                <a:cs typeface="Times New Roman" panose="02020603050405020304" pitchFamily="18" charset="0"/>
              </a:rPr>
              <a:t>Active ankle and toe movements present</a:t>
            </a:r>
            <a:endParaRPr lang="en-IN" sz="4000" kern="100" dirty="0">
              <a:effectLst/>
              <a:latin typeface="+mj-lt"/>
              <a:ea typeface="Calibri" panose="020F0502020204030204" pitchFamily="34" charset="0"/>
              <a:cs typeface="Times New Roman" panose="02020603050405020304" pitchFamily="18" charset="0"/>
            </a:endParaRPr>
          </a:p>
          <a:p>
            <a:pPr algn="just" defTabSz="4389120" eaLnBrk="1" fontAlgn="auto" hangingPunct="1">
              <a:spcBef>
                <a:spcPts val="0"/>
              </a:spcBef>
              <a:spcAft>
                <a:spcPts val="0"/>
              </a:spcAft>
              <a:defRPr/>
            </a:pPr>
            <a:endParaRPr lang="en-IN" sz="4000" kern="100" dirty="0">
              <a:effectLst/>
              <a:latin typeface="+mj-lt"/>
              <a:ea typeface="Calibri" panose="020F0502020204030204" pitchFamily="34" charset="0"/>
              <a:cs typeface="Times New Roman" panose="02020603050405020304" pitchFamily="18" charset="0"/>
            </a:endParaRPr>
          </a:p>
          <a:p>
            <a:pPr algn="just" defTabSz="4389120" eaLnBrk="1" fontAlgn="auto" hangingPunct="1">
              <a:spcBef>
                <a:spcPts val="0"/>
              </a:spcBef>
              <a:spcAft>
                <a:spcPts val="0"/>
              </a:spcAft>
              <a:defRPr/>
            </a:pPr>
            <a:endParaRPr lang="en-GB" sz="3200" dirty="0">
              <a:solidFill>
                <a:schemeClr val="dk1"/>
              </a:solidFill>
              <a:latin typeface="+mj-lt"/>
              <a:ea typeface="+mn-ea"/>
            </a:endParaRPr>
          </a:p>
          <a:p>
            <a:pPr algn="just" defTabSz="4389120" eaLnBrk="1" fontAlgn="auto" hangingPunct="1">
              <a:spcBef>
                <a:spcPts val="0"/>
              </a:spcBef>
              <a:spcAft>
                <a:spcPts val="0"/>
              </a:spcAft>
              <a:defRPr/>
            </a:pPr>
            <a:endParaRPr lang="en-GB" sz="3200" dirty="0">
              <a:solidFill>
                <a:schemeClr val="dk1"/>
              </a:solidFill>
              <a:latin typeface="+mj-lt"/>
              <a:ea typeface="+mn-ea"/>
            </a:endParaRPr>
          </a:p>
          <a:p>
            <a:pPr algn="just" defTabSz="4389120" eaLnBrk="1" fontAlgn="auto" hangingPunct="1">
              <a:spcBef>
                <a:spcPts val="0"/>
              </a:spcBef>
              <a:spcAft>
                <a:spcPts val="0"/>
              </a:spcAft>
              <a:defRPr/>
            </a:pPr>
            <a:endParaRPr lang="en-GB" sz="3200" dirty="0">
              <a:solidFill>
                <a:schemeClr val="dk1"/>
              </a:solidFill>
              <a:latin typeface="+mj-lt"/>
              <a:ea typeface="+mn-ea"/>
            </a:endParaRPr>
          </a:p>
          <a:p>
            <a:pPr algn="just" eaLnBrk="1" hangingPunct="1"/>
            <a:endParaRPr lang="en-US" altLang="en-US" sz="4000" dirty="0">
              <a:latin typeface="+mj-lt"/>
            </a:endParaRPr>
          </a:p>
          <a:p>
            <a:pPr algn="just" eaLnBrk="1" hangingPunct="1">
              <a:buFont typeface="Wingdings" panose="05000000000000000000" pitchFamily="2" charset="2"/>
              <a:buChar char="ü"/>
            </a:pPr>
            <a:r>
              <a:rPr lang="en-US" altLang="en-US" sz="4000" dirty="0">
                <a:latin typeface="+mj-lt"/>
              </a:rPr>
              <a:t> Routine Investigations are within the normal limits.</a:t>
            </a:r>
          </a:p>
          <a:p>
            <a:pPr algn="just" eaLnBrk="1" hangingPunct="1">
              <a:buFont typeface="Wingdings" panose="05000000000000000000" pitchFamily="2" charset="2"/>
              <a:buChar char="ü"/>
            </a:pPr>
            <a:r>
              <a:rPr lang="en-US" altLang="en-US" sz="4000" dirty="0">
                <a:latin typeface="+mj-lt"/>
              </a:rPr>
              <a:t> ESR within normal limits </a:t>
            </a:r>
          </a:p>
          <a:p>
            <a:pPr algn="just" eaLnBrk="1" hangingPunct="1">
              <a:buFont typeface="Wingdings" panose="05000000000000000000" pitchFamily="2" charset="2"/>
              <a:buChar char="ü"/>
            </a:pPr>
            <a:r>
              <a:rPr lang="en-US" altLang="en-US" sz="4000" dirty="0">
                <a:latin typeface="+mj-lt"/>
              </a:rPr>
              <a:t> CRP negative</a:t>
            </a:r>
          </a:p>
          <a:p>
            <a:pPr algn="just" eaLnBrk="1" hangingPunct="1">
              <a:buFont typeface="Wingdings" panose="05000000000000000000" pitchFamily="2" charset="2"/>
              <a:buChar char="ü"/>
            </a:pPr>
            <a:r>
              <a:rPr lang="en-US" sz="4000" kern="100" dirty="0">
                <a:effectLst/>
                <a:latin typeface="+mj-lt"/>
                <a:ea typeface="Calibri" panose="020F0502020204030204" pitchFamily="34" charset="0"/>
                <a:cs typeface="Times New Roman" panose="02020603050405020304" pitchFamily="18" charset="0"/>
              </a:rPr>
              <a:t> Alkaline phosphatase elevated</a:t>
            </a:r>
          </a:p>
          <a:p>
            <a:pPr algn="just" defTabSz="4389120" eaLnBrk="1" fontAlgn="auto" hangingPunct="1">
              <a:spcBef>
                <a:spcPts val="0"/>
              </a:spcBef>
              <a:spcAft>
                <a:spcPts val="0"/>
              </a:spcAft>
              <a:defRPr/>
            </a:pPr>
            <a:endParaRPr lang="en-GB" sz="3200" dirty="0">
              <a:solidFill>
                <a:schemeClr val="dk1"/>
              </a:solidFill>
              <a:latin typeface="+mj-lt"/>
              <a:ea typeface="+mn-ea"/>
            </a:endParaRPr>
          </a:p>
        </p:txBody>
      </p:sp>
      <p:sp>
        <p:nvSpPr>
          <p:cNvPr id="2057" name="Rectangle 1">
            <a:extLst>
              <a:ext uri="{FF2B5EF4-FFF2-40B4-BE49-F238E27FC236}">
                <a16:creationId xmlns:a16="http://schemas.microsoft.com/office/drawing/2014/main" id="{E72B4A4B-35E5-C26D-CE60-1705A782A466}"/>
              </a:ext>
            </a:extLst>
          </p:cNvPr>
          <p:cNvSpPr>
            <a:spLocks noChangeArrowheads="1"/>
          </p:cNvSpPr>
          <p:nvPr/>
        </p:nvSpPr>
        <p:spPr bwMode="auto">
          <a:xfrm flipH="1">
            <a:off x="-8534400" y="2162175"/>
            <a:ext cx="64008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8600">
                <a:solidFill>
                  <a:schemeClr val="tx1"/>
                </a:solidFill>
                <a:latin typeface="Arial" panose="020B0604020202020204" pitchFamily="34" charset="0"/>
                <a:ea typeface="MS PGothic" panose="020B0600070205080204" pitchFamily="34" charset="-128"/>
              </a:defRPr>
            </a:lvl1pPr>
            <a:lvl2pPr marL="742950" indent="-285750">
              <a:defRPr sz="8600">
                <a:solidFill>
                  <a:schemeClr val="tx1"/>
                </a:solidFill>
                <a:latin typeface="Arial" panose="020B0604020202020204" pitchFamily="34" charset="0"/>
                <a:ea typeface="MS PGothic" panose="020B0600070205080204" pitchFamily="34" charset="-128"/>
              </a:defRPr>
            </a:lvl2pPr>
            <a:lvl3pPr marL="1143000" indent="-228600">
              <a:defRPr sz="8600">
                <a:solidFill>
                  <a:schemeClr val="tx1"/>
                </a:solidFill>
                <a:latin typeface="Arial" panose="020B0604020202020204" pitchFamily="34" charset="0"/>
                <a:ea typeface="MS PGothic" panose="020B0600070205080204" pitchFamily="34" charset="-128"/>
              </a:defRPr>
            </a:lvl3pPr>
            <a:lvl4pPr marL="1600200" indent="-228600">
              <a:defRPr sz="8600">
                <a:solidFill>
                  <a:schemeClr val="tx1"/>
                </a:solidFill>
                <a:latin typeface="Arial" panose="020B0604020202020204" pitchFamily="34" charset="0"/>
                <a:ea typeface="MS PGothic" panose="020B0600070205080204" pitchFamily="34" charset="-128"/>
              </a:defRPr>
            </a:lvl4pPr>
            <a:lvl5pPr marL="2057400" indent="-228600">
              <a:defRPr sz="8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9pPr>
          </a:lstStyle>
          <a:p>
            <a:pPr algn="just" defTabSz="914400" eaLnBrk="1" hangingPunct="1"/>
            <a:r>
              <a:rPr lang="en-GB" altLang="en-US" sz="1000">
                <a:latin typeface="Verdana" panose="020B0604030504040204" pitchFamily="34" charset="0"/>
                <a:cs typeface="Times New Roman" panose="02020603050405020304" pitchFamily="18" charset="0"/>
              </a:rPr>
              <a:t>.</a:t>
            </a:r>
            <a:endParaRPr lang="en-GB" altLang="en-US" sz="1800"/>
          </a:p>
        </p:txBody>
      </p:sp>
      <p:sp>
        <p:nvSpPr>
          <p:cNvPr id="40" name="Rectangle 682">
            <a:extLst>
              <a:ext uri="{FF2B5EF4-FFF2-40B4-BE49-F238E27FC236}">
                <a16:creationId xmlns:a16="http://schemas.microsoft.com/office/drawing/2014/main" id="{212936B6-7E9C-8A5A-C6D3-26B4B7082A15}"/>
              </a:ext>
            </a:extLst>
          </p:cNvPr>
          <p:cNvSpPr>
            <a:spLocks noChangeArrowheads="1"/>
          </p:cNvSpPr>
          <p:nvPr/>
        </p:nvSpPr>
        <p:spPr bwMode="auto">
          <a:xfrm>
            <a:off x="274639" y="29029644"/>
            <a:ext cx="9994900" cy="1066800"/>
          </a:xfrm>
          <a:prstGeom prst="rect">
            <a:avLst/>
          </a:prstGeom>
          <a:gradFill rotWithShape="1">
            <a:gsLst>
              <a:gs pos="0">
                <a:srgbClr val="5E9EFF"/>
              </a:gs>
              <a:gs pos="39999">
                <a:srgbClr val="85C2FF"/>
              </a:gs>
              <a:gs pos="70000">
                <a:srgbClr val="C4D6EB"/>
              </a:gs>
              <a:gs pos="100000">
                <a:srgbClr val="FFEBFA"/>
              </a:gs>
            </a:gsLst>
            <a:lin ang="5400000"/>
          </a:gradFill>
          <a:ln w="9525">
            <a:solidFill>
              <a:srgbClr val="AEAEAE"/>
            </a:solidFill>
            <a:miter lim="800000"/>
            <a:headEnd/>
            <a:tailEnd/>
          </a:ln>
          <a:effectLst>
            <a:outerShdw blurRad="40000" dist="23000" dir="5400000" rotWithShape="0">
              <a:srgbClr val="808080">
                <a:alpha val="34998"/>
              </a:srgbClr>
            </a:outerShdw>
          </a:effectLst>
        </p:spPr>
        <p:txBody>
          <a:bodyPr wrap="none" anchor="ctr"/>
          <a:lstStyle/>
          <a:p>
            <a:pPr algn="ctr" defTabSz="4389120" eaLnBrk="1" fontAlgn="auto" hangingPunct="1">
              <a:spcBef>
                <a:spcPts val="0"/>
              </a:spcBef>
              <a:spcAft>
                <a:spcPts val="0"/>
              </a:spcAft>
              <a:defRPr/>
            </a:pPr>
            <a:r>
              <a:rPr lang="en-US" altLang="ko-KR" sz="6600" b="1" kern="500" spc="-100" dirty="0">
                <a:latin typeface="+mn-lt"/>
                <a:ea typeface="굴림" pitchFamily="34" charset="-127"/>
              </a:rPr>
              <a:t>INVESTIGATIONS</a:t>
            </a:r>
            <a:endParaRPr lang="en-US" altLang="ko-KR" sz="6600" kern="500" spc="-100" dirty="0">
              <a:latin typeface="+mn-lt"/>
              <a:ea typeface="굴림" pitchFamily="34" charset="-127"/>
            </a:endParaRPr>
          </a:p>
        </p:txBody>
      </p:sp>
      <p:sp>
        <p:nvSpPr>
          <p:cNvPr id="19" name="Rectangle 682">
            <a:extLst>
              <a:ext uri="{FF2B5EF4-FFF2-40B4-BE49-F238E27FC236}">
                <a16:creationId xmlns:a16="http://schemas.microsoft.com/office/drawing/2014/main" id="{F7FA7D3E-C4A5-EE29-E0CC-E312B4B69B2F}"/>
              </a:ext>
            </a:extLst>
          </p:cNvPr>
          <p:cNvSpPr>
            <a:spLocks noChangeArrowheads="1"/>
          </p:cNvSpPr>
          <p:nvPr/>
        </p:nvSpPr>
        <p:spPr bwMode="auto">
          <a:xfrm>
            <a:off x="11044238" y="6045200"/>
            <a:ext cx="10744200" cy="1231900"/>
          </a:xfrm>
          <a:prstGeom prst="rect">
            <a:avLst/>
          </a:prstGeom>
          <a:gradFill rotWithShape="1">
            <a:gsLst>
              <a:gs pos="0">
                <a:srgbClr val="5E9EFF"/>
              </a:gs>
              <a:gs pos="39999">
                <a:srgbClr val="85C2FF"/>
              </a:gs>
              <a:gs pos="70000">
                <a:srgbClr val="C4D6EB"/>
              </a:gs>
              <a:gs pos="100000">
                <a:srgbClr val="FFEBFA"/>
              </a:gs>
            </a:gsLst>
            <a:lin ang="5400000"/>
          </a:gradFill>
          <a:ln w="9525">
            <a:solidFill>
              <a:srgbClr val="AEAEAE"/>
            </a:solidFill>
            <a:miter lim="800000"/>
            <a:headEnd/>
            <a:tailEnd/>
          </a:ln>
          <a:effectLst>
            <a:outerShdw blurRad="40000" dist="23000" dir="5400000" rotWithShape="0">
              <a:srgbClr val="808080">
                <a:alpha val="34998"/>
              </a:srgbClr>
            </a:outerShdw>
          </a:effectLst>
        </p:spPr>
        <p:txBody>
          <a:bodyPr wrap="none" anchor="ctr"/>
          <a:lstStyle/>
          <a:p>
            <a:pPr algn="ctr" defTabSz="4389120" eaLnBrk="1" fontAlgn="auto" hangingPunct="1">
              <a:spcBef>
                <a:spcPts val="0"/>
              </a:spcBef>
              <a:spcAft>
                <a:spcPts val="0"/>
              </a:spcAft>
              <a:defRPr/>
            </a:pPr>
            <a:r>
              <a:rPr lang="en-US" altLang="ko-KR" sz="6600" b="1" kern="500" spc="-100" dirty="0">
                <a:latin typeface="+mn-lt"/>
                <a:ea typeface="굴림" pitchFamily="34" charset="-127"/>
              </a:rPr>
              <a:t>CLINICAL COURSE</a:t>
            </a:r>
          </a:p>
        </p:txBody>
      </p:sp>
      <p:sp>
        <p:nvSpPr>
          <p:cNvPr id="24" name="TextBox 23">
            <a:extLst>
              <a:ext uri="{FF2B5EF4-FFF2-40B4-BE49-F238E27FC236}">
                <a16:creationId xmlns:a16="http://schemas.microsoft.com/office/drawing/2014/main" id="{C985E55F-3795-A682-A7CD-62DFFE4AC682}"/>
              </a:ext>
            </a:extLst>
          </p:cNvPr>
          <p:cNvSpPr txBox="1">
            <a:spLocks noChangeArrowheads="1"/>
          </p:cNvSpPr>
          <p:nvPr/>
        </p:nvSpPr>
        <p:spPr bwMode="auto">
          <a:xfrm>
            <a:off x="10993438" y="7299325"/>
            <a:ext cx="10439400" cy="25204097"/>
          </a:xfrm>
          <a:prstGeom prst="rect">
            <a:avLst/>
          </a:prstGeom>
          <a:solidFill>
            <a:srgbClr val="F0F0F0"/>
          </a:solidFill>
          <a:ln w="9525">
            <a:solidFill>
              <a:srgbClr val="D8D8D8"/>
            </a:solidFill>
            <a:miter lim="800000"/>
            <a:headEnd/>
            <a:tailEnd/>
          </a:ln>
          <a:effectLst>
            <a:outerShdw blurRad="40000" dist="20000" dir="5400000" rotWithShape="0">
              <a:srgbClr val="808080">
                <a:alpha val="37999"/>
              </a:srgbClr>
            </a:outerShdw>
          </a:effectLst>
        </p:spPr>
        <p:txBody>
          <a:bodyPr lIns="182880" tIns="365760" rIns="182880" bIns="182880"/>
          <a:lstStyle>
            <a:lvl1pPr marL="571500" indent="-571500">
              <a:defRPr sz="8600">
                <a:solidFill>
                  <a:schemeClr val="tx1"/>
                </a:solidFill>
                <a:latin typeface="Arial" panose="020B0604020202020204" pitchFamily="34" charset="0"/>
                <a:ea typeface="MS PGothic" panose="020B0600070205080204" pitchFamily="34" charset="-128"/>
              </a:defRPr>
            </a:lvl1pPr>
            <a:lvl2pPr marL="742950" indent="-285750">
              <a:defRPr sz="8600">
                <a:solidFill>
                  <a:schemeClr val="tx1"/>
                </a:solidFill>
                <a:latin typeface="Arial" panose="020B0604020202020204" pitchFamily="34" charset="0"/>
                <a:ea typeface="MS PGothic" panose="020B0600070205080204" pitchFamily="34" charset="-128"/>
              </a:defRPr>
            </a:lvl2pPr>
            <a:lvl3pPr marL="1143000" indent="-228600">
              <a:defRPr sz="8600">
                <a:solidFill>
                  <a:schemeClr val="tx1"/>
                </a:solidFill>
                <a:latin typeface="Arial" panose="020B0604020202020204" pitchFamily="34" charset="0"/>
                <a:ea typeface="MS PGothic" panose="020B0600070205080204" pitchFamily="34" charset="-128"/>
              </a:defRPr>
            </a:lvl3pPr>
            <a:lvl4pPr marL="1600200" indent="-228600">
              <a:defRPr sz="8600">
                <a:solidFill>
                  <a:schemeClr val="tx1"/>
                </a:solidFill>
                <a:latin typeface="Arial" panose="020B0604020202020204" pitchFamily="34" charset="0"/>
                <a:ea typeface="MS PGothic" panose="020B0600070205080204" pitchFamily="34" charset="-128"/>
              </a:defRPr>
            </a:lvl4pPr>
            <a:lvl5pPr marL="2057400" indent="-228600">
              <a:defRPr sz="8600">
                <a:solidFill>
                  <a:schemeClr val="tx1"/>
                </a:solidFill>
                <a:latin typeface="Arial" panose="020B0604020202020204" pitchFamily="34" charset="0"/>
                <a:ea typeface="MS PGothic" panose="020B0600070205080204" pitchFamily="34" charset="-128"/>
              </a:defRPr>
            </a:lvl5pPr>
            <a:lvl6pPr marL="25146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6pPr>
            <a:lvl7pPr marL="29718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7pPr>
            <a:lvl8pPr marL="34290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8pPr>
            <a:lvl9pPr marL="38862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9pPr>
          </a:lstStyle>
          <a:p>
            <a:pPr algn="just" eaLnBrk="1" hangingPunct="1">
              <a:buFont typeface="Arial" panose="020B0604020202020204" pitchFamily="34" charset="0"/>
              <a:buChar char="•"/>
              <a:defRPr/>
            </a:pPr>
            <a:r>
              <a:rPr lang="en-US" sz="4000" dirty="0">
                <a:effectLst/>
                <a:latin typeface="+mn-lt"/>
                <a:ea typeface="Calibri" panose="020F0502020204030204" pitchFamily="34" charset="0"/>
              </a:rPr>
              <a:t>MRI Left foot showed ill defined T1 hypointense / T2 heterogeneously </a:t>
            </a:r>
            <a:r>
              <a:rPr lang="en-US" sz="4000" dirty="0">
                <a:latin typeface="+mn-lt"/>
                <a:ea typeface="Calibri" panose="020F0502020204030204" pitchFamily="34" charset="0"/>
              </a:rPr>
              <a:t>hyperintensities noted in the 1st meta tarsal showing restriction of diffusion with adjacent T2/ PDFS hyperintensities noted in the subcutaneous, muscular and intermuscular planes involving dorsum and extending to skin surface. CT showed fracture of neck of first metatarsal with diffuse cortical irregularities and erosion of head and shaft – Suggestive of osteomyelitis.</a:t>
            </a:r>
            <a:endParaRPr lang="en-US" altLang="en-US" sz="3600" dirty="0">
              <a:solidFill>
                <a:srgbClr val="000000"/>
              </a:solidFill>
              <a:latin typeface="Calibri" panose="020F0502020204030204" pitchFamily="34" charset="0"/>
            </a:endParaRPr>
          </a:p>
          <a:p>
            <a:pPr eaLnBrk="1" hangingPunct="1">
              <a:defRPr/>
            </a:pPr>
            <a:endParaRPr lang="en-US" altLang="en-US" sz="3600" dirty="0">
              <a:solidFill>
                <a:srgbClr val="000000"/>
              </a:solidFill>
              <a:latin typeface="Calibri" panose="020F0502020204030204" pitchFamily="34" charset="0"/>
            </a:endParaRPr>
          </a:p>
          <a:p>
            <a:pPr eaLnBrk="1" hangingPunct="1">
              <a:defRPr/>
            </a:pPr>
            <a:endParaRPr lang="en-US" altLang="en-US" sz="3600" dirty="0">
              <a:solidFill>
                <a:srgbClr val="000000"/>
              </a:solidFill>
              <a:latin typeface="Calibri" panose="020F0502020204030204" pitchFamily="34" charset="0"/>
            </a:endParaRPr>
          </a:p>
          <a:p>
            <a:pPr eaLnBrk="1" hangingPunct="1">
              <a:defRPr/>
            </a:pPr>
            <a:endParaRPr lang="en-US" altLang="en-US" sz="3600"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3600" dirty="0">
              <a:solidFill>
                <a:srgbClr val="000000"/>
              </a:solidFill>
              <a:latin typeface="Calibri" panose="020F0502020204030204" pitchFamily="34" charset="0"/>
            </a:endParaRPr>
          </a:p>
          <a:p>
            <a:pPr eaLnBrk="1" hangingPunct="1">
              <a:defRPr/>
            </a:pPr>
            <a:endParaRPr lang="en-US" altLang="en-US" sz="3600"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3600"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3600" dirty="0">
              <a:solidFill>
                <a:srgbClr val="000000"/>
              </a:solidFill>
              <a:latin typeface="Calibri" panose="020F0502020204030204" pitchFamily="34" charset="0"/>
            </a:endParaRPr>
          </a:p>
          <a:p>
            <a:pPr eaLnBrk="1" hangingPunct="1">
              <a:defRPr/>
            </a:pPr>
            <a:endParaRPr lang="en-US" altLang="en-US" sz="3600" dirty="0">
              <a:solidFill>
                <a:srgbClr val="000000"/>
              </a:solidFill>
              <a:latin typeface="Calibri" panose="020F0502020204030204" pitchFamily="34" charset="0"/>
            </a:endParaRPr>
          </a:p>
          <a:p>
            <a:pPr eaLnBrk="1" hangingPunct="1">
              <a:defRPr/>
            </a:pPr>
            <a:endParaRPr lang="en-US" altLang="en-US" sz="3600" dirty="0">
              <a:solidFill>
                <a:srgbClr val="000000"/>
              </a:solidFill>
              <a:latin typeface="Calibri" panose="020F0502020204030204" pitchFamily="34" charset="0"/>
            </a:endParaRPr>
          </a:p>
          <a:p>
            <a:pPr eaLnBrk="1" hangingPunct="1">
              <a:defRPr/>
            </a:pPr>
            <a:endParaRPr lang="en-US" altLang="en-US" sz="3200"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4000"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4000"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4000"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4000"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4000" dirty="0">
              <a:solidFill>
                <a:srgbClr val="000000"/>
              </a:solidFill>
              <a:latin typeface="Calibri" panose="020F0502020204030204" pitchFamily="34" charset="0"/>
            </a:endParaRPr>
          </a:p>
          <a:p>
            <a:pPr eaLnBrk="1" hangingPunct="1">
              <a:buFont typeface="Arial" panose="020B0604020202020204" pitchFamily="34" charset="0"/>
              <a:buChar char="•"/>
              <a:defRPr/>
            </a:pPr>
            <a:r>
              <a:rPr lang="en-US" altLang="en-US" sz="4000" dirty="0">
                <a:solidFill>
                  <a:srgbClr val="000000"/>
                </a:solidFill>
                <a:latin typeface="Calibri" panose="020F0502020204030204" pitchFamily="34" charset="0"/>
              </a:rPr>
              <a:t>Bone scan showed Hyperemia noted in the left foot, with delayed images showing increased osteoblastic activity linearly involving the 1</a:t>
            </a:r>
            <a:r>
              <a:rPr lang="en-US" altLang="en-US" sz="4000" baseline="30000" dirty="0">
                <a:solidFill>
                  <a:srgbClr val="000000"/>
                </a:solidFill>
                <a:latin typeface="Calibri" panose="020F0502020204030204" pitchFamily="34" charset="0"/>
              </a:rPr>
              <a:t>st</a:t>
            </a:r>
            <a:r>
              <a:rPr lang="en-US" altLang="en-US" sz="4000" dirty="0">
                <a:solidFill>
                  <a:srgbClr val="000000"/>
                </a:solidFill>
                <a:latin typeface="Calibri" panose="020F0502020204030204" pitchFamily="34" charset="0"/>
              </a:rPr>
              <a:t> metatarsal bone of left foot and the proximal phalanges of left foot – Consistent with Osteomyelitis</a:t>
            </a:r>
          </a:p>
          <a:p>
            <a:pPr eaLnBrk="1" hangingPunct="1">
              <a:buFont typeface="Arial" panose="020B0604020202020204" pitchFamily="34" charset="0"/>
              <a:buChar char="•"/>
              <a:defRPr/>
            </a:pPr>
            <a:endParaRPr lang="en-US" altLang="en-US" sz="4000" dirty="0">
              <a:solidFill>
                <a:srgbClr val="000000"/>
              </a:solidFill>
              <a:latin typeface="Calibri" panose="020F0502020204030204" pitchFamily="34" charset="0"/>
            </a:endParaRPr>
          </a:p>
          <a:p>
            <a:pPr eaLnBrk="1" hangingPunct="1">
              <a:buFont typeface="Arial" panose="020B0604020202020204" pitchFamily="34" charset="0"/>
              <a:buChar char="•"/>
              <a:defRPr/>
            </a:pPr>
            <a:r>
              <a:rPr lang="en-US" altLang="en-US" sz="4000" dirty="0">
                <a:solidFill>
                  <a:srgbClr val="000000"/>
                </a:solidFill>
                <a:latin typeface="Calibri" panose="020F0502020204030204" pitchFamily="34" charset="0"/>
              </a:rPr>
              <a:t>Incisional Biopsy reported necrotic bony fragments with surrounding fibro adipose tissue showing numerous coalescent granulomas made up of epithelioid histiocytes and Langhans giant cells accompanied by lymphocytes and plasma cells with an impression of </a:t>
            </a:r>
            <a:r>
              <a:rPr lang="en-US" altLang="en-US" sz="4000" dirty="0" err="1">
                <a:solidFill>
                  <a:srgbClr val="000000"/>
                </a:solidFill>
                <a:latin typeface="Calibri" panose="020F0502020204030204" pitchFamily="34" charset="0"/>
              </a:rPr>
              <a:t>Necrotising</a:t>
            </a:r>
            <a:r>
              <a:rPr lang="en-US" altLang="en-US" sz="4000" dirty="0">
                <a:solidFill>
                  <a:srgbClr val="000000"/>
                </a:solidFill>
                <a:latin typeface="Calibri" panose="020F0502020204030204" pitchFamily="34" charset="0"/>
              </a:rPr>
              <a:t> Granulomatous Osteomyelitis.</a:t>
            </a:r>
          </a:p>
          <a:p>
            <a:pPr eaLnBrk="1" hangingPunct="1">
              <a:buFont typeface="Arial" panose="020B0604020202020204" pitchFamily="34" charset="0"/>
              <a:buChar char="•"/>
              <a:defRPr/>
            </a:pPr>
            <a:endParaRPr lang="en-US" altLang="en-US" sz="4000"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4000"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4000" b="1"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4000" b="1" dirty="0">
              <a:solidFill>
                <a:srgbClr val="000000"/>
              </a:solidFill>
              <a:latin typeface="Calibri" panose="020F0502020204030204" pitchFamily="34" charset="0"/>
            </a:endParaRPr>
          </a:p>
          <a:p>
            <a:pPr marL="0" indent="0" eaLnBrk="1" hangingPunct="1">
              <a:defRPr/>
            </a:pPr>
            <a:endParaRPr lang="en-US" altLang="en-US" sz="4000" b="1"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4000" b="1"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4000" b="1"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4000" b="1"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4000" b="1"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4000" b="1" dirty="0">
              <a:solidFill>
                <a:srgbClr val="000000"/>
              </a:solidFill>
              <a:latin typeface="Calibri" panose="020F0502020204030204" pitchFamily="34" charset="0"/>
            </a:endParaRPr>
          </a:p>
          <a:p>
            <a:pPr eaLnBrk="1" hangingPunct="1">
              <a:buFont typeface="Arial" panose="020B0604020202020204" pitchFamily="34" charset="0"/>
              <a:buChar char="•"/>
              <a:defRPr/>
            </a:pPr>
            <a:endParaRPr lang="en-US" altLang="en-US" sz="4000" b="1" dirty="0">
              <a:solidFill>
                <a:srgbClr val="000000"/>
              </a:solidFill>
              <a:latin typeface="Calibri" panose="020F0502020204030204" pitchFamily="34" charset="0"/>
            </a:endParaRPr>
          </a:p>
          <a:p>
            <a:pPr eaLnBrk="1" hangingPunct="1">
              <a:defRPr/>
            </a:pPr>
            <a:endParaRPr lang="en-US" altLang="en-US" sz="4000" dirty="0">
              <a:solidFill>
                <a:srgbClr val="000000"/>
              </a:solidFill>
              <a:latin typeface="Calibri" panose="020F0502020204030204" pitchFamily="34" charset="0"/>
            </a:endParaRPr>
          </a:p>
        </p:txBody>
      </p:sp>
      <p:sp>
        <p:nvSpPr>
          <p:cNvPr id="23" name="TextBox 22">
            <a:extLst>
              <a:ext uri="{FF2B5EF4-FFF2-40B4-BE49-F238E27FC236}">
                <a16:creationId xmlns:a16="http://schemas.microsoft.com/office/drawing/2014/main" id="{DBD624B9-10AE-BA55-2C0B-E1AEA0946CF8}"/>
              </a:ext>
            </a:extLst>
          </p:cNvPr>
          <p:cNvSpPr txBox="1"/>
          <p:nvPr/>
        </p:nvSpPr>
        <p:spPr>
          <a:xfrm>
            <a:off x="22447250" y="24993600"/>
            <a:ext cx="10001250" cy="1107996"/>
          </a:xfrm>
          <a:prstGeom prst="rect">
            <a:avLst/>
          </a:prstGeom>
          <a:gradFill>
            <a:gsLst>
              <a:gs pos="0">
                <a:srgbClr val="5E9EFF"/>
              </a:gs>
              <a:gs pos="39999">
                <a:srgbClr val="85C2FF"/>
              </a:gs>
              <a:gs pos="70000">
                <a:srgbClr val="C4D6EB"/>
              </a:gs>
              <a:gs pos="100000">
                <a:srgbClr val="FFEBFA"/>
              </a:gs>
            </a:gsLst>
            <a:lin ang="5400000" scaled="0"/>
          </a:gradFill>
        </p:spPr>
        <p:txBody>
          <a:bodyPr wrap="square">
            <a:spAutoFit/>
          </a:bodyPr>
          <a:lstStyle/>
          <a:p>
            <a:pPr algn="ctr" defTabSz="4389120" eaLnBrk="1" fontAlgn="auto" hangingPunct="1">
              <a:spcBef>
                <a:spcPts val="0"/>
              </a:spcBef>
              <a:spcAft>
                <a:spcPts val="0"/>
              </a:spcAft>
              <a:defRPr/>
            </a:pPr>
            <a:r>
              <a:rPr lang="en-IN" sz="6600" b="1" kern="500" spc="-100" dirty="0">
                <a:latin typeface="+mn-lt"/>
                <a:ea typeface="굴림" pitchFamily="34" charset="-127"/>
              </a:rPr>
              <a:t>CONCLUSION</a:t>
            </a:r>
          </a:p>
        </p:txBody>
      </p:sp>
      <p:sp>
        <p:nvSpPr>
          <p:cNvPr id="10" name="Rectangle 9">
            <a:extLst>
              <a:ext uri="{FF2B5EF4-FFF2-40B4-BE49-F238E27FC236}">
                <a16:creationId xmlns:a16="http://schemas.microsoft.com/office/drawing/2014/main" id="{4DDDA0BF-7090-9765-9527-E0467E9BAD06}"/>
              </a:ext>
            </a:extLst>
          </p:cNvPr>
          <p:cNvSpPr/>
          <p:nvPr/>
        </p:nvSpPr>
        <p:spPr>
          <a:xfrm>
            <a:off x="560388" y="41482963"/>
            <a:ext cx="31997650" cy="585787"/>
          </a:xfrm>
          <a:prstGeom prst="rect">
            <a:avLst/>
          </a:prstGeom>
        </p:spPr>
        <p:txBody>
          <a:bodyPr>
            <a:spAutoFit/>
          </a:bodyPr>
          <a:lstStyle/>
          <a:p>
            <a:pPr marL="457200" indent="-457200" algn="just" eaLnBrk="1" hangingPunct="1">
              <a:buFont typeface="Arial" pitchFamily="34" charset="0"/>
              <a:buChar char="•"/>
              <a:defRPr/>
            </a:pPr>
            <a:endParaRPr lang="en-IN" sz="3200" i="1" dirty="0">
              <a:latin typeface="+mn-lt"/>
              <a:ea typeface="+mn-ea"/>
            </a:endParaRPr>
          </a:p>
        </p:txBody>
      </p:sp>
      <p:sp>
        <p:nvSpPr>
          <p:cNvPr id="8" name="TextBox 7">
            <a:extLst>
              <a:ext uri="{FF2B5EF4-FFF2-40B4-BE49-F238E27FC236}">
                <a16:creationId xmlns:a16="http://schemas.microsoft.com/office/drawing/2014/main" id="{2C894785-B6BD-439C-B1C6-450C48C414F4}"/>
              </a:ext>
            </a:extLst>
          </p:cNvPr>
          <p:cNvSpPr txBox="1"/>
          <p:nvPr/>
        </p:nvSpPr>
        <p:spPr>
          <a:xfrm>
            <a:off x="22117904" y="34825712"/>
            <a:ext cx="10210800" cy="1107996"/>
          </a:xfrm>
          <a:prstGeom prst="rect">
            <a:avLst/>
          </a:prstGeom>
          <a:solidFill>
            <a:srgbClr val="BDEEFF"/>
          </a:solidFill>
          <a:effectLst>
            <a:glow rad="101600">
              <a:srgbClr val="BDEEFF">
                <a:alpha val="75000"/>
              </a:srgbClr>
            </a:glow>
            <a:innerShdw blurRad="841375" dist="50800" dir="13500000">
              <a:srgbClr val="4BA6FF">
                <a:alpha val="50000"/>
              </a:srgbClr>
            </a:innerShdw>
          </a:effectLst>
        </p:spPr>
        <p:txBody>
          <a:bodyPr>
            <a:spAutoFit/>
          </a:bodyPr>
          <a:lstStyle/>
          <a:p>
            <a:pPr algn="ctr">
              <a:defRPr/>
            </a:pPr>
            <a:r>
              <a:rPr lang="en-US" sz="6600" b="1" dirty="0">
                <a:latin typeface="+mn-lt"/>
                <a:ea typeface="ＭＳ Ｐゴシック" charset="0"/>
                <a:cs typeface="ＭＳ Ｐゴシック" charset="0"/>
              </a:rPr>
              <a:t>REFERENCES</a:t>
            </a:r>
          </a:p>
        </p:txBody>
      </p:sp>
      <p:sp>
        <p:nvSpPr>
          <p:cNvPr id="2089" name="TextBox 10">
            <a:extLst>
              <a:ext uri="{FF2B5EF4-FFF2-40B4-BE49-F238E27FC236}">
                <a16:creationId xmlns:a16="http://schemas.microsoft.com/office/drawing/2014/main" id="{92311061-5AA3-4982-7834-8D66D76E238F}"/>
              </a:ext>
            </a:extLst>
          </p:cNvPr>
          <p:cNvSpPr txBox="1">
            <a:spLocks noChangeArrowheads="1"/>
          </p:cNvSpPr>
          <p:nvPr/>
        </p:nvSpPr>
        <p:spPr bwMode="auto">
          <a:xfrm>
            <a:off x="22097999" y="36118800"/>
            <a:ext cx="10673817" cy="72635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8600">
                <a:solidFill>
                  <a:schemeClr val="tx1"/>
                </a:solidFill>
                <a:latin typeface="Arial" panose="020B0604020202020204" pitchFamily="34" charset="0"/>
                <a:ea typeface="MS PGothic" panose="020B0600070205080204" pitchFamily="34" charset="-128"/>
              </a:defRPr>
            </a:lvl1pPr>
            <a:lvl2pPr marL="742950" indent="-285750">
              <a:defRPr sz="8600">
                <a:solidFill>
                  <a:schemeClr val="tx1"/>
                </a:solidFill>
                <a:latin typeface="Arial" panose="020B0604020202020204" pitchFamily="34" charset="0"/>
                <a:ea typeface="MS PGothic" panose="020B0600070205080204" pitchFamily="34" charset="-128"/>
              </a:defRPr>
            </a:lvl2pPr>
            <a:lvl3pPr marL="1143000" indent="-228600">
              <a:defRPr sz="8600">
                <a:solidFill>
                  <a:schemeClr val="tx1"/>
                </a:solidFill>
                <a:latin typeface="Arial" panose="020B0604020202020204" pitchFamily="34" charset="0"/>
                <a:ea typeface="MS PGothic" panose="020B0600070205080204" pitchFamily="34" charset="-128"/>
              </a:defRPr>
            </a:lvl3pPr>
            <a:lvl4pPr marL="1600200" indent="-228600">
              <a:defRPr sz="8600">
                <a:solidFill>
                  <a:schemeClr val="tx1"/>
                </a:solidFill>
                <a:latin typeface="Arial" panose="020B0604020202020204" pitchFamily="34" charset="0"/>
                <a:ea typeface="MS PGothic" panose="020B0600070205080204" pitchFamily="34" charset="-128"/>
              </a:defRPr>
            </a:lvl4pPr>
            <a:lvl5pPr marL="2057400" indent="-228600">
              <a:defRPr sz="8600">
                <a:solidFill>
                  <a:schemeClr val="tx1"/>
                </a:solidFill>
                <a:latin typeface="Arial" panose="020B0604020202020204" pitchFamily="34" charset="0"/>
                <a:ea typeface="MS PGothic" panose="020B0600070205080204" pitchFamily="34" charset="-128"/>
              </a:defRPr>
            </a:lvl5pPr>
            <a:lvl6pPr marL="25146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6pPr>
            <a:lvl7pPr marL="29718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7pPr>
            <a:lvl8pPr marL="34290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8pPr>
            <a:lvl9pPr marL="38862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9pPr>
          </a:lstStyle>
          <a:p>
            <a:pPr marL="342900" indent="-342900" algn="just">
              <a:buFont typeface="Arial" panose="020B0604020202020204" pitchFamily="34" charset="0"/>
              <a:buChar char="•"/>
            </a:pPr>
            <a:r>
              <a:rPr lang="en-IN" sz="3400" dirty="0"/>
              <a:t>Datta D, Ravichandran T, Kumar R et al. </a:t>
            </a:r>
            <a:r>
              <a:rPr lang="en-IN" sz="3400" i="1" dirty="0"/>
              <a:t>Necrotizing granulomatous inflammation mimicking skeletal metastasis: a possible differential diagnosis</a:t>
            </a:r>
            <a:r>
              <a:rPr lang="en-IN" sz="3400" dirty="0"/>
              <a:t>. </a:t>
            </a:r>
            <a:r>
              <a:rPr lang="en-IN" sz="3400" dirty="0" err="1"/>
              <a:t>Eur</a:t>
            </a:r>
            <a:r>
              <a:rPr lang="en-IN" sz="3400" dirty="0"/>
              <a:t> J Hybrid Imaging. 2022</a:t>
            </a:r>
          </a:p>
          <a:p>
            <a:pPr marL="342900" indent="-342900" algn="just">
              <a:buFont typeface="Arial" panose="020B0604020202020204" pitchFamily="34" charset="0"/>
              <a:buChar char="•"/>
            </a:pPr>
            <a:r>
              <a:rPr lang="en-IN" sz="3400" dirty="0"/>
              <a:t>Schmitt SK. </a:t>
            </a:r>
            <a:r>
              <a:rPr lang="en-IN" sz="3400" i="1" dirty="0"/>
              <a:t>Osteomyelitis</a:t>
            </a:r>
            <a:r>
              <a:rPr lang="en-IN" sz="3400" dirty="0"/>
              <a:t>. Infect Dis Clin North Am. 2017;31(2):325–38</a:t>
            </a:r>
          </a:p>
          <a:p>
            <a:pPr marL="342900" indent="-342900" algn="just">
              <a:buFont typeface="Arial" panose="020B0604020202020204" pitchFamily="34" charset="0"/>
              <a:buChar char="•"/>
            </a:pPr>
            <a:r>
              <a:rPr lang="en-IN" sz="3400" dirty="0"/>
              <a:t>Wu, P. C., Khin, M. M., &amp; Pang, S. W. (1985). Salmonella osteomyelitis. An important differential diagnosis of granulomatous osteomyelitis. </a:t>
            </a:r>
            <a:r>
              <a:rPr lang="en-IN" sz="3400" i="1" dirty="0"/>
              <a:t>The American journal of surgical pathology</a:t>
            </a:r>
            <a:r>
              <a:rPr lang="en-IN" sz="3400" dirty="0"/>
              <a:t>, </a:t>
            </a:r>
            <a:r>
              <a:rPr lang="en-IN" sz="3400" i="1" dirty="0"/>
              <a:t>9</a:t>
            </a:r>
            <a:r>
              <a:rPr lang="en-IN" sz="3400" dirty="0"/>
              <a:t>(7), 531–37</a:t>
            </a:r>
          </a:p>
          <a:p>
            <a:pPr marL="342900" indent="-342900" algn="just">
              <a:buFont typeface="Arial" panose="020B0604020202020204" pitchFamily="34" charset="0"/>
              <a:buChar char="•"/>
            </a:pPr>
            <a:r>
              <a:rPr lang="en-IN" sz="3400" dirty="0" err="1"/>
              <a:t>Zwass</a:t>
            </a:r>
            <a:r>
              <a:rPr lang="en-IN" sz="3400" dirty="0"/>
              <a:t>, A., &amp; Feldman, F. (1994). Case report 875: Multifocal osteomyelitis--a manifestation of chronic brucellosis. </a:t>
            </a:r>
            <a:r>
              <a:rPr lang="en-IN" sz="3400" i="1" dirty="0"/>
              <a:t>Skeletal radiology</a:t>
            </a:r>
            <a:r>
              <a:rPr lang="en-IN" sz="3400" dirty="0"/>
              <a:t>, </a:t>
            </a:r>
            <a:r>
              <a:rPr lang="en-IN" sz="3400" i="1" dirty="0"/>
              <a:t>23</a:t>
            </a:r>
            <a:r>
              <a:rPr lang="en-IN" sz="3400" dirty="0"/>
              <a:t>(8), 660–663</a:t>
            </a:r>
            <a:endParaRPr lang="en-US" altLang="en-US" sz="3400" dirty="0"/>
          </a:p>
          <a:p>
            <a:endParaRPr lang="en-US" altLang="en-US" sz="2400" dirty="0"/>
          </a:p>
        </p:txBody>
      </p:sp>
      <p:sp>
        <p:nvSpPr>
          <p:cNvPr id="2090" name="TextBox 11">
            <a:extLst>
              <a:ext uri="{FF2B5EF4-FFF2-40B4-BE49-F238E27FC236}">
                <a16:creationId xmlns:a16="http://schemas.microsoft.com/office/drawing/2014/main" id="{669571F8-8F2F-6439-BB03-48F9EA7A1B8A}"/>
              </a:ext>
            </a:extLst>
          </p:cNvPr>
          <p:cNvSpPr txBox="1">
            <a:spLocks noChangeArrowheads="1"/>
          </p:cNvSpPr>
          <p:nvPr/>
        </p:nvSpPr>
        <p:spPr bwMode="auto">
          <a:xfrm>
            <a:off x="22552025" y="42370375"/>
            <a:ext cx="184150" cy="141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8600">
                <a:solidFill>
                  <a:schemeClr val="tx1"/>
                </a:solidFill>
                <a:latin typeface="Arial" panose="020B0604020202020204" pitchFamily="34" charset="0"/>
                <a:ea typeface="MS PGothic" panose="020B0600070205080204" pitchFamily="34" charset="-128"/>
              </a:defRPr>
            </a:lvl1pPr>
            <a:lvl2pPr marL="742950" indent="-285750">
              <a:defRPr sz="8600">
                <a:solidFill>
                  <a:schemeClr val="tx1"/>
                </a:solidFill>
                <a:latin typeface="Arial" panose="020B0604020202020204" pitchFamily="34" charset="0"/>
                <a:ea typeface="MS PGothic" panose="020B0600070205080204" pitchFamily="34" charset="-128"/>
              </a:defRPr>
            </a:lvl2pPr>
            <a:lvl3pPr marL="1143000" indent="-228600">
              <a:defRPr sz="8600">
                <a:solidFill>
                  <a:schemeClr val="tx1"/>
                </a:solidFill>
                <a:latin typeface="Arial" panose="020B0604020202020204" pitchFamily="34" charset="0"/>
                <a:ea typeface="MS PGothic" panose="020B0600070205080204" pitchFamily="34" charset="-128"/>
              </a:defRPr>
            </a:lvl3pPr>
            <a:lvl4pPr marL="1600200" indent="-228600">
              <a:defRPr sz="8600">
                <a:solidFill>
                  <a:schemeClr val="tx1"/>
                </a:solidFill>
                <a:latin typeface="Arial" panose="020B0604020202020204" pitchFamily="34" charset="0"/>
                <a:ea typeface="MS PGothic" panose="020B0600070205080204" pitchFamily="34" charset="-128"/>
              </a:defRPr>
            </a:lvl4pPr>
            <a:lvl5pPr marL="2057400" indent="-228600">
              <a:defRPr sz="8600">
                <a:solidFill>
                  <a:schemeClr val="tx1"/>
                </a:solidFill>
                <a:latin typeface="Arial" panose="020B0604020202020204" pitchFamily="34" charset="0"/>
                <a:ea typeface="MS PGothic" panose="020B0600070205080204" pitchFamily="34" charset="-128"/>
              </a:defRPr>
            </a:lvl5pPr>
            <a:lvl6pPr marL="25146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6pPr>
            <a:lvl7pPr marL="29718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7pPr>
            <a:lvl8pPr marL="34290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8pPr>
            <a:lvl9pPr marL="3886200" indent="-228600" defTabSz="4387850" eaLnBrk="0" fontAlgn="base" hangingPunct="0">
              <a:spcBef>
                <a:spcPct val="0"/>
              </a:spcBef>
              <a:spcAft>
                <a:spcPct val="0"/>
              </a:spcAft>
              <a:defRPr sz="86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22" name="TextBox 21">
            <a:extLst>
              <a:ext uri="{FF2B5EF4-FFF2-40B4-BE49-F238E27FC236}">
                <a16:creationId xmlns:a16="http://schemas.microsoft.com/office/drawing/2014/main" id="{DB74A5C0-3757-A26F-6DB3-5C31AE6E0EB9}"/>
              </a:ext>
            </a:extLst>
          </p:cNvPr>
          <p:cNvSpPr txBox="1"/>
          <p:nvPr/>
        </p:nvSpPr>
        <p:spPr>
          <a:xfrm>
            <a:off x="10952390" y="34247865"/>
            <a:ext cx="10836048" cy="994118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571500" indent="-571500" algn="just">
              <a:buFont typeface="Wingdings" panose="05000000000000000000" pitchFamily="2" charset="2"/>
              <a:buChar char="ü"/>
            </a:pPr>
            <a:r>
              <a:rPr lang="en-IN" sz="4000" dirty="0"/>
              <a:t>Granulomatous osteomyelitis refers to a chronic inflammatory bone infection characterized by the formation of granulomas — organized collections of activated macrophages (epithelioid cells) and giant cells — often with surrounding lymphocytes. When these granulomas show central necrosis, the condition is described as necrotising granulomatous osteomyelitis.</a:t>
            </a:r>
          </a:p>
          <a:p>
            <a:pPr algn="just"/>
            <a:endParaRPr lang="en-IN" sz="4000" dirty="0"/>
          </a:p>
          <a:p>
            <a:pPr marL="571500" indent="-571500" algn="just">
              <a:buFont typeface="Wingdings" panose="05000000000000000000" pitchFamily="2" charset="2"/>
              <a:buChar char="ü"/>
            </a:pPr>
            <a:r>
              <a:rPr lang="en-IN" sz="4000" dirty="0"/>
              <a:t>Infectious causes include Mycobacterium tuberculosis, M. </a:t>
            </a:r>
            <a:r>
              <a:rPr lang="en-IN" sz="4000" dirty="0" err="1"/>
              <a:t>chelonae</a:t>
            </a:r>
            <a:r>
              <a:rPr lang="en-IN" sz="4000" dirty="0"/>
              <a:t>, M. </a:t>
            </a:r>
            <a:r>
              <a:rPr lang="en-IN" sz="4000" dirty="0" err="1"/>
              <a:t>abscessus</a:t>
            </a:r>
            <a:r>
              <a:rPr lang="en-IN" sz="4000" dirty="0"/>
              <a:t>, Nocardia, Bartonella and fungi like Histoplasma, Coccidioides and Aspergillus in immunocompromised hosts.</a:t>
            </a:r>
          </a:p>
          <a:p>
            <a:pPr algn="just"/>
            <a:endParaRPr lang="en-US" sz="4000" dirty="0"/>
          </a:p>
        </p:txBody>
      </p:sp>
      <p:sp>
        <p:nvSpPr>
          <p:cNvPr id="28" name="TextBox 27">
            <a:extLst>
              <a:ext uri="{FF2B5EF4-FFF2-40B4-BE49-F238E27FC236}">
                <a16:creationId xmlns:a16="http://schemas.microsoft.com/office/drawing/2014/main" id="{C1E2C8DA-24C7-3260-6C45-760C37BCE721}"/>
              </a:ext>
            </a:extLst>
          </p:cNvPr>
          <p:cNvSpPr txBox="1"/>
          <p:nvPr/>
        </p:nvSpPr>
        <p:spPr>
          <a:xfrm>
            <a:off x="11789229" y="21390428"/>
            <a:ext cx="914400" cy="1415772"/>
          </a:xfrm>
          <a:prstGeom prst="rect">
            <a:avLst/>
          </a:prstGeom>
          <a:noFill/>
        </p:spPr>
        <p:txBody>
          <a:bodyPr wrap="square" rtlCol="0">
            <a:spAutoFit/>
          </a:bodyPr>
          <a:lstStyle/>
          <a:p>
            <a:endParaRPr lang="en-IN" dirty="0"/>
          </a:p>
        </p:txBody>
      </p:sp>
      <p:pic>
        <p:nvPicPr>
          <p:cNvPr id="2" name="Picture 1">
            <a:extLst>
              <a:ext uri="{FF2B5EF4-FFF2-40B4-BE49-F238E27FC236}">
                <a16:creationId xmlns:a16="http://schemas.microsoft.com/office/drawing/2014/main" id="{0DD549B0-22F9-6F4E-9521-EAAB2F03688D}"/>
              </a:ext>
            </a:extLst>
          </p:cNvPr>
          <p:cNvPicPr>
            <a:picLocks noChangeAspect="1"/>
          </p:cNvPicPr>
          <p:nvPr/>
        </p:nvPicPr>
        <p:blipFill>
          <a:blip r:embed="rId4"/>
          <a:srcRect l="26298" t="13239" r="17480" b="22551"/>
          <a:stretch>
            <a:fillRect/>
          </a:stretch>
        </p:blipFill>
        <p:spPr>
          <a:xfrm>
            <a:off x="560388" y="34993385"/>
            <a:ext cx="4648200" cy="7094537"/>
          </a:xfrm>
          <a:prstGeom prst="rect">
            <a:avLst/>
          </a:prstGeom>
        </p:spPr>
      </p:pic>
      <p:pic>
        <p:nvPicPr>
          <p:cNvPr id="3" name="Picture 2">
            <a:extLst>
              <a:ext uri="{FF2B5EF4-FFF2-40B4-BE49-F238E27FC236}">
                <a16:creationId xmlns:a16="http://schemas.microsoft.com/office/drawing/2014/main" id="{53221646-BA15-6F46-C9E0-8262EC9C9D20}"/>
              </a:ext>
            </a:extLst>
          </p:cNvPr>
          <p:cNvPicPr>
            <a:picLocks noChangeAspect="1"/>
          </p:cNvPicPr>
          <p:nvPr/>
        </p:nvPicPr>
        <p:blipFill>
          <a:blip r:embed="rId5"/>
          <a:srcRect l="28588" t="14049" r="25329" b="28276"/>
          <a:stretch>
            <a:fillRect/>
          </a:stretch>
        </p:blipFill>
        <p:spPr>
          <a:xfrm>
            <a:off x="5897729" y="35010164"/>
            <a:ext cx="4231698" cy="7077758"/>
          </a:xfrm>
          <a:prstGeom prst="rect">
            <a:avLst/>
          </a:prstGeom>
        </p:spPr>
      </p:pic>
      <p:pic>
        <p:nvPicPr>
          <p:cNvPr id="6" name="Picture 5">
            <a:extLst>
              <a:ext uri="{FF2B5EF4-FFF2-40B4-BE49-F238E27FC236}">
                <a16:creationId xmlns:a16="http://schemas.microsoft.com/office/drawing/2014/main" id="{A4388109-6F2C-5426-B092-C2C9D4FA8561}"/>
              </a:ext>
            </a:extLst>
          </p:cNvPr>
          <p:cNvPicPr>
            <a:picLocks noChangeAspect="1"/>
          </p:cNvPicPr>
          <p:nvPr/>
        </p:nvPicPr>
        <p:blipFill>
          <a:blip r:embed="rId6"/>
          <a:srcRect l="23918" t="36532" r="23333" b="36636"/>
          <a:stretch>
            <a:fillRect/>
          </a:stretch>
        </p:blipFill>
        <p:spPr>
          <a:xfrm>
            <a:off x="12647008" y="14505812"/>
            <a:ext cx="7050163" cy="7889744"/>
          </a:xfrm>
          <a:prstGeom prst="rect">
            <a:avLst/>
          </a:prstGeom>
        </p:spPr>
      </p:pic>
      <p:sp>
        <p:nvSpPr>
          <p:cNvPr id="11" name="Rectangle 10">
            <a:extLst>
              <a:ext uri="{FF2B5EF4-FFF2-40B4-BE49-F238E27FC236}">
                <a16:creationId xmlns:a16="http://schemas.microsoft.com/office/drawing/2014/main" id="{488A9C6D-A95F-371B-ED4E-3CC11329DE34}"/>
              </a:ext>
            </a:extLst>
          </p:cNvPr>
          <p:cNvSpPr/>
          <p:nvPr/>
        </p:nvSpPr>
        <p:spPr>
          <a:xfrm>
            <a:off x="-1" y="-1"/>
            <a:ext cx="32918399" cy="6063159"/>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3">
            <a:extLst>
              <a:ext uri="{FF2B5EF4-FFF2-40B4-BE49-F238E27FC236}">
                <a16:creationId xmlns:a16="http://schemas.microsoft.com/office/drawing/2014/main" id="{93BFD7E4-26CF-E49D-2CF9-E2052A721858}"/>
              </a:ext>
            </a:extLst>
          </p:cNvPr>
          <p:cNvSpPr/>
          <p:nvPr/>
        </p:nvSpPr>
        <p:spPr>
          <a:xfrm>
            <a:off x="0" y="14255"/>
            <a:ext cx="5897729" cy="5667408"/>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7"/>
            <a:stretch>
              <a:fillRect t="-9937" r="-4895" b="-10857"/>
            </a:stretch>
          </a:blipFill>
        </p:spPr>
        <p:txBody>
          <a:bodyPr/>
          <a:lstStyle/>
          <a:p>
            <a:endParaRPr lang="en-US"/>
          </a:p>
        </p:txBody>
      </p:sp>
      <p:sp>
        <p:nvSpPr>
          <p:cNvPr id="14" name="TextBox 13">
            <a:extLst>
              <a:ext uri="{FF2B5EF4-FFF2-40B4-BE49-F238E27FC236}">
                <a16:creationId xmlns:a16="http://schemas.microsoft.com/office/drawing/2014/main" id="{0B6AB127-0365-3356-D18D-97A8987A5B59}"/>
              </a:ext>
            </a:extLst>
          </p:cNvPr>
          <p:cNvSpPr txBox="1"/>
          <p:nvPr/>
        </p:nvSpPr>
        <p:spPr>
          <a:xfrm>
            <a:off x="5897728" y="27423"/>
            <a:ext cx="20696072" cy="6132448"/>
          </a:xfrm>
          <a:prstGeom prst="rect">
            <a:avLst/>
          </a:prstGeom>
          <a:noFill/>
        </p:spPr>
        <p:txBody>
          <a:bodyPr wrap="square" rtlCol="0">
            <a:spAutoFit/>
          </a:bodyPr>
          <a:lstStyle/>
          <a:p>
            <a:pPr algn="ctr" defTabSz="4389120" eaLnBrk="1" fontAlgn="auto" hangingPunct="1">
              <a:spcBef>
                <a:spcPts val="0"/>
              </a:spcBef>
              <a:spcAft>
                <a:spcPts val="0"/>
              </a:spcAft>
              <a:defRPr/>
            </a:pPr>
            <a:r>
              <a:rPr lang="en-US" sz="6000" b="1" dirty="0" err="1">
                <a:solidFill>
                  <a:schemeClr val="bg1"/>
                </a:solidFill>
                <a:latin typeface="Gordita "/>
                <a:cs typeface="Times New Roman" panose="02020603050405020304" pitchFamily="18" charset="0"/>
              </a:rPr>
              <a:t>Necrotising</a:t>
            </a:r>
            <a:r>
              <a:rPr lang="en-US" sz="6000" b="1" dirty="0">
                <a:solidFill>
                  <a:schemeClr val="bg1"/>
                </a:solidFill>
                <a:latin typeface="Gordita "/>
                <a:cs typeface="Times New Roman" panose="02020603050405020304" pitchFamily="18" charset="0"/>
              </a:rPr>
              <a:t> Granulomatous Osteomyelitis</a:t>
            </a:r>
          </a:p>
          <a:p>
            <a:pPr algn="ctr" defTabSz="4389120" eaLnBrk="1" fontAlgn="auto" hangingPunct="1">
              <a:spcBef>
                <a:spcPts val="0"/>
              </a:spcBef>
              <a:spcAft>
                <a:spcPts val="0"/>
              </a:spcAft>
              <a:defRPr/>
            </a:pPr>
            <a:r>
              <a:rPr lang="en-US" sz="6000" b="1" dirty="0">
                <a:solidFill>
                  <a:schemeClr val="bg1"/>
                </a:solidFill>
                <a:latin typeface="Gordita "/>
                <a:cs typeface="Times New Roman" panose="02020603050405020304" pitchFamily="18" charset="0"/>
              </a:rPr>
              <a:t>—An Underrecognized Entity in Bone Infections</a:t>
            </a:r>
          </a:p>
          <a:p>
            <a:pPr algn="ctr" defTabSz="4389120" eaLnBrk="1" fontAlgn="auto" hangingPunct="1">
              <a:lnSpc>
                <a:spcPts val="6500"/>
              </a:lnSpc>
              <a:spcBef>
                <a:spcPts val="0"/>
              </a:spcBef>
              <a:spcAft>
                <a:spcPts val="0"/>
              </a:spcAft>
              <a:defRPr/>
            </a:pPr>
            <a:endParaRPr lang="en-US" sz="4400" b="1" dirty="0">
              <a:solidFill>
                <a:schemeClr val="bg1"/>
              </a:solidFill>
              <a:latin typeface="Gordita "/>
            </a:endParaRPr>
          </a:p>
          <a:p>
            <a:pPr algn="ctr" defTabSz="4389120" eaLnBrk="1" fontAlgn="auto" hangingPunct="1">
              <a:lnSpc>
                <a:spcPts val="6500"/>
              </a:lnSpc>
              <a:spcBef>
                <a:spcPts val="0"/>
              </a:spcBef>
              <a:spcAft>
                <a:spcPts val="0"/>
              </a:spcAft>
              <a:defRPr/>
            </a:pPr>
            <a:r>
              <a:rPr lang="en-US" sz="4400" b="1" dirty="0">
                <a:solidFill>
                  <a:schemeClr val="bg1"/>
                </a:solidFill>
                <a:latin typeface="Gordita "/>
              </a:rPr>
              <a:t> </a:t>
            </a:r>
            <a:r>
              <a:rPr lang="en-US" sz="4400" b="1" dirty="0">
                <a:solidFill>
                  <a:schemeClr val="bg1"/>
                </a:solidFill>
                <a:latin typeface="Gordita "/>
                <a:cs typeface="Times New Roman" panose="02020603050405020304" pitchFamily="18" charset="0"/>
              </a:rPr>
              <a:t>DR. TV RAGHU SRAVAN, DR. ARUN HS, DR AKSHAY P</a:t>
            </a:r>
          </a:p>
          <a:p>
            <a:pPr algn="ctr" defTabSz="4389120" eaLnBrk="1" fontAlgn="auto" hangingPunct="1">
              <a:lnSpc>
                <a:spcPts val="6500"/>
              </a:lnSpc>
              <a:spcBef>
                <a:spcPts val="0"/>
              </a:spcBef>
              <a:spcAft>
                <a:spcPts val="0"/>
              </a:spcAft>
              <a:defRPr/>
            </a:pPr>
            <a:r>
              <a:rPr lang="en-US" sz="4400" b="1" dirty="0">
                <a:solidFill>
                  <a:schemeClr val="bg1"/>
                </a:solidFill>
                <a:latin typeface="Gordita "/>
                <a:cs typeface="Times New Roman" panose="02020603050405020304" pitchFamily="18" charset="0"/>
              </a:rPr>
              <a:t>SRI DEVRAJ URS MEDICAL COLLEGE</a:t>
            </a:r>
          </a:p>
          <a:p>
            <a:pPr algn="ctr"/>
            <a:r>
              <a:rPr lang="en-US" sz="5500" b="1" dirty="0">
                <a:solidFill>
                  <a:schemeClr val="bg1"/>
                </a:solidFill>
                <a:latin typeface="Gordita "/>
              </a:rPr>
              <a:t>55</a:t>
            </a:r>
            <a:r>
              <a:rPr lang="en-US" sz="5500" b="1" baseline="30000" dirty="0">
                <a:solidFill>
                  <a:schemeClr val="bg1"/>
                </a:solidFill>
                <a:latin typeface="Gordita "/>
              </a:rPr>
              <a:t>th</a:t>
            </a:r>
            <a:r>
              <a:rPr lang="en-US" sz="5500" b="1" dirty="0">
                <a:solidFill>
                  <a:schemeClr val="bg1"/>
                </a:solidFill>
                <a:latin typeface="Gordita "/>
              </a:rPr>
              <a:t>   Annual Conference of </a:t>
            </a:r>
          </a:p>
          <a:p>
            <a:pPr algn="ctr"/>
            <a:r>
              <a:rPr lang="en-US" sz="5500" b="1" dirty="0">
                <a:solidFill>
                  <a:schemeClr val="bg1"/>
                </a:solidFill>
                <a:latin typeface="Gordita "/>
              </a:rPr>
              <a:t>Orthopedic Surgeon Society of Andhra Pradesh</a:t>
            </a:r>
          </a:p>
        </p:txBody>
      </p:sp>
      <p:pic>
        <p:nvPicPr>
          <p:cNvPr id="15" name="Picture 14">
            <a:extLst>
              <a:ext uri="{FF2B5EF4-FFF2-40B4-BE49-F238E27FC236}">
                <a16:creationId xmlns:a16="http://schemas.microsoft.com/office/drawing/2014/main" id="{7493EA20-2CF3-1EFD-2C01-F6EC4A58763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327600" y="66849"/>
            <a:ext cx="2562923" cy="2562923"/>
          </a:xfrm>
          <a:prstGeom prst="rect">
            <a:avLst/>
          </a:prstGeom>
        </p:spPr>
      </p:pic>
      <p:pic>
        <p:nvPicPr>
          <p:cNvPr id="16" name="Picture 15">
            <a:extLst>
              <a:ext uri="{FF2B5EF4-FFF2-40B4-BE49-F238E27FC236}">
                <a16:creationId xmlns:a16="http://schemas.microsoft.com/office/drawing/2014/main" id="{02CCC81D-BF51-84DB-7892-EA3CB0656FF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9868728" y="2826588"/>
            <a:ext cx="3021795" cy="3021795"/>
          </a:xfrm>
          <a:prstGeom prst="rect">
            <a:avLst/>
          </a:prstGeom>
        </p:spPr>
      </p:pic>
      <p:pic>
        <p:nvPicPr>
          <p:cNvPr id="18" name="Picture 17">
            <a:extLst>
              <a:ext uri="{FF2B5EF4-FFF2-40B4-BE49-F238E27FC236}">
                <a16:creationId xmlns:a16="http://schemas.microsoft.com/office/drawing/2014/main" id="{FBF90C49-5E5E-CB6C-A9DD-6AF3E825428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7434907" y="-97604"/>
            <a:ext cx="3021795" cy="3021795"/>
          </a:xfrm>
          <a:prstGeom prst="rect">
            <a:avLst/>
          </a:prstGeom>
        </p:spPr>
      </p:pic>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21084</TotalTime>
  <Words>794</Words>
  <Application>Microsoft Office PowerPoint</Application>
  <PresentationFormat>Custom</PresentationFormat>
  <Paragraphs>90</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Gordita </vt:lpstr>
      <vt:lpstr>Verdana</vt:lpstr>
      <vt:lpstr>Wingdings</vt:lpstr>
      <vt:lpstr>Office Theme</vt:lpstr>
      <vt:lpstr>PowerPoint Presentation</vt:lpstr>
    </vt:vector>
  </TitlesOfParts>
  <Company>University of Minnesota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Foxglove</dc:creator>
  <cp:lastModifiedBy>T Raghu</cp:lastModifiedBy>
  <cp:revision>238</cp:revision>
  <dcterms:created xsi:type="dcterms:W3CDTF">2010-09-24T13:55:51Z</dcterms:created>
  <dcterms:modified xsi:type="dcterms:W3CDTF">2026-02-15T11:57:54Z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000800c0040000000000010282210207f7000400038000</vt:lpwstr>
  </property>
</Properties>
</file>