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555" y="123190"/>
            <a:ext cx="1043305" cy="77343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951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120" y="162205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9545" y="3810"/>
            <a:ext cx="9521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  <a:r>
              <a:rPr lang="en-US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80895" y="309245"/>
            <a:ext cx="6307455" cy="267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/>
          <p:cNvSpPr/>
          <p:nvPr/>
        </p:nvSpPr>
        <p:spPr>
          <a:xfrm>
            <a:off x="0" y="27305"/>
            <a:ext cx="1363980" cy="1280160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937" r="-4895" b="-108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1674796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80536"/>
            <a:ext cx="3108960" cy="17774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37836" y="1280157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52674" y="1477475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94413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52673" y="1280157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4709874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2674" y="4807817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-14438" y="1665759"/>
            <a:ext cx="31089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Monteggia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fracture with an ipsilateral distal radius fracture is a rare but complex injury pattern.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It involving simultaneous disruption of the forearm’s proximal and distal segments, often requiring careful diagnosis and rigid fixation for optimal outcomes.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This type of injury makes the management challenging.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0" y="5115187"/>
            <a:ext cx="308008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 27year-old woman fell from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stairs,injuring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her right forearm  and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wrist.On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admission,x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-rays of  right upper extremity revealed a lateral Bado type-3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Monteggia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fracture-dislocation associated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with an ipsilateral distal radius. 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52274" y="1689050"/>
            <a:ext cx="318596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 patient underwent surgical treatment with a 5 holed olecranon locking plate for ulna and a 3 holed T-type buttress  locking plate for distal radius. 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Intraoperative x-rays showed spontaneous reduction of   ipsilateral dislocated radial head following osteosynthesis.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813" y="4179313"/>
            <a:ext cx="1248637" cy="130082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167" y="4194506"/>
            <a:ext cx="762510" cy="1300826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841" y="4192163"/>
            <a:ext cx="790092" cy="1287976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813" y="5636301"/>
            <a:ext cx="1403113" cy="113560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255" y="5636301"/>
            <a:ext cx="1510104" cy="113560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039" y="3599625"/>
            <a:ext cx="1029999" cy="117448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442" y="3607739"/>
            <a:ext cx="1029999" cy="1173535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1806" y="3599710"/>
            <a:ext cx="1029999" cy="1189594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416" y="3592070"/>
            <a:ext cx="1238541" cy="1189594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527" y="3584516"/>
            <a:ext cx="1087009" cy="118959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321813" y="5176147"/>
            <a:ext cx="58248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In this rare case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presentation,we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emphasize the mechanism of the lesion and risk factors for poor functional outcomes when treating such injuries.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Early diagnosis is critical.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Rigid fixation of both fractures in such injuries is mandatory to achieve good functionality through early mobilization.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344462" y="1689049"/>
            <a:ext cx="577958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Monteggia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fracture with ipsilateral distal radius fracture is an extremely rare injury pattern that poses significant diagnostic and therapeutic challenges.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Post operative recovery is uneventful.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At final follow-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up,the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patient showed full range of motion and had resumed normal activities.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Serial radiographs showed good signs of union.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0480" y="593090"/>
            <a:ext cx="9276715" cy="712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IN" alt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CASE REPORT OF 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MONTEGGIA FRACTURE WITH AN IPSILATERAL DISTAL RADIUS FRACTURE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Dr.VELUGUBANTLA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PHANI VENKATA SAHIT 2</a:t>
            </a:r>
            <a:r>
              <a:rPr lang="en-US" sz="1200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YEAR PG (MS ORTHOPAEDICS)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KIMS MEDICAL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COLLEGE,AMALAPURAM,Dr.B.R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AMBEDKAR KONASEEMA </a:t>
            </a:r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DISTRICT.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1838</Words>
  <Application>WPS Presentation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Gordita</vt:lpstr>
      <vt:lpstr>Segoe Print</vt:lpstr>
      <vt:lpstr>Gordita 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Sandesh Chintapalli</cp:lastModifiedBy>
  <cp:revision>20</cp:revision>
  <dcterms:created xsi:type="dcterms:W3CDTF">2026-01-11T06:24:00Z</dcterms:created>
  <dcterms:modified xsi:type="dcterms:W3CDTF">2026-01-26T08:30:50Z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556C2A5C73054BD69821582DBE4C244E_13</vt:lpwstr>
  </property>
  <property fmtid="{D5CDD505-2E9C-101B-9397-08002B2CF9AE}" pid="3" name="KSOProductBuildVer">
    <vt:lpwstr>1033-12.2.0.23196</vt:lpwstr>
  </property>
</Properties>
</file>