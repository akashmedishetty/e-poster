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4259179" y="27424"/>
            <a:ext cx="431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GIANT CELL TUMOR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27189" y="332053"/>
            <a:ext cx="6576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PRESENTING AUTHOR :- Dr. CHALUMURU ANANTHA RAO (1</a:t>
            </a:r>
            <a:r>
              <a:rPr lang="en-US" sz="1200" b="1" baseline="30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 PG)</a:t>
            </a:r>
          </a:p>
          <a:p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n-IN" alt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Department </a:t>
            </a:r>
            <a:r>
              <a:rPr lang="en-IN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</a:t>
            </a:r>
            <a:r>
              <a:rPr lang="en-IN" alt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Orthopaedics</a:t>
            </a:r>
          </a:p>
          <a:p>
            <a:r>
              <a:rPr lang="en-IN" alt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                       Great </a:t>
            </a:r>
            <a:r>
              <a:rPr lang="en-IN" alt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Eastern Medical School and Hospital, Srikakulam</a:t>
            </a:r>
            <a:endParaRPr lang="en-IN" alt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627189" y="978243"/>
            <a:ext cx="9204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 </a:t>
            </a:r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DR K KISHOR (ASSISTANT ROFESSOR) , DR S RAJESWARA RAO    </a:t>
            </a:r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</a:t>
            </a:r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:- OSSAP- 375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681230"/>
            <a:ext cx="3108960" cy="3254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Giant Cell Tumor (GCT) is a benign but locally aggressive bone tumor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Which Accounts for ~5% of all primary bone tumors ~20% of benign bone tumors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Common age group: 3rd–4th decade of life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Commonly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involves epiphyseo-metaphyseal region of long bones . Most common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sites are Distal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femur, Proximal tibia, Distal radius . Peri-articular location causes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Significant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bone destruction and Functional impairment . In weight-bearing bones, Large GCTs are prone to pathological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fractures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Recurrence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rate is relatively high Metastasis occurs in 1–9% of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cases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Aggressive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growth and recurrence correlate with metastatic risk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99773"/>
            <a:ext cx="3137836" cy="1475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38-year-old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female came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with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Chief complaint of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Pain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 swelling above left knee for 2 years which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Insidious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onset, gradually progressive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swelling. swelling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over right distal femur and local rise of temperature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X-ray, MRI are suggestive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6712" y="1798711"/>
            <a:ext cx="3157086" cy="206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Surgery performed under general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anaesthesia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Adequate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exposure obtained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Large cortical window created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Extended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intralesional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curettage done using high-speed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burr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Phenol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crystal wash used as local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adjuvant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Reconstruction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done with: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Bone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grafting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Cementation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using PMMA mixed with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allograft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Medial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condylar plating done using titanium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plate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Curetted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tissue sent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Histopathological examination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099" y="3815256"/>
            <a:ext cx="1417321" cy="147921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32" y="3809879"/>
            <a:ext cx="1503947" cy="150101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32" y="5333885"/>
            <a:ext cx="1549667" cy="14847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976" y="5333885"/>
            <a:ext cx="1388444" cy="148469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323798" y="1681230"/>
            <a:ext cx="5868200" cy="285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GCT in peri-articular long bones poses a surgical challenge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factors include Inadequate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curettage , Iatrogenic fracture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recurrence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Conventional curettage + cementing now augmented with adjuvants like Phenol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Liquid nitrogen, Hydrogen peroxide , Zinc chloride ,Argon beam cauterization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Studies show higher non-oncological complications with: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Liquid nitrogen + bone grafts (33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%)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Liquid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nitrogen + PMMA (27%)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Lower complications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with: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Phenol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PMMA (11%)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Phenolization is Effective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 safe local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adjuvant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Produces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circumferential necrosis extending curettage margin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Denosumab s Used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pre-operatively to reduce tumor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size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which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Facilitates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less morbid surgery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Literature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review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:-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Klenke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 al.: Mean recurrence at 16.3 ± 12.4 months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Saikia et al.: Recurrence rate 34.4%, mostly Campanacci Grade III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Two-year recurrence-free survival: 71.9%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98394" y="5208889"/>
            <a:ext cx="5793604" cy="1475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Extended curettage with phenol crystal wash provides Better local tumor control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Reduced recurrence rates , Reconstruction with Bone grafting and Cementation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Internal fixation gives good functional outcome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evidence of recurrence at 18 months follow-up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Phenol crystals are a safe and effective alternative to liquid nitrogen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Phenol reduces non-oncological complications such as:</a:t>
            </a: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Secondary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osteoarthritis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200" dirty="0" smtClean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Pathological 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fractures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448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Gordita 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Dr.Anantharao</cp:lastModifiedBy>
  <cp:revision>11</cp:revision>
  <dcterms:created xsi:type="dcterms:W3CDTF">2026-01-11T06:24:43Z</dcterms:created>
  <dcterms:modified xsi:type="dcterms:W3CDTF">2026-02-15T18:36:40Z</dcterms:modified>
</cp:coreProperties>
</file>