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
  </p:notesMasterIdLst>
  <p:sldIdLst>
    <p:sldId id="256" r:id="rId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525755"/>
    <a:srgbClr val="01234D"/>
    <a:srgbClr val="D9F2D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65" d="100"/>
          <a:sy n="65" d="100"/>
        </p:scale>
        <p:origin x="936"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32D9AB6-AFDD-40C9-ABAB-E108CFC67CB1}" type="datetimeFigureOut">
              <a:rPr lang="en-IN" smtClean="0"/>
              <a:t>30-01-2026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B912A88-DFE4-4609-A52F-EBC91D356956}" type="slidenum">
              <a:rPr lang="en-IN" smtClean="0"/>
              <a:t>‹#›</a:t>
            </a:fld>
            <a:endParaRPr lang="en-IN"/>
          </a:p>
        </p:txBody>
      </p:sp>
    </p:spTree>
    <p:extLst>
      <p:ext uri="{BB962C8B-B14F-4D97-AF65-F5344CB8AC3E}">
        <p14:creationId xmlns:p14="http://schemas.microsoft.com/office/powerpoint/2010/main" val="3575799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B912A88-DFE4-4609-A52F-EBC91D356956}" type="slidenum">
              <a:rPr lang="en-IN" smtClean="0"/>
              <a:t>1</a:t>
            </a:fld>
            <a:endParaRPr lang="en-IN"/>
          </a:p>
        </p:txBody>
      </p:sp>
    </p:spTree>
    <p:extLst>
      <p:ext uri="{BB962C8B-B14F-4D97-AF65-F5344CB8AC3E}">
        <p14:creationId xmlns:p14="http://schemas.microsoft.com/office/powerpoint/2010/main" val="37124260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928CF7-C54C-3253-7CB3-4CB60C4B9648}"/>
              </a:ext>
            </a:extLst>
          </p:cNvPr>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8863E176-0152-1EB9-B130-312E601D10AB}"/>
              </a:ext>
            </a:extLst>
          </p:cNvPr>
          <p:cNvSpPr>
            <a:spLocks noGrp="1"/>
          </p:cNvSpPr>
          <p:nvPr>
            <p:ph type="subTitle" idx="1"/>
          </p:nvPr>
        </p:nvSpPr>
        <p:spPr>
          <a:xfrm>
            <a:off x="1524000" y="3602038"/>
            <a:ext cx="9144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D9FFAE6B-127E-B337-0AD1-96BED4F091EF}"/>
              </a:ext>
            </a:extLst>
          </p:cNvPr>
          <p:cNvSpPr>
            <a:spLocks noGrp="1"/>
          </p:cNvSpPr>
          <p:nvPr>
            <p:ph type="dt" sz="half" idx="10"/>
          </p:nvPr>
        </p:nvSpPr>
        <p:spPr>
          <a:xfrm>
            <a:off x="838200" y="6356350"/>
            <a:ext cx="2743200" cy="365125"/>
          </a:xfrm>
          <a:prstGeom prst="rect">
            <a:avLst/>
          </a:prstGeom>
        </p:spPr>
        <p:txBody>
          <a:bodyPr/>
          <a:lstStyle/>
          <a:p>
            <a:fld id="{FD73274A-A2CD-4D7F-B977-66E290A1AB78}" type="datetimeFigureOut">
              <a:rPr lang="en-US" smtClean="0"/>
              <a:t>1/30/2026</a:t>
            </a:fld>
            <a:endParaRPr lang="en-US"/>
          </a:p>
        </p:txBody>
      </p:sp>
      <p:sp>
        <p:nvSpPr>
          <p:cNvPr id="5" name="Footer Placeholder 4">
            <a:extLst>
              <a:ext uri="{FF2B5EF4-FFF2-40B4-BE49-F238E27FC236}">
                <a16:creationId xmlns:a16="http://schemas.microsoft.com/office/drawing/2014/main" id="{40D5E608-905C-2142-2365-F68EB7F95FE0}"/>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DFF68622-57FF-B5F0-4011-D23C810B459F}"/>
              </a:ext>
            </a:extLst>
          </p:cNvPr>
          <p:cNvSpPr>
            <a:spLocks noGrp="1"/>
          </p:cNvSpPr>
          <p:nvPr>
            <p:ph type="sldNum" sz="quarter" idx="12"/>
          </p:nvPr>
        </p:nvSpPr>
        <p:spPr>
          <a:xfrm>
            <a:off x="8610600" y="6356350"/>
            <a:ext cx="2743200" cy="365125"/>
          </a:xfrm>
          <a:prstGeom prst="rect">
            <a:avLst/>
          </a:prstGeom>
        </p:spPr>
        <p:txBody>
          <a:bodyPr/>
          <a:lstStyle/>
          <a:p>
            <a:fld id="{32FB2461-14E4-41EF-9449-AE0E6559CB66}" type="slidenum">
              <a:rPr lang="en-US" smtClean="0"/>
              <a:t>‹#›</a:t>
            </a:fld>
            <a:endParaRPr lang="en-US"/>
          </a:p>
        </p:txBody>
      </p:sp>
    </p:spTree>
    <p:extLst>
      <p:ext uri="{BB962C8B-B14F-4D97-AF65-F5344CB8AC3E}">
        <p14:creationId xmlns:p14="http://schemas.microsoft.com/office/powerpoint/2010/main" val="94486457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A54781-A465-F143-A98C-94FD82413F7A}"/>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a:extLst>
              <a:ext uri="{FF2B5EF4-FFF2-40B4-BE49-F238E27FC236}">
                <a16:creationId xmlns:a16="http://schemas.microsoft.com/office/drawing/2014/main" id="{E1D11094-0A62-2805-2C56-EAB66E3F8FE2}"/>
              </a:ext>
            </a:extLst>
          </p:cNvPr>
          <p:cNvSpPr>
            <a:spLocks noGrp="1"/>
          </p:cNvSpPr>
          <p:nvPr>
            <p:ph idx="1"/>
          </p:nvPr>
        </p:nvSpPr>
        <p:spPr>
          <a:xfrm>
            <a:off x="838200" y="1825625"/>
            <a:ext cx="10515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25DF6B2-DE75-AA42-1BA3-56A152E3254C}"/>
              </a:ext>
            </a:extLst>
          </p:cNvPr>
          <p:cNvSpPr>
            <a:spLocks noGrp="1"/>
          </p:cNvSpPr>
          <p:nvPr>
            <p:ph type="dt" sz="half" idx="10"/>
          </p:nvPr>
        </p:nvSpPr>
        <p:spPr>
          <a:xfrm>
            <a:off x="838200" y="6356350"/>
            <a:ext cx="2743200" cy="365125"/>
          </a:xfrm>
          <a:prstGeom prst="rect">
            <a:avLst/>
          </a:prstGeom>
        </p:spPr>
        <p:txBody>
          <a:bodyPr/>
          <a:lstStyle/>
          <a:p>
            <a:fld id="{FD73274A-A2CD-4D7F-B977-66E290A1AB78}" type="datetimeFigureOut">
              <a:rPr lang="en-US" smtClean="0"/>
              <a:t>1/30/2026</a:t>
            </a:fld>
            <a:endParaRPr lang="en-US"/>
          </a:p>
        </p:txBody>
      </p:sp>
      <p:sp>
        <p:nvSpPr>
          <p:cNvPr id="5" name="Footer Placeholder 4">
            <a:extLst>
              <a:ext uri="{FF2B5EF4-FFF2-40B4-BE49-F238E27FC236}">
                <a16:creationId xmlns:a16="http://schemas.microsoft.com/office/drawing/2014/main" id="{E1B95C1A-D479-0105-5ABD-2C9F2D4ED038}"/>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264AE42D-29E2-AB5A-9D0B-9821D21D8E26}"/>
              </a:ext>
            </a:extLst>
          </p:cNvPr>
          <p:cNvSpPr>
            <a:spLocks noGrp="1"/>
          </p:cNvSpPr>
          <p:nvPr>
            <p:ph type="sldNum" sz="quarter" idx="12"/>
          </p:nvPr>
        </p:nvSpPr>
        <p:spPr>
          <a:xfrm>
            <a:off x="8610600" y="6356350"/>
            <a:ext cx="2743200" cy="365125"/>
          </a:xfrm>
          <a:prstGeom prst="rect">
            <a:avLst/>
          </a:prstGeom>
        </p:spPr>
        <p:txBody>
          <a:bodyPr/>
          <a:lstStyle/>
          <a:p>
            <a:fld id="{32FB2461-14E4-41EF-9449-AE0E6559CB66}" type="slidenum">
              <a:rPr lang="en-US" smtClean="0"/>
              <a:t>‹#›</a:t>
            </a:fld>
            <a:endParaRPr lang="en-US"/>
          </a:p>
        </p:txBody>
      </p:sp>
    </p:spTree>
    <p:extLst>
      <p:ext uri="{BB962C8B-B14F-4D97-AF65-F5344CB8AC3E}">
        <p14:creationId xmlns:p14="http://schemas.microsoft.com/office/powerpoint/2010/main" val="255778597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D0A9C5-0C47-1DBF-A9F1-8826C36002C6}"/>
              </a:ext>
            </a:extLst>
          </p:cNvPr>
          <p:cNvSpPr>
            <a:spLocks noGrp="1"/>
          </p:cNvSpPr>
          <p:nvPr>
            <p:ph type="title"/>
          </p:nvPr>
        </p:nvSpPr>
        <p:spPr>
          <a:xfrm>
            <a:off x="831850" y="1709738"/>
            <a:ext cx="10515600" cy="2852737"/>
          </a:xfrm>
          <a:prstGeom prst="rect">
            <a:avLst/>
          </a:prstGeo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F11B4216-49BB-98ED-9B94-654F199388F7}"/>
              </a:ext>
            </a:extLst>
          </p:cNvPr>
          <p:cNvSpPr>
            <a:spLocks noGrp="1"/>
          </p:cNvSpPr>
          <p:nvPr>
            <p:ph type="body" idx="1"/>
          </p:nvPr>
        </p:nvSpPr>
        <p:spPr>
          <a:xfrm>
            <a:off x="831850" y="4589463"/>
            <a:ext cx="10515600" cy="1500187"/>
          </a:xfrm>
          <a:prstGeom prst="rect">
            <a:avLst/>
          </a:prstGeo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6747736-AC8A-3EB8-57D1-2A9C7AAC8FCF}"/>
              </a:ext>
            </a:extLst>
          </p:cNvPr>
          <p:cNvSpPr>
            <a:spLocks noGrp="1"/>
          </p:cNvSpPr>
          <p:nvPr>
            <p:ph type="dt" sz="half" idx="10"/>
          </p:nvPr>
        </p:nvSpPr>
        <p:spPr>
          <a:xfrm>
            <a:off x="838200" y="6356350"/>
            <a:ext cx="2743200" cy="365125"/>
          </a:xfrm>
          <a:prstGeom prst="rect">
            <a:avLst/>
          </a:prstGeom>
        </p:spPr>
        <p:txBody>
          <a:bodyPr/>
          <a:lstStyle/>
          <a:p>
            <a:fld id="{FD73274A-A2CD-4D7F-B977-66E290A1AB78}" type="datetimeFigureOut">
              <a:rPr lang="en-US" smtClean="0"/>
              <a:t>1/30/2026</a:t>
            </a:fld>
            <a:endParaRPr lang="en-US"/>
          </a:p>
        </p:txBody>
      </p:sp>
      <p:sp>
        <p:nvSpPr>
          <p:cNvPr id="5" name="Footer Placeholder 4">
            <a:extLst>
              <a:ext uri="{FF2B5EF4-FFF2-40B4-BE49-F238E27FC236}">
                <a16:creationId xmlns:a16="http://schemas.microsoft.com/office/drawing/2014/main" id="{86E5BB55-6273-FBEF-64A3-8CF306288B94}"/>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0659087E-17BE-555C-DF0C-0F4361521714}"/>
              </a:ext>
            </a:extLst>
          </p:cNvPr>
          <p:cNvSpPr>
            <a:spLocks noGrp="1"/>
          </p:cNvSpPr>
          <p:nvPr>
            <p:ph type="sldNum" sz="quarter" idx="12"/>
          </p:nvPr>
        </p:nvSpPr>
        <p:spPr>
          <a:xfrm>
            <a:off x="8610600" y="6356350"/>
            <a:ext cx="2743200" cy="365125"/>
          </a:xfrm>
          <a:prstGeom prst="rect">
            <a:avLst/>
          </a:prstGeom>
        </p:spPr>
        <p:txBody>
          <a:bodyPr/>
          <a:lstStyle/>
          <a:p>
            <a:fld id="{32FB2461-14E4-41EF-9449-AE0E6559CB66}" type="slidenum">
              <a:rPr lang="en-US" smtClean="0"/>
              <a:t>‹#›</a:t>
            </a:fld>
            <a:endParaRPr lang="en-US"/>
          </a:p>
        </p:txBody>
      </p:sp>
    </p:spTree>
    <p:extLst>
      <p:ext uri="{BB962C8B-B14F-4D97-AF65-F5344CB8AC3E}">
        <p14:creationId xmlns:p14="http://schemas.microsoft.com/office/powerpoint/2010/main" val="227999506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411663-53A1-9E1F-5617-88CF82EC9BD9}"/>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a:extLst>
              <a:ext uri="{FF2B5EF4-FFF2-40B4-BE49-F238E27FC236}">
                <a16:creationId xmlns:a16="http://schemas.microsoft.com/office/drawing/2014/main" id="{C471D5E3-ECCA-B4D2-2633-7957691A3305}"/>
              </a:ext>
            </a:extLst>
          </p:cNvPr>
          <p:cNvSpPr>
            <a:spLocks noGrp="1"/>
          </p:cNvSpPr>
          <p:nvPr>
            <p:ph sz="half" idx="1"/>
          </p:nvPr>
        </p:nvSpPr>
        <p:spPr>
          <a:xfrm>
            <a:off x="838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AECF5196-CC99-5011-B2D0-B4E6A682F565}"/>
              </a:ext>
            </a:extLst>
          </p:cNvPr>
          <p:cNvSpPr>
            <a:spLocks noGrp="1"/>
          </p:cNvSpPr>
          <p:nvPr>
            <p:ph sz="half" idx="2"/>
          </p:nvPr>
        </p:nvSpPr>
        <p:spPr>
          <a:xfrm>
            <a:off x="6172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08A8BA26-119C-CCCD-E391-AEF50B6FD708}"/>
              </a:ext>
            </a:extLst>
          </p:cNvPr>
          <p:cNvSpPr>
            <a:spLocks noGrp="1"/>
          </p:cNvSpPr>
          <p:nvPr>
            <p:ph type="dt" sz="half" idx="10"/>
          </p:nvPr>
        </p:nvSpPr>
        <p:spPr>
          <a:xfrm>
            <a:off x="838200" y="6356350"/>
            <a:ext cx="2743200" cy="365125"/>
          </a:xfrm>
          <a:prstGeom prst="rect">
            <a:avLst/>
          </a:prstGeom>
        </p:spPr>
        <p:txBody>
          <a:bodyPr/>
          <a:lstStyle/>
          <a:p>
            <a:fld id="{FD73274A-A2CD-4D7F-B977-66E290A1AB78}" type="datetimeFigureOut">
              <a:rPr lang="en-US" smtClean="0"/>
              <a:t>1/30/2026</a:t>
            </a:fld>
            <a:endParaRPr lang="en-US"/>
          </a:p>
        </p:txBody>
      </p:sp>
      <p:sp>
        <p:nvSpPr>
          <p:cNvPr id="6" name="Footer Placeholder 5">
            <a:extLst>
              <a:ext uri="{FF2B5EF4-FFF2-40B4-BE49-F238E27FC236}">
                <a16:creationId xmlns:a16="http://schemas.microsoft.com/office/drawing/2014/main" id="{EBA14F4A-53BC-F382-885A-E89A766323AF}"/>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BC250453-2D7E-EDE2-4C30-876DA9F06F47}"/>
              </a:ext>
            </a:extLst>
          </p:cNvPr>
          <p:cNvSpPr>
            <a:spLocks noGrp="1"/>
          </p:cNvSpPr>
          <p:nvPr>
            <p:ph type="sldNum" sz="quarter" idx="12"/>
          </p:nvPr>
        </p:nvSpPr>
        <p:spPr>
          <a:xfrm>
            <a:off x="8610600" y="6356350"/>
            <a:ext cx="2743200" cy="365125"/>
          </a:xfrm>
          <a:prstGeom prst="rect">
            <a:avLst/>
          </a:prstGeom>
        </p:spPr>
        <p:txBody>
          <a:bodyPr/>
          <a:lstStyle/>
          <a:p>
            <a:fld id="{32FB2461-14E4-41EF-9449-AE0E6559CB66}" type="slidenum">
              <a:rPr lang="en-US" smtClean="0"/>
              <a:t>‹#›</a:t>
            </a:fld>
            <a:endParaRPr lang="en-US"/>
          </a:p>
        </p:txBody>
      </p:sp>
    </p:spTree>
    <p:extLst>
      <p:ext uri="{BB962C8B-B14F-4D97-AF65-F5344CB8AC3E}">
        <p14:creationId xmlns:p14="http://schemas.microsoft.com/office/powerpoint/2010/main" val="286423907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1C1600-9375-445B-F52D-49C2D79AB77A}"/>
              </a:ext>
            </a:extLst>
          </p:cNvPr>
          <p:cNvSpPr>
            <a:spLocks noGrp="1"/>
          </p:cNvSpPr>
          <p:nvPr>
            <p:ph type="title"/>
          </p:nvPr>
        </p:nvSpPr>
        <p:spPr>
          <a:xfrm>
            <a:off x="839788" y="365125"/>
            <a:ext cx="10515600" cy="1325563"/>
          </a:xfrm>
          <a:prstGeom prst="rect">
            <a:avLst/>
          </a:prstGeom>
        </p:spPr>
        <p:txBody>
          <a:bodyPr/>
          <a:lstStyle/>
          <a:p>
            <a:r>
              <a:rPr lang="en-US"/>
              <a:t>Click to edit Master title style</a:t>
            </a:r>
          </a:p>
        </p:txBody>
      </p:sp>
      <p:sp>
        <p:nvSpPr>
          <p:cNvPr id="3" name="Text Placeholder 2">
            <a:extLst>
              <a:ext uri="{FF2B5EF4-FFF2-40B4-BE49-F238E27FC236}">
                <a16:creationId xmlns:a16="http://schemas.microsoft.com/office/drawing/2014/main" id="{890504FE-0E7A-7AAD-AA62-68B5061F0448}"/>
              </a:ext>
            </a:extLst>
          </p:cNvPr>
          <p:cNvSpPr>
            <a:spLocks noGrp="1"/>
          </p:cNvSpPr>
          <p:nvPr>
            <p:ph type="body" idx="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BEC0743-5AE4-C8DB-E431-9BF89F98CB7D}"/>
              </a:ext>
            </a:extLst>
          </p:cNvPr>
          <p:cNvSpPr>
            <a:spLocks noGrp="1"/>
          </p:cNvSpPr>
          <p:nvPr>
            <p:ph sz="half" idx="2"/>
          </p:nvPr>
        </p:nvSpPr>
        <p:spPr>
          <a:xfrm>
            <a:off x="839788" y="2505075"/>
            <a:ext cx="5157787"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59F135F8-5672-C883-5700-82CCEB25C800}"/>
              </a:ext>
            </a:extLst>
          </p:cNvPr>
          <p:cNvSpPr>
            <a:spLocks noGrp="1"/>
          </p:cNvSpPr>
          <p:nvPr>
            <p:ph type="body" sz="quarter" idx="3"/>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D143E3C-1062-3C3B-33DC-9DE5999687B6}"/>
              </a:ext>
            </a:extLst>
          </p:cNvPr>
          <p:cNvSpPr>
            <a:spLocks noGrp="1"/>
          </p:cNvSpPr>
          <p:nvPr>
            <p:ph sz="quarter" idx="4"/>
          </p:nvPr>
        </p:nvSpPr>
        <p:spPr>
          <a:xfrm>
            <a:off x="6172200" y="2505075"/>
            <a:ext cx="5183188"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C144B81D-1D0D-2B34-ACE9-647404B6726C}"/>
              </a:ext>
            </a:extLst>
          </p:cNvPr>
          <p:cNvSpPr>
            <a:spLocks noGrp="1"/>
          </p:cNvSpPr>
          <p:nvPr>
            <p:ph type="dt" sz="half" idx="10"/>
          </p:nvPr>
        </p:nvSpPr>
        <p:spPr>
          <a:xfrm>
            <a:off x="838200" y="6356350"/>
            <a:ext cx="2743200" cy="365125"/>
          </a:xfrm>
          <a:prstGeom prst="rect">
            <a:avLst/>
          </a:prstGeom>
        </p:spPr>
        <p:txBody>
          <a:bodyPr/>
          <a:lstStyle/>
          <a:p>
            <a:fld id="{FD73274A-A2CD-4D7F-B977-66E290A1AB78}" type="datetimeFigureOut">
              <a:rPr lang="en-US" smtClean="0"/>
              <a:t>1/30/2026</a:t>
            </a:fld>
            <a:endParaRPr lang="en-US"/>
          </a:p>
        </p:txBody>
      </p:sp>
      <p:sp>
        <p:nvSpPr>
          <p:cNvPr id="8" name="Footer Placeholder 7">
            <a:extLst>
              <a:ext uri="{FF2B5EF4-FFF2-40B4-BE49-F238E27FC236}">
                <a16:creationId xmlns:a16="http://schemas.microsoft.com/office/drawing/2014/main" id="{FA2B9CA9-FB5C-6A3F-A8C9-5A2303657F7B}"/>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9" name="Slide Number Placeholder 8">
            <a:extLst>
              <a:ext uri="{FF2B5EF4-FFF2-40B4-BE49-F238E27FC236}">
                <a16:creationId xmlns:a16="http://schemas.microsoft.com/office/drawing/2014/main" id="{04F8827A-8D6A-6027-36D4-A09116C39B05}"/>
              </a:ext>
            </a:extLst>
          </p:cNvPr>
          <p:cNvSpPr>
            <a:spLocks noGrp="1"/>
          </p:cNvSpPr>
          <p:nvPr>
            <p:ph type="sldNum" sz="quarter" idx="12"/>
          </p:nvPr>
        </p:nvSpPr>
        <p:spPr>
          <a:xfrm>
            <a:off x="8610600" y="6356350"/>
            <a:ext cx="2743200" cy="365125"/>
          </a:xfrm>
          <a:prstGeom prst="rect">
            <a:avLst/>
          </a:prstGeom>
        </p:spPr>
        <p:txBody>
          <a:bodyPr/>
          <a:lstStyle/>
          <a:p>
            <a:fld id="{32FB2461-14E4-41EF-9449-AE0E6559CB66}" type="slidenum">
              <a:rPr lang="en-US" smtClean="0"/>
              <a:t>‹#›</a:t>
            </a:fld>
            <a:endParaRPr lang="en-US"/>
          </a:p>
        </p:txBody>
      </p:sp>
    </p:spTree>
    <p:extLst>
      <p:ext uri="{BB962C8B-B14F-4D97-AF65-F5344CB8AC3E}">
        <p14:creationId xmlns:p14="http://schemas.microsoft.com/office/powerpoint/2010/main" val="152071370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9B2320-BF86-B4C0-4C77-57A8A14FAB1C}"/>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Date Placeholder 2">
            <a:extLst>
              <a:ext uri="{FF2B5EF4-FFF2-40B4-BE49-F238E27FC236}">
                <a16:creationId xmlns:a16="http://schemas.microsoft.com/office/drawing/2014/main" id="{6DBF2AEC-90F1-FF9D-116C-F8E796EDE9FD}"/>
              </a:ext>
            </a:extLst>
          </p:cNvPr>
          <p:cNvSpPr>
            <a:spLocks noGrp="1"/>
          </p:cNvSpPr>
          <p:nvPr>
            <p:ph type="dt" sz="half" idx="10"/>
          </p:nvPr>
        </p:nvSpPr>
        <p:spPr>
          <a:xfrm>
            <a:off x="838200" y="6356350"/>
            <a:ext cx="2743200" cy="365125"/>
          </a:xfrm>
          <a:prstGeom prst="rect">
            <a:avLst/>
          </a:prstGeom>
        </p:spPr>
        <p:txBody>
          <a:bodyPr/>
          <a:lstStyle/>
          <a:p>
            <a:fld id="{FD73274A-A2CD-4D7F-B977-66E290A1AB78}" type="datetimeFigureOut">
              <a:rPr lang="en-US" smtClean="0"/>
              <a:t>1/30/2026</a:t>
            </a:fld>
            <a:endParaRPr lang="en-US"/>
          </a:p>
        </p:txBody>
      </p:sp>
      <p:sp>
        <p:nvSpPr>
          <p:cNvPr id="4" name="Footer Placeholder 3">
            <a:extLst>
              <a:ext uri="{FF2B5EF4-FFF2-40B4-BE49-F238E27FC236}">
                <a16:creationId xmlns:a16="http://schemas.microsoft.com/office/drawing/2014/main" id="{8930F28E-A8F5-AFB5-B659-0E7A774C7AC7}"/>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5" name="Slide Number Placeholder 4">
            <a:extLst>
              <a:ext uri="{FF2B5EF4-FFF2-40B4-BE49-F238E27FC236}">
                <a16:creationId xmlns:a16="http://schemas.microsoft.com/office/drawing/2014/main" id="{A30AFD6F-07FF-B36A-B355-6F54892182D4}"/>
              </a:ext>
            </a:extLst>
          </p:cNvPr>
          <p:cNvSpPr>
            <a:spLocks noGrp="1"/>
          </p:cNvSpPr>
          <p:nvPr>
            <p:ph type="sldNum" sz="quarter" idx="12"/>
          </p:nvPr>
        </p:nvSpPr>
        <p:spPr>
          <a:xfrm>
            <a:off x="8610600" y="6356350"/>
            <a:ext cx="2743200" cy="365125"/>
          </a:xfrm>
          <a:prstGeom prst="rect">
            <a:avLst/>
          </a:prstGeom>
        </p:spPr>
        <p:txBody>
          <a:bodyPr/>
          <a:lstStyle/>
          <a:p>
            <a:fld id="{32FB2461-14E4-41EF-9449-AE0E6559CB66}" type="slidenum">
              <a:rPr lang="en-US" smtClean="0"/>
              <a:t>‹#›</a:t>
            </a:fld>
            <a:endParaRPr lang="en-US"/>
          </a:p>
        </p:txBody>
      </p:sp>
    </p:spTree>
    <p:extLst>
      <p:ext uri="{BB962C8B-B14F-4D97-AF65-F5344CB8AC3E}">
        <p14:creationId xmlns:p14="http://schemas.microsoft.com/office/powerpoint/2010/main" val="95873591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062561D-609B-41C4-03F7-C9EB1C339CA0}"/>
              </a:ext>
            </a:extLst>
          </p:cNvPr>
          <p:cNvSpPr>
            <a:spLocks noGrp="1"/>
          </p:cNvSpPr>
          <p:nvPr>
            <p:ph type="dt" sz="half" idx="10"/>
          </p:nvPr>
        </p:nvSpPr>
        <p:spPr>
          <a:xfrm>
            <a:off x="838200" y="6356350"/>
            <a:ext cx="2743200" cy="365125"/>
          </a:xfrm>
          <a:prstGeom prst="rect">
            <a:avLst/>
          </a:prstGeom>
        </p:spPr>
        <p:txBody>
          <a:bodyPr/>
          <a:lstStyle/>
          <a:p>
            <a:fld id="{FD73274A-A2CD-4D7F-B977-66E290A1AB78}" type="datetimeFigureOut">
              <a:rPr lang="en-US" smtClean="0"/>
              <a:t>1/30/2026</a:t>
            </a:fld>
            <a:endParaRPr lang="en-US"/>
          </a:p>
        </p:txBody>
      </p:sp>
      <p:sp>
        <p:nvSpPr>
          <p:cNvPr id="3" name="Footer Placeholder 2">
            <a:extLst>
              <a:ext uri="{FF2B5EF4-FFF2-40B4-BE49-F238E27FC236}">
                <a16:creationId xmlns:a16="http://schemas.microsoft.com/office/drawing/2014/main" id="{C177B401-DFF1-9E83-1AFF-E5EC0ACD16EA}"/>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4" name="Slide Number Placeholder 3">
            <a:extLst>
              <a:ext uri="{FF2B5EF4-FFF2-40B4-BE49-F238E27FC236}">
                <a16:creationId xmlns:a16="http://schemas.microsoft.com/office/drawing/2014/main" id="{7A27D21B-F5D7-5E07-AD0D-285590E6DEA5}"/>
              </a:ext>
            </a:extLst>
          </p:cNvPr>
          <p:cNvSpPr>
            <a:spLocks noGrp="1"/>
          </p:cNvSpPr>
          <p:nvPr>
            <p:ph type="sldNum" sz="quarter" idx="12"/>
          </p:nvPr>
        </p:nvSpPr>
        <p:spPr>
          <a:xfrm>
            <a:off x="8610600" y="6356350"/>
            <a:ext cx="2743200" cy="365125"/>
          </a:xfrm>
          <a:prstGeom prst="rect">
            <a:avLst/>
          </a:prstGeom>
        </p:spPr>
        <p:txBody>
          <a:bodyPr/>
          <a:lstStyle/>
          <a:p>
            <a:fld id="{32FB2461-14E4-41EF-9449-AE0E6559CB66}" type="slidenum">
              <a:rPr lang="en-US" smtClean="0"/>
              <a:t>‹#›</a:t>
            </a:fld>
            <a:endParaRPr lang="en-US"/>
          </a:p>
        </p:txBody>
      </p:sp>
    </p:spTree>
    <p:extLst>
      <p:ext uri="{BB962C8B-B14F-4D97-AF65-F5344CB8AC3E}">
        <p14:creationId xmlns:p14="http://schemas.microsoft.com/office/powerpoint/2010/main" val="38984273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DF68E2-3E1C-4942-B972-676EF99620F3}"/>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0AB3E5FE-9809-AA0D-0068-8D2879739446}"/>
              </a:ext>
            </a:extLst>
          </p:cNvPr>
          <p:cNvSpPr>
            <a:spLocks noGrp="1"/>
          </p:cNvSpPr>
          <p:nvPr>
            <p:ph idx="1"/>
          </p:nvPr>
        </p:nvSpPr>
        <p:spPr>
          <a:xfrm>
            <a:off x="5183188" y="987425"/>
            <a:ext cx="617220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C45EC551-67C4-F4E7-1910-F519BF9045D8}"/>
              </a:ext>
            </a:extLst>
          </p:cNvPr>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486D973-5346-1585-DF1D-4A6D81AE612A}"/>
              </a:ext>
            </a:extLst>
          </p:cNvPr>
          <p:cNvSpPr>
            <a:spLocks noGrp="1"/>
          </p:cNvSpPr>
          <p:nvPr>
            <p:ph type="dt" sz="half" idx="10"/>
          </p:nvPr>
        </p:nvSpPr>
        <p:spPr>
          <a:xfrm>
            <a:off x="838200" y="6356350"/>
            <a:ext cx="2743200" cy="365125"/>
          </a:xfrm>
          <a:prstGeom prst="rect">
            <a:avLst/>
          </a:prstGeom>
        </p:spPr>
        <p:txBody>
          <a:bodyPr/>
          <a:lstStyle/>
          <a:p>
            <a:fld id="{FD73274A-A2CD-4D7F-B977-66E290A1AB78}" type="datetimeFigureOut">
              <a:rPr lang="en-US" smtClean="0"/>
              <a:t>1/30/2026</a:t>
            </a:fld>
            <a:endParaRPr lang="en-US"/>
          </a:p>
        </p:txBody>
      </p:sp>
      <p:sp>
        <p:nvSpPr>
          <p:cNvPr id="6" name="Footer Placeholder 5">
            <a:extLst>
              <a:ext uri="{FF2B5EF4-FFF2-40B4-BE49-F238E27FC236}">
                <a16:creationId xmlns:a16="http://schemas.microsoft.com/office/drawing/2014/main" id="{F86FF201-46FF-F9B5-9CC0-41835305C689}"/>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35ECBF98-FECD-2939-6FDA-1F24F227DA04}"/>
              </a:ext>
            </a:extLst>
          </p:cNvPr>
          <p:cNvSpPr>
            <a:spLocks noGrp="1"/>
          </p:cNvSpPr>
          <p:nvPr>
            <p:ph type="sldNum" sz="quarter" idx="12"/>
          </p:nvPr>
        </p:nvSpPr>
        <p:spPr>
          <a:xfrm>
            <a:off x="8610600" y="6356350"/>
            <a:ext cx="2743200" cy="365125"/>
          </a:xfrm>
          <a:prstGeom prst="rect">
            <a:avLst/>
          </a:prstGeom>
        </p:spPr>
        <p:txBody>
          <a:bodyPr/>
          <a:lstStyle/>
          <a:p>
            <a:fld id="{32FB2461-14E4-41EF-9449-AE0E6559CB66}" type="slidenum">
              <a:rPr lang="en-US" smtClean="0"/>
              <a:t>‹#›</a:t>
            </a:fld>
            <a:endParaRPr lang="en-US"/>
          </a:p>
        </p:txBody>
      </p:sp>
    </p:spTree>
    <p:extLst>
      <p:ext uri="{BB962C8B-B14F-4D97-AF65-F5344CB8AC3E}">
        <p14:creationId xmlns:p14="http://schemas.microsoft.com/office/powerpoint/2010/main" val="386152858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4BCDCE-1DF9-541C-B7E9-6622BFED4115}"/>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545BBD72-9B7D-1B6B-5935-44F06A9178E8}"/>
              </a:ext>
            </a:extLst>
          </p:cNvPr>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D746A0AE-8309-E148-1D29-29503949BDE0}"/>
              </a:ext>
            </a:extLst>
          </p:cNvPr>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96C41A5-6FCA-36FF-6CFA-7C0597A212FA}"/>
              </a:ext>
            </a:extLst>
          </p:cNvPr>
          <p:cNvSpPr>
            <a:spLocks noGrp="1"/>
          </p:cNvSpPr>
          <p:nvPr>
            <p:ph type="dt" sz="half" idx="10"/>
          </p:nvPr>
        </p:nvSpPr>
        <p:spPr>
          <a:xfrm>
            <a:off x="838200" y="6356350"/>
            <a:ext cx="2743200" cy="365125"/>
          </a:xfrm>
          <a:prstGeom prst="rect">
            <a:avLst/>
          </a:prstGeom>
        </p:spPr>
        <p:txBody>
          <a:bodyPr/>
          <a:lstStyle/>
          <a:p>
            <a:fld id="{FD73274A-A2CD-4D7F-B977-66E290A1AB78}" type="datetimeFigureOut">
              <a:rPr lang="en-US" smtClean="0"/>
              <a:t>1/30/2026</a:t>
            </a:fld>
            <a:endParaRPr lang="en-US"/>
          </a:p>
        </p:txBody>
      </p:sp>
      <p:sp>
        <p:nvSpPr>
          <p:cNvPr id="6" name="Footer Placeholder 5">
            <a:extLst>
              <a:ext uri="{FF2B5EF4-FFF2-40B4-BE49-F238E27FC236}">
                <a16:creationId xmlns:a16="http://schemas.microsoft.com/office/drawing/2014/main" id="{A8DB2AD8-5418-91E2-23C4-D519A6265F26}"/>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E9F095D8-FC0F-CA9B-A1E7-AA64CF34EB67}"/>
              </a:ext>
            </a:extLst>
          </p:cNvPr>
          <p:cNvSpPr>
            <a:spLocks noGrp="1"/>
          </p:cNvSpPr>
          <p:nvPr>
            <p:ph type="sldNum" sz="quarter" idx="12"/>
          </p:nvPr>
        </p:nvSpPr>
        <p:spPr>
          <a:xfrm>
            <a:off x="8610600" y="6356350"/>
            <a:ext cx="2743200" cy="365125"/>
          </a:xfrm>
          <a:prstGeom prst="rect">
            <a:avLst/>
          </a:prstGeom>
        </p:spPr>
        <p:txBody>
          <a:bodyPr/>
          <a:lstStyle/>
          <a:p>
            <a:fld id="{32FB2461-14E4-41EF-9449-AE0E6559CB66}" type="slidenum">
              <a:rPr lang="en-US" smtClean="0"/>
              <a:t>‹#›</a:t>
            </a:fld>
            <a:endParaRPr lang="en-US"/>
          </a:p>
        </p:txBody>
      </p:sp>
    </p:spTree>
    <p:extLst>
      <p:ext uri="{BB962C8B-B14F-4D97-AF65-F5344CB8AC3E}">
        <p14:creationId xmlns:p14="http://schemas.microsoft.com/office/powerpoint/2010/main" val="408166031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56F263-9A0A-3394-3F1F-6C5F8D328ACA}"/>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0E5FFEF5-760B-0BB1-28DC-68D43894F17E}"/>
              </a:ext>
            </a:extLst>
          </p:cNvPr>
          <p:cNvSpPr>
            <a:spLocks noGrp="1"/>
          </p:cNvSpPr>
          <p:nvPr>
            <p:ph type="body" orient="vert" idx="1"/>
          </p:nvPr>
        </p:nvSpPr>
        <p:spPr>
          <a:xfrm>
            <a:off x="838200" y="1825625"/>
            <a:ext cx="10515600" cy="43513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F4F539A-7EBC-768A-374D-3E568BE3277A}"/>
              </a:ext>
            </a:extLst>
          </p:cNvPr>
          <p:cNvSpPr>
            <a:spLocks noGrp="1"/>
          </p:cNvSpPr>
          <p:nvPr>
            <p:ph type="dt" sz="half" idx="10"/>
          </p:nvPr>
        </p:nvSpPr>
        <p:spPr>
          <a:xfrm>
            <a:off x="838200" y="6356350"/>
            <a:ext cx="2743200" cy="365125"/>
          </a:xfrm>
          <a:prstGeom prst="rect">
            <a:avLst/>
          </a:prstGeom>
        </p:spPr>
        <p:txBody>
          <a:bodyPr/>
          <a:lstStyle/>
          <a:p>
            <a:fld id="{FD73274A-A2CD-4D7F-B977-66E290A1AB78}" type="datetimeFigureOut">
              <a:rPr lang="en-US" smtClean="0"/>
              <a:t>1/30/2026</a:t>
            </a:fld>
            <a:endParaRPr lang="en-US"/>
          </a:p>
        </p:txBody>
      </p:sp>
      <p:sp>
        <p:nvSpPr>
          <p:cNvPr id="5" name="Footer Placeholder 4">
            <a:extLst>
              <a:ext uri="{FF2B5EF4-FFF2-40B4-BE49-F238E27FC236}">
                <a16:creationId xmlns:a16="http://schemas.microsoft.com/office/drawing/2014/main" id="{052D2046-7AA0-ACCC-813F-F0045C6B0ECA}"/>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1E743A9D-CF35-58E9-CEF7-84CD752F4941}"/>
              </a:ext>
            </a:extLst>
          </p:cNvPr>
          <p:cNvSpPr>
            <a:spLocks noGrp="1"/>
          </p:cNvSpPr>
          <p:nvPr>
            <p:ph type="sldNum" sz="quarter" idx="12"/>
          </p:nvPr>
        </p:nvSpPr>
        <p:spPr>
          <a:xfrm>
            <a:off x="8610600" y="6356350"/>
            <a:ext cx="2743200" cy="365125"/>
          </a:xfrm>
          <a:prstGeom prst="rect">
            <a:avLst/>
          </a:prstGeom>
        </p:spPr>
        <p:txBody>
          <a:bodyPr/>
          <a:lstStyle/>
          <a:p>
            <a:fld id="{32FB2461-14E4-41EF-9449-AE0E6559CB66}" type="slidenum">
              <a:rPr lang="en-US" smtClean="0"/>
              <a:t>‹#›</a:t>
            </a:fld>
            <a:endParaRPr lang="en-US"/>
          </a:p>
        </p:txBody>
      </p:sp>
    </p:spTree>
    <p:extLst>
      <p:ext uri="{BB962C8B-B14F-4D97-AF65-F5344CB8AC3E}">
        <p14:creationId xmlns:p14="http://schemas.microsoft.com/office/powerpoint/2010/main" val="210747311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E6EEB20-7BAE-8163-AF11-357FD764FC54}"/>
              </a:ext>
            </a:extLst>
          </p:cNvPr>
          <p:cNvSpPr>
            <a:spLocks noGrp="1"/>
          </p:cNvSpPr>
          <p:nvPr>
            <p:ph type="title" orient="vert"/>
          </p:nvPr>
        </p:nvSpPr>
        <p:spPr>
          <a:xfrm>
            <a:off x="8724900" y="365125"/>
            <a:ext cx="2628900" cy="5811838"/>
          </a:xfrm>
          <a:prstGeom prst="rect">
            <a:avLst/>
          </a:prstGeo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30D173BD-0918-77CD-3BC5-870F618AF1FF}"/>
              </a:ext>
            </a:extLst>
          </p:cNvPr>
          <p:cNvSpPr>
            <a:spLocks noGrp="1"/>
          </p:cNvSpPr>
          <p:nvPr>
            <p:ph type="body" orient="vert" idx="1"/>
          </p:nvPr>
        </p:nvSpPr>
        <p:spPr>
          <a:xfrm>
            <a:off x="838200" y="365125"/>
            <a:ext cx="7734300" cy="58118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48AB18A-E29B-AB92-E36C-D19006B4B100}"/>
              </a:ext>
            </a:extLst>
          </p:cNvPr>
          <p:cNvSpPr>
            <a:spLocks noGrp="1"/>
          </p:cNvSpPr>
          <p:nvPr>
            <p:ph type="dt" sz="half" idx="10"/>
          </p:nvPr>
        </p:nvSpPr>
        <p:spPr>
          <a:xfrm>
            <a:off x="838200" y="6356350"/>
            <a:ext cx="2743200" cy="365125"/>
          </a:xfrm>
          <a:prstGeom prst="rect">
            <a:avLst/>
          </a:prstGeom>
        </p:spPr>
        <p:txBody>
          <a:bodyPr/>
          <a:lstStyle/>
          <a:p>
            <a:fld id="{FD73274A-A2CD-4D7F-B977-66E290A1AB78}" type="datetimeFigureOut">
              <a:rPr lang="en-US" smtClean="0"/>
              <a:t>1/30/2026</a:t>
            </a:fld>
            <a:endParaRPr lang="en-US"/>
          </a:p>
        </p:txBody>
      </p:sp>
      <p:sp>
        <p:nvSpPr>
          <p:cNvPr id="5" name="Footer Placeholder 4">
            <a:extLst>
              <a:ext uri="{FF2B5EF4-FFF2-40B4-BE49-F238E27FC236}">
                <a16:creationId xmlns:a16="http://schemas.microsoft.com/office/drawing/2014/main" id="{DD0034D9-0416-B27F-B018-5988B84EC8E9}"/>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95D91FF6-4797-6F7F-6750-554277416B03}"/>
              </a:ext>
            </a:extLst>
          </p:cNvPr>
          <p:cNvSpPr>
            <a:spLocks noGrp="1"/>
          </p:cNvSpPr>
          <p:nvPr>
            <p:ph type="sldNum" sz="quarter" idx="12"/>
          </p:nvPr>
        </p:nvSpPr>
        <p:spPr>
          <a:xfrm>
            <a:off x="8610600" y="6356350"/>
            <a:ext cx="2743200" cy="365125"/>
          </a:xfrm>
          <a:prstGeom prst="rect">
            <a:avLst/>
          </a:prstGeom>
        </p:spPr>
        <p:txBody>
          <a:bodyPr/>
          <a:lstStyle/>
          <a:p>
            <a:fld id="{32FB2461-14E4-41EF-9449-AE0E6559CB66}" type="slidenum">
              <a:rPr lang="en-US" smtClean="0"/>
              <a:t>‹#›</a:t>
            </a:fld>
            <a:endParaRPr lang="en-US"/>
          </a:p>
        </p:txBody>
      </p:sp>
    </p:spTree>
    <p:extLst>
      <p:ext uri="{BB962C8B-B14F-4D97-AF65-F5344CB8AC3E}">
        <p14:creationId xmlns:p14="http://schemas.microsoft.com/office/powerpoint/2010/main" val="206066219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image" Target="../media/image4.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3.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5DE82E09-9CEE-8584-D464-24E0EC391B80}"/>
              </a:ext>
            </a:extLst>
          </p:cNvPr>
          <p:cNvSpPr/>
          <p:nvPr userDrawn="1"/>
        </p:nvSpPr>
        <p:spPr>
          <a:xfrm>
            <a:off x="0" y="0"/>
            <a:ext cx="12191998" cy="1280156"/>
          </a:xfrm>
          <a:prstGeom prst="rect">
            <a:avLst/>
          </a:prstGeom>
          <a:solidFill>
            <a:srgbClr val="01234D"/>
          </a:solidFill>
          <a:ln>
            <a:solidFill>
              <a:srgbClr val="52575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5" name="Picture 14">
            <a:extLst>
              <a:ext uri="{FF2B5EF4-FFF2-40B4-BE49-F238E27FC236}">
                <a16:creationId xmlns:a16="http://schemas.microsoft.com/office/drawing/2014/main" id="{F2BE4274-EF19-EE7E-5761-D489EED61B88}"/>
              </a:ext>
            </a:extLst>
          </p:cNvPr>
          <p:cNvPicPr>
            <a:picLocks noChangeAspect="1"/>
          </p:cNvPicPr>
          <p:nvPr userDrawn="1"/>
        </p:nvPicPr>
        <p:blipFill>
          <a:blip r:embed="rId13">
            <a:extLst>
              <a:ext uri="{28A0092B-C50C-407E-A947-70E740481C1C}">
                <a14:useLocalDpi xmlns:a14="http://schemas.microsoft.com/office/drawing/2010/main" val="0"/>
              </a:ext>
            </a:extLst>
          </a:blip>
          <a:stretch>
            <a:fillRect/>
          </a:stretch>
        </p:blipFill>
        <p:spPr>
          <a:xfrm>
            <a:off x="9006884" y="74822"/>
            <a:ext cx="1043154" cy="1043154"/>
          </a:xfrm>
          <a:prstGeom prst="rect">
            <a:avLst/>
          </a:prstGeom>
        </p:spPr>
      </p:pic>
      <p:pic>
        <p:nvPicPr>
          <p:cNvPr id="16" name="Picture 15">
            <a:extLst>
              <a:ext uri="{FF2B5EF4-FFF2-40B4-BE49-F238E27FC236}">
                <a16:creationId xmlns:a16="http://schemas.microsoft.com/office/drawing/2014/main" id="{A91A2BA2-F38B-80BA-A985-5949FC76FEA7}"/>
              </a:ext>
            </a:extLst>
          </p:cNvPr>
          <p:cNvPicPr>
            <a:picLocks noChangeAspect="1"/>
          </p:cNvPicPr>
          <p:nvPr userDrawn="1"/>
        </p:nvPicPr>
        <p:blipFill>
          <a:blip r:embed="rId14">
            <a:extLst>
              <a:ext uri="{28A0092B-C50C-407E-A947-70E740481C1C}">
                <a14:useLocalDpi xmlns:a14="http://schemas.microsoft.com/office/drawing/2010/main" val="0"/>
              </a:ext>
            </a:extLst>
          </a:blip>
          <a:stretch>
            <a:fillRect/>
          </a:stretch>
        </p:blipFill>
        <p:spPr>
          <a:xfrm>
            <a:off x="10947316" y="123390"/>
            <a:ext cx="884047" cy="884047"/>
          </a:xfrm>
          <a:prstGeom prst="rect">
            <a:avLst/>
          </a:prstGeom>
        </p:spPr>
      </p:pic>
      <p:pic>
        <p:nvPicPr>
          <p:cNvPr id="17" name="Picture 16">
            <a:extLst>
              <a:ext uri="{FF2B5EF4-FFF2-40B4-BE49-F238E27FC236}">
                <a16:creationId xmlns:a16="http://schemas.microsoft.com/office/drawing/2014/main" id="{604524FB-BCF4-1B74-A89E-4EDE85967878}"/>
              </a:ext>
            </a:extLst>
          </p:cNvPr>
          <p:cNvPicPr>
            <a:picLocks noChangeAspect="1"/>
          </p:cNvPicPr>
          <p:nvPr userDrawn="1"/>
        </p:nvPicPr>
        <p:blipFill>
          <a:blip r:embed="rId15">
            <a:extLst>
              <a:ext uri="{28A0092B-C50C-407E-A947-70E740481C1C}">
                <a14:useLocalDpi xmlns:a14="http://schemas.microsoft.com/office/drawing/2010/main" val="0"/>
              </a:ext>
            </a:extLst>
          </a:blip>
          <a:stretch>
            <a:fillRect/>
          </a:stretch>
        </p:blipFill>
        <p:spPr>
          <a:xfrm>
            <a:off x="10127893" y="192303"/>
            <a:ext cx="785940" cy="785940"/>
          </a:xfrm>
          <a:prstGeom prst="rect">
            <a:avLst/>
          </a:prstGeom>
        </p:spPr>
      </p:pic>
      <p:sp>
        <p:nvSpPr>
          <p:cNvPr id="18" name="TextBox 17">
            <a:extLst>
              <a:ext uri="{FF2B5EF4-FFF2-40B4-BE49-F238E27FC236}">
                <a16:creationId xmlns:a16="http://schemas.microsoft.com/office/drawing/2014/main" id="{F2F88F76-11B2-42F9-7CED-3DAC2835AF8A}"/>
              </a:ext>
            </a:extLst>
          </p:cNvPr>
          <p:cNvSpPr txBox="1"/>
          <p:nvPr userDrawn="1"/>
        </p:nvSpPr>
        <p:spPr>
          <a:xfrm>
            <a:off x="2575249" y="27424"/>
            <a:ext cx="5998348" cy="646331"/>
          </a:xfrm>
          <a:prstGeom prst="rect">
            <a:avLst/>
          </a:prstGeom>
          <a:noFill/>
        </p:spPr>
        <p:txBody>
          <a:bodyPr wrap="square" rtlCol="0">
            <a:spAutoFit/>
          </a:bodyPr>
          <a:lstStyle/>
          <a:p>
            <a:r>
              <a:rPr lang="en-US" b="1" dirty="0">
                <a:solidFill>
                  <a:schemeClr val="bg1"/>
                </a:solidFill>
                <a:latin typeface="Gordita "/>
              </a:rPr>
              <a:t>55</a:t>
            </a:r>
            <a:r>
              <a:rPr lang="en-US" b="1" baseline="30000" dirty="0">
                <a:solidFill>
                  <a:schemeClr val="bg1"/>
                </a:solidFill>
                <a:latin typeface="Gordita "/>
              </a:rPr>
              <a:t>th</a:t>
            </a:r>
            <a:r>
              <a:rPr lang="en-US" b="1" dirty="0">
                <a:solidFill>
                  <a:schemeClr val="bg1"/>
                </a:solidFill>
                <a:latin typeface="Gordita "/>
              </a:rPr>
              <a:t>   Annual Conference of </a:t>
            </a:r>
          </a:p>
          <a:p>
            <a:r>
              <a:rPr lang="en-US" b="1" dirty="0">
                <a:solidFill>
                  <a:schemeClr val="bg1"/>
                </a:solidFill>
                <a:latin typeface="Gordita "/>
              </a:rPr>
              <a:t>Orthopedic Surgeon Society of Andhra Pradesh</a:t>
            </a:r>
          </a:p>
        </p:txBody>
      </p:sp>
      <p:sp>
        <p:nvSpPr>
          <p:cNvPr id="19" name="TextBox 18">
            <a:extLst>
              <a:ext uri="{FF2B5EF4-FFF2-40B4-BE49-F238E27FC236}">
                <a16:creationId xmlns:a16="http://schemas.microsoft.com/office/drawing/2014/main" id="{65ADD6F6-E35D-B7F8-9AC5-43234D897C09}"/>
              </a:ext>
            </a:extLst>
          </p:cNvPr>
          <p:cNvSpPr txBox="1"/>
          <p:nvPr userDrawn="1"/>
        </p:nvSpPr>
        <p:spPr>
          <a:xfrm>
            <a:off x="2601218" y="653897"/>
            <a:ext cx="6307494" cy="276999"/>
          </a:xfrm>
          <a:prstGeom prst="rect">
            <a:avLst/>
          </a:prstGeom>
          <a:noFill/>
        </p:spPr>
        <p:txBody>
          <a:bodyPr wrap="square" rtlCol="0">
            <a:spAutoFit/>
          </a:bodyPr>
          <a:lstStyle/>
          <a:p>
            <a:r>
              <a:rPr lang="en-US" sz="1200" b="1" dirty="0">
                <a:solidFill>
                  <a:schemeClr val="bg1"/>
                </a:solidFill>
                <a:latin typeface="Gordita "/>
              </a:rPr>
              <a:t>Date 6 – 8 February,2026, Venue : Kurnool Medical College</a:t>
            </a:r>
          </a:p>
        </p:txBody>
      </p:sp>
      <p:sp>
        <p:nvSpPr>
          <p:cNvPr id="20" name="TextBox 19">
            <a:extLst>
              <a:ext uri="{FF2B5EF4-FFF2-40B4-BE49-F238E27FC236}">
                <a16:creationId xmlns:a16="http://schemas.microsoft.com/office/drawing/2014/main" id="{C146DFFE-ACF0-208A-4880-3B35F597866F}"/>
              </a:ext>
            </a:extLst>
          </p:cNvPr>
          <p:cNvSpPr txBox="1"/>
          <p:nvPr userDrawn="1"/>
        </p:nvSpPr>
        <p:spPr>
          <a:xfrm>
            <a:off x="2575249" y="913340"/>
            <a:ext cx="7114032" cy="276999"/>
          </a:xfrm>
          <a:prstGeom prst="rect">
            <a:avLst/>
          </a:prstGeom>
          <a:noFill/>
        </p:spPr>
        <p:txBody>
          <a:bodyPr wrap="square" rtlCol="0">
            <a:spAutoFit/>
          </a:bodyPr>
          <a:lstStyle/>
          <a:p>
            <a:r>
              <a:rPr lang="en-US" sz="1200" b="1" dirty="0">
                <a:solidFill>
                  <a:schemeClr val="bg1"/>
                </a:solidFill>
                <a:latin typeface="Gordita "/>
              </a:rPr>
              <a:t>Organized by : Department of </a:t>
            </a:r>
            <a:r>
              <a:rPr lang="en-US" sz="1200" b="1" dirty="0" err="1">
                <a:solidFill>
                  <a:schemeClr val="bg1"/>
                </a:solidFill>
                <a:latin typeface="Gordita "/>
              </a:rPr>
              <a:t>Orthopaedics</a:t>
            </a:r>
            <a:r>
              <a:rPr lang="en-US" sz="1200" b="1" dirty="0">
                <a:solidFill>
                  <a:schemeClr val="bg1"/>
                </a:solidFill>
                <a:latin typeface="Gordita "/>
              </a:rPr>
              <a:t>, Kurnool Medical College Kurnool</a:t>
            </a:r>
          </a:p>
        </p:txBody>
      </p:sp>
      <p:sp>
        <p:nvSpPr>
          <p:cNvPr id="21" name="Freeform 13">
            <a:extLst>
              <a:ext uri="{FF2B5EF4-FFF2-40B4-BE49-F238E27FC236}">
                <a16:creationId xmlns:a16="http://schemas.microsoft.com/office/drawing/2014/main" id="{FD934B23-4A0F-DA26-1C91-6993B84BADB9}"/>
              </a:ext>
            </a:extLst>
          </p:cNvPr>
          <p:cNvSpPr/>
          <p:nvPr userDrawn="1"/>
        </p:nvSpPr>
        <p:spPr>
          <a:xfrm>
            <a:off x="560814" y="14255"/>
            <a:ext cx="1505561" cy="1280157"/>
          </a:xfrm>
          <a:custGeom>
            <a:avLst/>
            <a:gdLst/>
            <a:ahLst/>
            <a:cxnLst/>
            <a:rect l="l" t="t" r="r" b="b"/>
            <a:pathLst>
              <a:path w="2254612" h="1957865">
                <a:moveTo>
                  <a:pt x="0" y="0"/>
                </a:moveTo>
                <a:lnTo>
                  <a:pt x="2254612" y="0"/>
                </a:lnTo>
                <a:lnTo>
                  <a:pt x="2254612" y="1957865"/>
                </a:lnTo>
                <a:lnTo>
                  <a:pt x="0" y="1957865"/>
                </a:lnTo>
                <a:lnTo>
                  <a:pt x="0" y="0"/>
                </a:lnTo>
                <a:close/>
              </a:path>
            </a:pathLst>
          </a:custGeom>
          <a:blipFill>
            <a:blip r:embed="rId16"/>
            <a:stretch>
              <a:fillRect t="-9937" r="-4895" b="-10857"/>
            </a:stretch>
          </a:blipFill>
        </p:spPr>
        <p:txBody>
          <a:bodyPr/>
          <a:lstStyle/>
          <a:p>
            <a:endParaRPr lang="en-US"/>
          </a:p>
        </p:txBody>
      </p:sp>
    </p:spTree>
    <p:extLst>
      <p:ext uri="{BB962C8B-B14F-4D97-AF65-F5344CB8AC3E}">
        <p14:creationId xmlns:p14="http://schemas.microsoft.com/office/powerpoint/2010/main" val="107015512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jpg"/><Relationship Id="rId13" Type="http://schemas.openxmlformats.org/officeDocument/2006/relationships/image" Target="../media/image11.jpg"/><Relationship Id="rId3" Type="http://schemas.openxmlformats.org/officeDocument/2006/relationships/image" Target="../media/image1.png"/><Relationship Id="rId7" Type="http://schemas.openxmlformats.org/officeDocument/2006/relationships/image" Target="../media/image5.jpg"/><Relationship Id="rId12" Type="http://schemas.openxmlformats.org/officeDocument/2006/relationships/image" Target="../media/image10.jp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11" Type="http://schemas.openxmlformats.org/officeDocument/2006/relationships/image" Target="../media/image9.jpg"/><Relationship Id="rId5" Type="http://schemas.openxmlformats.org/officeDocument/2006/relationships/image" Target="../media/image3.png"/><Relationship Id="rId10" Type="http://schemas.openxmlformats.org/officeDocument/2006/relationships/image" Target="../media/image8.jpg"/><Relationship Id="rId4" Type="http://schemas.openxmlformats.org/officeDocument/2006/relationships/image" Target="../media/image2.png"/><Relationship Id="rId9" Type="http://schemas.openxmlformats.org/officeDocument/2006/relationships/image" Target="../media/image7.jp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E872BCCA-09F4-9D91-AE26-B5E437D7714E}"/>
              </a:ext>
            </a:extLst>
          </p:cNvPr>
          <p:cNvSpPr/>
          <p:nvPr/>
        </p:nvSpPr>
        <p:spPr>
          <a:xfrm>
            <a:off x="0" y="0"/>
            <a:ext cx="12191998" cy="1280156"/>
          </a:xfrm>
          <a:prstGeom prst="rect">
            <a:avLst/>
          </a:prstGeom>
          <a:solidFill>
            <a:srgbClr val="01234D"/>
          </a:solidFill>
          <a:ln>
            <a:solidFill>
              <a:srgbClr val="52575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5" name="Picture 14">
            <a:extLst>
              <a:ext uri="{FF2B5EF4-FFF2-40B4-BE49-F238E27FC236}">
                <a16:creationId xmlns:a16="http://schemas.microsoft.com/office/drawing/2014/main" id="{4D4B9414-324A-B4ED-525E-CF04D2394B1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932029" y="145897"/>
            <a:ext cx="793960" cy="793960"/>
          </a:xfrm>
          <a:prstGeom prst="rect">
            <a:avLst/>
          </a:prstGeom>
        </p:spPr>
      </p:pic>
      <p:pic>
        <p:nvPicPr>
          <p:cNvPr id="16" name="Picture 15">
            <a:extLst>
              <a:ext uri="{FF2B5EF4-FFF2-40B4-BE49-F238E27FC236}">
                <a16:creationId xmlns:a16="http://schemas.microsoft.com/office/drawing/2014/main" id="{6B23EAFB-E583-3DAF-08B5-661672CE88F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679897" y="126233"/>
            <a:ext cx="757842" cy="757842"/>
          </a:xfrm>
          <a:prstGeom prst="rect">
            <a:avLst/>
          </a:prstGeom>
        </p:spPr>
      </p:pic>
      <p:pic>
        <p:nvPicPr>
          <p:cNvPr id="17" name="Picture 16">
            <a:extLst>
              <a:ext uri="{FF2B5EF4-FFF2-40B4-BE49-F238E27FC236}">
                <a16:creationId xmlns:a16="http://schemas.microsoft.com/office/drawing/2014/main" id="{3C21D24D-75B4-7ADE-170F-FE845B818D4F}"/>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1406711" y="75458"/>
            <a:ext cx="785940" cy="785940"/>
          </a:xfrm>
          <a:prstGeom prst="rect">
            <a:avLst/>
          </a:prstGeom>
        </p:spPr>
      </p:pic>
      <p:sp>
        <p:nvSpPr>
          <p:cNvPr id="4" name="Freeform 13">
            <a:extLst>
              <a:ext uri="{FF2B5EF4-FFF2-40B4-BE49-F238E27FC236}">
                <a16:creationId xmlns:a16="http://schemas.microsoft.com/office/drawing/2014/main" id="{0F401C6F-33A3-A415-AD1A-709059E901BF}"/>
              </a:ext>
            </a:extLst>
          </p:cNvPr>
          <p:cNvSpPr/>
          <p:nvPr/>
        </p:nvSpPr>
        <p:spPr>
          <a:xfrm>
            <a:off x="46157" y="-14232"/>
            <a:ext cx="1505561" cy="1280157"/>
          </a:xfrm>
          <a:custGeom>
            <a:avLst/>
            <a:gdLst/>
            <a:ahLst/>
            <a:cxnLst/>
            <a:rect l="l" t="t" r="r" b="b"/>
            <a:pathLst>
              <a:path w="2254612" h="1957865">
                <a:moveTo>
                  <a:pt x="0" y="0"/>
                </a:moveTo>
                <a:lnTo>
                  <a:pt x="2254612" y="0"/>
                </a:lnTo>
                <a:lnTo>
                  <a:pt x="2254612" y="1957865"/>
                </a:lnTo>
                <a:lnTo>
                  <a:pt x="0" y="1957865"/>
                </a:lnTo>
                <a:lnTo>
                  <a:pt x="0" y="0"/>
                </a:lnTo>
                <a:close/>
              </a:path>
            </a:pathLst>
          </a:custGeom>
          <a:blipFill>
            <a:blip r:embed="rId6"/>
            <a:stretch>
              <a:fillRect t="-9937" r="-4895" b="-10857"/>
            </a:stretch>
          </a:blipFill>
        </p:spPr>
        <p:txBody>
          <a:bodyPr/>
          <a:lstStyle/>
          <a:p>
            <a:endParaRPr lang="en-US"/>
          </a:p>
        </p:txBody>
      </p:sp>
      <p:sp>
        <p:nvSpPr>
          <p:cNvPr id="5" name="Rectangle 4">
            <a:extLst>
              <a:ext uri="{FF2B5EF4-FFF2-40B4-BE49-F238E27FC236}">
                <a16:creationId xmlns:a16="http://schemas.microsoft.com/office/drawing/2014/main" id="{1D4F9D5A-1DDA-4BC3-63F3-F36226B86C87}"/>
              </a:ext>
            </a:extLst>
          </p:cNvPr>
          <p:cNvSpPr/>
          <p:nvPr/>
        </p:nvSpPr>
        <p:spPr>
          <a:xfrm>
            <a:off x="0" y="1674796"/>
            <a:ext cx="3108960" cy="518320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7" name="Rectangle 6">
            <a:extLst>
              <a:ext uri="{FF2B5EF4-FFF2-40B4-BE49-F238E27FC236}">
                <a16:creationId xmlns:a16="http://schemas.microsoft.com/office/drawing/2014/main" id="{6D1A47E9-312C-D04A-D368-EE96CE32C982}"/>
              </a:ext>
            </a:extLst>
          </p:cNvPr>
          <p:cNvSpPr/>
          <p:nvPr/>
        </p:nvSpPr>
        <p:spPr>
          <a:xfrm>
            <a:off x="3123251" y="1266703"/>
            <a:ext cx="3200259" cy="557784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8" name="Rectangle 7">
            <a:extLst>
              <a:ext uri="{FF2B5EF4-FFF2-40B4-BE49-F238E27FC236}">
                <a16:creationId xmlns:a16="http://schemas.microsoft.com/office/drawing/2014/main" id="{63A874B9-B8E1-A36B-AA38-6FCC7D5D8F32}"/>
              </a:ext>
            </a:extLst>
          </p:cNvPr>
          <p:cNvSpPr/>
          <p:nvPr/>
        </p:nvSpPr>
        <p:spPr>
          <a:xfrm>
            <a:off x="6338095" y="1501239"/>
            <a:ext cx="5839326" cy="333034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9" name="Rectangle 8">
            <a:extLst>
              <a:ext uri="{FF2B5EF4-FFF2-40B4-BE49-F238E27FC236}">
                <a16:creationId xmlns:a16="http://schemas.microsoft.com/office/drawing/2014/main" id="{0EFC2BB9-1938-0DF3-F424-CAC28C6D9880}"/>
              </a:ext>
            </a:extLst>
          </p:cNvPr>
          <p:cNvSpPr/>
          <p:nvPr/>
        </p:nvSpPr>
        <p:spPr>
          <a:xfrm>
            <a:off x="6321341" y="5080536"/>
            <a:ext cx="5870659" cy="1777463"/>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0" name="Rectangle 9">
            <a:extLst>
              <a:ext uri="{FF2B5EF4-FFF2-40B4-BE49-F238E27FC236}">
                <a16:creationId xmlns:a16="http://schemas.microsoft.com/office/drawing/2014/main" id="{6B0C050E-DD7C-3885-8EBF-D74C223C0531}"/>
              </a:ext>
            </a:extLst>
          </p:cNvPr>
          <p:cNvSpPr/>
          <p:nvPr/>
        </p:nvSpPr>
        <p:spPr>
          <a:xfrm>
            <a:off x="0" y="1280157"/>
            <a:ext cx="3108960" cy="394637"/>
          </a:xfrm>
          <a:prstGeom prst="rect">
            <a:avLst/>
          </a:prstGeom>
          <a:solidFill>
            <a:schemeClr val="tx2">
              <a:lumMod val="25000"/>
              <a:lumOff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INTRODUCTION </a:t>
            </a:r>
          </a:p>
        </p:txBody>
      </p:sp>
      <p:sp>
        <p:nvSpPr>
          <p:cNvPr id="11" name="Rectangle 10">
            <a:extLst>
              <a:ext uri="{FF2B5EF4-FFF2-40B4-BE49-F238E27FC236}">
                <a16:creationId xmlns:a16="http://schemas.microsoft.com/office/drawing/2014/main" id="{493EBCB5-BB50-7945-E88B-86122853702B}"/>
              </a:ext>
            </a:extLst>
          </p:cNvPr>
          <p:cNvSpPr/>
          <p:nvPr/>
        </p:nvSpPr>
        <p:spPr>
          <a:xfrm>
            <a:off x="3137545" y="1282098"/>
            <a:ext cx="3185965" cy="394637"/>
          </a:xfrm>
          <a:prstGeom prst="rect">
            <a:avLst/>
          </a:prstGeom>
          <a:solidFill>
            <a:schemeClr val="tx2">
              <a:lumMod val="25000"/>
              <a:lumOff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lumMod val="95000"/>
                    <a:lumOff val="5000"/>
                  </a:schemeClr>
                </a:solidFill>
              </a:rPr>
              <a:t>OPERATIVE FINDINGS</a:t>
            </a:r>
          </a:p>
        </p:txBody>
      </p:sp>
      <p:sp>
        <p:nvSpPr>
          <p:cNvPr id="12" name="Rectangle 11">
            <a:extLst>
              <a:ext uri="{FF2B5EF4-FFF2-40B4-BE49-F238E27FC236}">
                <a16:creationId xmlns:a16="http://schemas.microsoft.com/office/drawing/2014/main" id="{779DCDE1-7E85-0646-3543-9C1638CEB9CA}"/>
              </a:ext>
            </a:extLst>
          </p:cNvPr>
          <p:cNvSpPr/>
          <p:nvPr/>
        </p:nvSpPr>
        <p:spPr>
          <a:xfrm>
            <a:off x="6338094" y="1280157"/>
            <a:ext cx="5839325" cy="394637"/>
          </a:xfrm>
          <a:prstGeom prst="rect">
            <a:avLst/>
          </a:prstGeom>
          <a:solidFill>
            <a:schemeClr val="tx2">
              <a:lumMod val="25000"/>
              <a:lumOff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lumMod val="95000"/>
                    <a:lumOff val="5000"/>
                  </a:schemeClr>
                </a:solidFill>
              </a:rPr>
              <a:t>DISCUSSION</a:t>
            </a:r>
          </a:p>
        </p:txBody>
      </p:sp>
      <p:sp>
        <p:nvSpPr>
          <p:cNvPr id="13" name="Rectangle 12">
            <a:extLst>
              <a:ext uri="{FF2B5EF4-FFF2-40B4-BE49-F238E27FC236}">
                <a16:creationId xmlns:a16="http://schemas.microsoft.com/office/drawing/2014/main" id="{9A130820-FF42-EA8A-339B-145E1FC668F5}"/>
              </a:ext>
            </a:extLst>
          </p:cNvPr>
          <p:cNvSpPr/>
          <p:nvPr/>
        </p:nvSpPr>
        <p:spPr>
          <a:xfrm>
            <a:off x="-5231" y="3677671"/>
            <a:ext cx="3113898" cy="394637"/>
          </a:xfrm>
          <a:prstGeom prst="rect">
            <a:avLst/>
          </a:prstGeom>
          <a:solidFill>
            <a:schemeClr val="tx2">
              <a:lumMod val="25000"/>
              <a:lumOff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lumMod val="95000"/>
                    <a:lumOff val="5000"/>
                  </a:schemeClr>
                </a:solidFill>
              </a:rPr>
              <a:t>CASE REPORT</a:t>
            </a:r>
          </a:p>
        </p:txBody>
      </p:sp>
      <p:sp>
        <p:nvSpPr>
          <p:cNvPr id="22" name="Rectangle 21">
            <a:extLst>
              <a:ext uri="{FF2B5EF4-FFF2-40B4-BE49-F238E27FC236}">
                <a16:creationId xmlns:a16="http://schemas.microsoft.com/office/drawing/2014/main" id="{99633B59-00B8-9FD5-0D31-D1688B16556B}"/>
              </a:ext>
            </a:extLst>
          </p:cNvPr>
          <p:cNvSpPr/>
          <p:nvPr/>
        </p:nvSpPr>
        <p:spPr>
          <a:xfrm>
            <a:off x="6345102" y="4835176"/>
            <a:ext cx="5846898" cy="394637"/>
          </a:xfrm>
          <a:prstGeom prst="rect">
            <a:avLst/>
          </a:prstGeom>
          <a:solidFill>
            <a:schemeClr val="tx2">
              <a:lumMod val="25000"/>
              <a:lumOff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lumMod val="95000"/>
                    <a:lumOff val="5000"/>
                  </a:schemeClr>
                </a:solidFill>
              </a:rPr>
              <a:t>CONCLUSION</a:t>
            </a:r>
          </a:p>
        </p:txBody>
      </p:sp>
      <p:sp>
        <p:nvSpPr>
          <p:cNvPr id="21" name="TextBox 20">
            <a:extLst>
              <a:ext uri="{FF2B5EF4-FFF2-40B4-BE49-F238E27FC236}">
                <a16:creationId xmlns:a16="http://schemas.microsoft.com/office/drawing/2014/main" id="{93ACEA8D-D582-73FF-3F6C-50C456C48823}"/>
              </a:ext>
            </a:extLst>
          </p:cNvPr>
          <p:cNvSpPr txBox="1"/>
          <p:nvPr/>
        </p:nvSpPr>
        <p:spPr>
          <a:xfrm>
            <a:off x="16693" y="1699428"/>
            <a:ext cx="3169264" cy="2031325"/>
          </a:xfrm>
          <a:prstGeom prst="rect">
            <a:avLst/>
          </a:prstGeom>
          <a:noFill/>
        </p:spPr>
        <p:txBody>
          <a:bodyPr wrap="square" rtlCol="0">
            <a:spAutoFit/>
          </a:bodyPr>
          <a:lstStyle/>
          <a:p>
            <a:r>
              <a:rPr lang="en-IN" sz="1400" dirty="0">
                <a:latin typeface="Arial" panose="020B0604020202020204" pitchFamily="34" charset="0"/>
                <a:cs typeface="Arial" panose="020B0604020202020204" pitchFamily="34" charset="0"/>
              </a:rPr>
              <a:t>Schwannoma is a rare benign peripheral nerve sheath tumour, often presenting as a slow-growing mass with sensory symptoms,</a:t>
            </a:r>
            <a:r>
              <a:rPr lang="en-US" sz="1400" dirty="0">
                <a:latin typeface="Arial" panose="020B0604020202020204" pitchFamily="34" charset="0"/>
                <a:cs typeface="Arial" panose="020B0604020202020204" pitchFamily="34" charset="0"/>
              </a:rPr>
              <a:t> arising from Schwann cells derived from the neural crest. Meticulous nerve-sparing surgical excision is essential to achieve symptomatic relief while preserving nerve function.</a:t>
            </a:r>
            <a:endParaRPr lang="en-IN" sz="1400" dirty="0">
              <a:latin typeface="Arial" panose="020B0604020202020204" pitchFamily="34" charset="0"/>
              <a:cs typeface="Arial" panose="020B0604020202020204" pitchFamily="34" charset="0"/>
            </a:endParaRPr>
          </a:p>
        </p:txBody>
      </p:sp>
      <p:sp>
        <p:nvSpPr>
          <p:cNvPr id="2" name="TextBox 1">
            <a:extLst>
              <a:ext uri="{FF2B5EF4-FFF2-40B4-BE49-F238E27FC236}">
                <a16:creationId xmlns:a16="http://schemas.microsoft.com/office/drawing/2014/main" id="{66A78770-7A4E-90E3-D462-F90159F873DF}"/>
              </a:ext>
            </a:extLst>
          </p:cNvPr>
          <p:cNvSpPr txBox="1"/>
          <p:nvPr/>
        </p:nvSpPr>
        <p:spPr>
          <a:xfrm>
            <a:off x="3200542" y="1683809"/>
            <a:ext cx="3089428" cy="338554"/>
          </a:xfrm>
          <a:prstGeom prst="rect">
            <a:avLst/>
          </a:prstGeom>
          <a:noFill/>
        </p:spPr>
        <p:txBody>
          <a:bodyPr wrap="square" rtlCol="0">
            <a:spAutoFit/>
          </a:bodyPr>
          <a:lstStyle/>
          <a:p>
            <a:endParaRPr lang="en-IN" sz="1600" dirty="0">
              <a:latin typeface="Arial" panose="020B0604020202020204" pitchFamily="34" charset="0"/>
              <a:cs typeface="Arial" panose="020B0604020202020204" pitchFamily="34" charset="0"/>
            </a:endParaRPr>
          </a:p>
        </p:txBody>
      </p:sp>
      <p:sp>
        <p:nvSpPr>
          <p:cNvPr id="3" name="TextBox 2">
            <a:extLst>
              <a:ext uri="{FF2B5EF4-FFF2-40B4-BE49-F238E27FC236}">
                <a16:creationId xmlns:a16="http://schemas.microsoft.com/office/drawing/2014/main" id="{3A2AFF47-12A8-681C-9EB5-288FB5A07E10}"/>
              </a:ext>
            </a:extLst>
          </p:cNvPr>
          <p:cNvSpPr txBox="1"/>
          <p:nvPr/>
        </p:nvSpPr>
        <p:spPr>
          <a:xfrm>
            <a:off x="1551718" y="27027"/>
            <a:ext cx="8562097" cy="430887"/>
          </a:xfrm>
          <a:prstGeom prst="rect">
            <a:avLst/>
          </a:prstGeom>
          <a:noFill/>
        </p:spPr>
        <p:txBody>
          <a:bodyPr wrap="square" rtlCol="0">
            <a:spAutoFit/>
          </a:bodyPr>
          <a:lstStyle/>
          <a:p>
            <a:r>
              <a:rPr lang="en-US" sz="2100" dirty="0">
                <a:solidFill>
                  <a:schemeClr val="bg1"/>
                </a:solidFill>
                <a:latin typeface="Arial" panose="020B0604020202020204" pitchFamily="34" charset="0"/>
                <a:cs typeface="Arial" panose="020B0604020202020204" pitchFamily="34" charset="0"/>
              </a:rPr>
              <a:t> </a:t>
            </a:r>
            <a:r>
              <a:rPr lang="en-US" sz="2100" b="1" dirty="0">
                <a:solidFill>
                  <a:schemeClr val="bg1"/>
                </a:solidFill>
                <a:latin typeface="Arial" panose="020B0604020202020204" pitchFamily="34" charset="0"/>
                <a:cs typeface="Arial" panose="020B0604020202020204" pitchFamily="34" charset="0"/>
              </a:rPr>
              <a:t>“ HIDDEN ALONG THE NERVE: ULNAR NERVE SCHWANNOMA’’</a:t>
            </a:r>
          </a:p>
        </p:txBody>
      </p:sp>
      <p:sp>
        <p:nvSpPr>
          <p:cNvPr id="23" name="TextBox 22">
            <a:extLst>
              <a:ext uri="{FF2B5EF4-FFF2-40B4-BE49-F238E27FC236}">
                <a16:creationId xmlns:a16="http://schemas.microsoft.com/office/drawing/2014/main" id="{1AFEE080-3396-E826-6F00-8B70F1ADF317}"/>
              </a:ext>
            </a:extLst>
          </p:cNvPr>
          <p:cNvSpPr txBox="1"/>
          <p:nvPr/>
        </p:nvSpPr>
        <p:spPr>
          <a:xfrm>
            <a:off x="1551065" y="388049"/>
            <a:ext cx="6781774" cy="923330"/>
          </a:xfrm>
          <a:prstGeom prst="rect">
            <a:avLst/>
          </a:prstGeom>
          <a:noFill/>
        </p:spPr>
        <p:txBody>
          <a:bodyPr wrap="square" rtlCol="0">
            <a:spAutoFit/>
          </a:bodyPr>
          <a:lstStyle/>
          <a:p>
            <a:r>
              <a:rPr lang="en-US" dirty="0">
                <a:solidFill>
                  <a:schemeClr val="bg1"/>
                </a:solidFill>
                <a:latin typeface="Arial" panose="020B0604020202020204" pitchFamily="34" charset="0"/>
                <a:cs typeface="Arial" panose="020B0604020202020204" pitchFamily="34" charset="0"/>
              </a:rPr>
              <a:t>[Presenting Author] : Dr. Shaik Mohammed Afrid</a:t>
            </a:r>
            <a:endParaRPr lang="en-US" b="1" dirty="0">
              <a:solidFill>
                <a:schemeClr val="bg1"/>
              </a:solidFill>
              <a:latin typeface="Arial" panose="020B0604020202020204" pitchFamily="34" charset="0"/>
              <a:cs typeface="Arial" panose="020B0604020202020204" pitchFamily="34" charset="0"/>
            </a:endParaRPr>
          </a:p>
          <a:p>
            <a:r>
              <a:rPr lang="en-US" dirty="0">
                <a:solidFill>
                  <a:schemeClr val="bg1"/>
                </a:solidFill>
                <a:latin typeface="Arial" panose="020B0604020202020204" pitchFamily="34" charset="0"/>
                <a:cs typeface="Arial" panose="020B0604020202020204" pitchFamily="34" charset="0"/>
              </a:rPr>
              <a:t>[Guide] : Dr. Patluri Rohit Raj (Associate Professor)</a:t>
            </a:r>
          </a:p>
          <a:p>
            <a:r>
              <a:rPr lang="en-US" dirty="0">
                <a:solidFill>
                  <a:schemeClr val="bg1"/>
                </a:solidFill>
                <a:latin typeface="Arial" panose="020B0604020202020204" pitchFamily="34" charset="0"/>
                <a:cs typeface="Arial" panose="020B0604020202020204" pitchFamily="34" charset="0"/>
              </a:rPr>
              <a:t>Viswabharathi Medical College and General Hospital, Kurnool</a:t>
            </a:r>
            <a:r>
              <a:rPr lang="en-US" sz="1600" dirty="0">
                <a:solidFill>
                  <a:schemeClr val="bg1"/>
                </a:solidFill>
                <a:latin typeface="Arial" panose="020B0604020202020204" pitchFamily="34" charset="0"/>
                <a:cs typeface="Arial" panose="020B0604020202020204" pitchFamily="34" charset="0"/>
              </a:rPr>
              <a:t>.</a:t>
            </a:r>
            <a:endParaRPr lang="en-IN" sz="1600" dirty="0">
              <a:solidFill>
                <a:schemeClr val="bg1"/>
              </a:solidFill>
              <a:latin typeface="Arial" panose="020B0604020202020204" pitchFamily="34" charset="0"/>
              <a:cs typeface="Arial" panose="020B0604020202020204" pitchFamily="34" charset="0"/>
            </a:endParaRPr>
          </a:p>
        </p:txBody>
      </p:sp>
      <p:sp>
        <p:nvSpPr>
          <p:cNvPr id="26" name="TextBox 25">
            <a:extLst>
              <a:ext uri="{FF2B5EF4-FFF2-40B4-BE49-F238E27FC236}">
                <a16:creationId xmlns:a16="http://schemas.microsoft.com/office/drawing/2014/main" id="{6F994385-6AC8-8978-9720-74098B651E1C}"/>
              </a:ext>
            </a:extLst>
          </p:cNvPr>
          <p:cNvSpPr txBox="1"/>
          <p:nvPr/>
        </p:nvSpPr>
        <p:spPr>
          <a:xfrm>
            <a:off x="3175501" y="1661734"/>
            <a:ext cx="3133717" cy="4031873"/>
          </a:xfrm>
          <a:prstGeom prst="rect">
            <a:avLst/>
          </a:prstGeom>
          <a:noFill/>
        </p:spPr>
        <p:txBody>
          <a:bodyPr wrap="square" rtlCol="0">
            <a:spAutoFit/>
          </a:bodyPr>
          <a:lstStyle/>
          <a:p>
            <a:r>
              <a:rPr lang="en-US" sz="1600" dirty="0">
                <a:latin typeface="Arial" panose="020B0604020202020204" pitchFamily="34" charset="0"/>
                <a:cs typeface="Arial" panose="020B0604020202020204" pitchFamily="34" charset="0"/>
              </a:rPr>
              <a:t>A well-encapsulated, firm, oval mass was identified arising eccentrically from the ulnar nerve, located within the epineurium and causing splaying of the nerve fascicles. The tumor showed no infiltration into adjacent fascicles or surrounding soft tissues. Individual nerve fascicles were clearly identifiable and separable from the lesion. Complete excision was achieved with preservation of all functioning fascicles and no macroscopic nerve injury</a:t>
            </a:r>
            <a:r>
              <a:rPr lang="en-US" sz="1400" dirty="0">
                <a:latin typeface="Arial" panose="020B0604020202020204" pitchFamily="34" charset="0"/>
                <a:cs typeface="Arial" panose="020B0604020202020204" pitchFamily="34" charset="0"/>
              </a:rPr>
              <a:t>.</a:t>
            </a:r>
            <a:endParaRPr lang="en-IN" sz="1400" dirty="0">
              <a:latin typeface="Arial" panose="020B0604020202020204" pitchFamily="34" charset="0"/>
              <a:cs typeface="Arial" panose="020B0604020202020204" pitchFamily="34" charset="0"/>
            </a:endParaRPr>
          </a:p>
        </p:txBody>
      </p:sp>
      <p:sp>
        <p:nvSpPr>
          <p:cNvPr id="27" name="TextBox 26">
            <a:extLst>
              <a:ext uri="{FF2B5EF4-FFF2-40B4-BE49-F238E27FC236}">
                <a16:creationId xmlns:a16="http://schemas.microsoft.com/office/drawing/2014/main" id="{CEE29259-20C4-C4BF-4A69-1B3CC12ADD77}"/>
              </a:ext>
            </a:extLst>
          </p:cNvPr>
          <p:cNvSpPr txBox="1"/>
          <p:nvPr/>
        </p:nvSpPr>
        <p:spPr>
          <a:xfrm>
            <a:off x="-5524" y="4072308"/>
            <a:ext cx="3206066" cy="2874123"/>
          </a:xfrm>
          <a:prstGeom prst="rect">
            <a:avLst/>
          </a:prstGeom>
          <a:noFill/>
        </p:spPr>
        <p:txBody>
          <a:bodyPr wrap="square" rtlCol="0">
            <a:spAutoFit/>
          </a:bodyPr>
          <a:lstStyle/>
          <a:p>
            <a:r>
              <a:rPr lang="en-IN" sz="1450" dirty="0">
                <a:latin typeface="Arial" panose="020B0604020202020204" pitchFamily="34" charset="0"/>
                <a:cs typeface="Arial" panose="020B0604020202020204" pitchFamily="34" charset="0"/>
              </a:rPr>
              <a:t>A female aged 41 years came with complaints of swelling over inner aspect of left wrist for 3 years followed by complaints of numbness and motor weakness over left ring and little finger for 6 months. On examination, a cystic oval swelling </a:t>
            </a:r>
          </a:p>
          <a:p>
            <a:r>
              <a:rPr lang="en-IN" sz="1450" dirty="0">
                <a:latin typeface="Arial" panose="020B0604020202020204" pitchFamily="34" charset="0"/>
                <a:cs typeface="Arial" panose="020B0604020202020204" pitchFamily="34" charset="0"/>
              </a:rPr>
              <a:t>of size 5*3cm noted over medial aspect of left wrist. USG shows an oval shaped hyperechoic lesion of size 4.5*2.5*2.2cm suggestive of </a:t>
            </a:r>
            <a:r>
              <a:rPr lang="en-IN" sz="1450" b="1" i="1" dirty="0">
                <a:latin typeface="Arial" panose="020B0604020202020204" pitchFamily="34" charset="0"/>
                <a:cs typeface="Arial" panose="020B0604020202020204" pitchFamily="34" charset="0"/>
              </a:rPr>
              <a:t>Peripheral nerve sheath tumour</a:t>
            </a:r>
            <a:r>
              <a:rPr lang="en-IN" sz="1450" b="1" dirty="0">
                <a:latin typeface="Arial" panose="020B0604020202020204" pitchFamily="34" charset="0"/>
                <a:cs typeface="Arial" panose="020B0604020202020204" pitchFamily="34" charset="0"/>
              </a:rPr>
              <a:t>.</a:t>
            </a:r>
            <a:endParaRPr lang="en-IN" sz="1450" dirty="0">
              <a:latin typeface="Arial" panose="020B0604020202020204" pitchFamily="34" charset="0"/>
              <a:cs typeface="Arial" panose="020B0604020202020204" pitchFamily="34" charset="0"/>
            </a:endParaRPr>
          </a:p>
        </p:txBody>
      </p:sp>
      <p:pic>
        <p:nvPicPr>
          <p:cNvPr id="29" name="Picture 28">
            <a:extLst>
              <a:ext uri="{FF2B5EF4-FFF2-40B4-BE49-F238E27FC236}">
                <a16:creationId xmlns:a16="http://schemas.microsoft.com/office/drawing/2014/main" id="{CD1DC10B-E76D-CAEA-7E76-FFBE5BD56D83}"/>
              </a:ext>
            </a:extLst>
          </p:cNvPr>
          <p:cNvPicPr>
            <a:picLocks noChangeAspect="1"/>
          </p:cNvPicPr>
          <p:nvPr/>
        </p:nvPicPr>
        <p:blipFill>
          <a:blip r:embed="rId7">
            <a:extLst>
              <a:ext uri="{28A0092B-C50C-407E-A947-70E740481C1C}">
                <a14:useLocalDpi xmlns:a14="http://schemas.microsoft.com/office/drawing/2010/main" val="0"/>
              </a:ext>
            </a:extLst>
          </a:blip>
          <a:srcRect b="32251"/>
          <a:stretch>
            <a:fillRect/>
          </a:stretch>
        </p:blipFill>
        <p:spPr>
          <a:xfrm>
            <a:off x="3231194" y="5771289"/>
            <a:ext cx="1517787" cy="1008152"/>
          </a:xfrm>
          <a:prstGeom prst="rect">
            <a:avLst/>
          </a:prstGeom>
        </p:spPr>
      </p:pic>
      <p:sp>
        <p:nvSpPr>
          <p:cNvPr id="32" name="TextBox 31">
            <a:extLst>
              <a:ext uri="{FF2B5EF4-FFF2-40B4-BE49-F238E27FC236}">
                <a16:creationId xmlns:a16="http://schemas.microsoft.com/office/drawing/2014/main" id="{7A369AF7-6B4A-DE06-774C-89B418E393D7}"/>
              </a:ext>
            </a:extLst>
          </p:cNvPr>
          <p:cNvSpPr txBox="1"/>
          <p:nvPr/>
        </p:nvSpPr>
        <p:spPr>
          <a:xfrm>
            <a:off x="6309218" y="1683809"/>
            <a:ext cx="5924871" cy="1938992"/>
          </a:xfrm>
          <a:prstGeom prst="rect">
            <a:avLst/>
          </a:prstGeom>
          <a:noFill/>
        </p:spPr>
        <p:txBody>
          <a:bodyPr wrap="square" rtlCol="0">
            <a:spAutoFit/>
          </a:bodyPr>
          <a:lstStyle/>
          <a:p>
            <a:r>
              <a:rPr lang="en-IN" sz="1500" dirty="0">
                <a:latin typeface="Arial" panose="020B0604020202020204" pitchFamily="34" charset="0"/>
                <a:cs typeface="Arial" panose="020B0604020202020204" pitchFamily="34" charset="0"/>
              </a:rPr>
              <a:t>Ulnar nerve schwannomas are rare, benign, slow-growing tumours that may mimic other soft-tissue swellings. Preoperative imaging helps delineate the lesion, but intraoperative findings confirm the diagnosis. These tumours are typically eccentrically placed, allowing nerve-sparing excision. </a:t>
            </a:r>
            <a:r>
              <a:rPr lang="en-IN" sz="1500" b="1" dirty="0">
                <a:latin typeface="Arial" panose="020B0604020202020204" pitchFamily="34" charset="0"/>
                <a:cs typeface="Arial" panose="020B0604020202020204" pitchFamily="34" charset="0"/>
              </a:rPr>
              <a:t>HPE</a:t>
            </a:r>
            <a:r>
              <a:rPr lang="en-IN" sz="1500" dirty="0">
                <a:latin typeface="Arial" panose="020B0604020202020204" pitchFamily="34" charset="0"/>
                <a:cs typeface="Arial" panose="020B0604020202020204" pitchFamily="34" charset="0"/>
              </a:rPr>
              <a:t> confirms diagnosis with </a:t>
            </a:r>
            <a:r>
              <a:rPr lang="en-IN" sz="1500" b="1" i="1" dirty="0">
                <a:latin typeface="Arial" panose="020B0604020202020204" pitchFamily="34" charset="0"/>
                <a:cs typeface="Arial" panose="020B0604020202020204" pitchFamily="34" charset="0"/>
              </a:rPr>
              <a:t>Antoni-A and B areas with spindle cells and verocay bodies. </a:t>
            </a:r>
            <a:r>
              <a:rPr lang="en-IN" sz="1500" dirty="0">
                <a:latin typeface="Arial" panose="020B0604020202020204" pitchFamily="34" charset="0"/>
                <a:cs typeface="Arial" panose="020B0604020202020204" pitchFamily="34" charset="0"/>
              </a:rPr>
              <a:t>Complete Meticulous nerve sparing excision usually results in excellent symptomatic and functional recovery.</a:t>
            </a:r>
          </a:p>
        </p:txBody>
      </p:sp>
      <p:pic>
        <p:nvPicPr>
          <p:cNvPr id="34" name="Picture 33">
            <a:extLst>
              <a:ext uri="{FF2B5EF4-FFF2-40B4-BE49-F238E27FC236}">
                <a16:creationId xmlns:a16="http://schemas.microsoft.com/office/drawing/2014/main" id="{6611E07C-2CCB-AB7A-4796-AFD9D5EB0DBB}"/>
              </a:ext>
            </a:extLst>
          </p:cNvPr>
          <p:cNvPicPr>
            <a:picLocks noChangeAspect="1"/>
          </p:cNvPicPr>
          <p:nvPr/>
        </p:nvPicPr>
        <p:blipFill>
          <a:blip r:embed="rId8">
            <a:extLst>
              <a:ext uri="{28A0092B-C50C-407E-A947-70E740481C1C}">
                <a14:useLocalDpi xmlns:a14="http://schemas.microsoft.com/office/drawing/2010/main" val="0"/>
              </a:ext>
            </a:extLst>
          </a:blip>
          <a:srcRect l="4257" t="4899" r="21668" b="4500"/>
          <a:stretch>
            <a:fillRect/>
          </a:stretch>
        </p:blipFill>
        <p:spPr>
          <a:xfrm>
            <a:off x="10543568" y="3621908"/>
            <a:ext cx="1436153" cy="1164420"/>
          </a:xfrm>
          <a:prstGeom prst="rect">
            <a:avLst/>
          </a:prstGeom>
        </p:spPr>
      </p:pic>
      <p:pic>
        <p:nvPicPr>
          <p:cNvPr id="36" name="Picture 35">
            <a:extLst>
              <a:ext uri="{FF2B5EF4-FFF2-40B4-BE49-F238E27FC236}">
                <a16:creationId xmlns:a16="http://schemas.microsoft.com/office/drawing/2014/main" id="{CB682613-B9AD-649C-9870-E2DEAAAA22E5}"/>
              </a:ext>
            </a:extLst>
          </p:cNvPr>
          <p:cNvPicPr>
            <a:picLocks noChangeAspect="1"/>
          </p:cNvPicPr>
          <p:nvPr/>
        </p:nvPicPr>
        <p:blipFill>
          <a:blip r:embed="rId9">
            <a:extLst>
              <a:ext uri="{28A0092B-C50C-407E-A947-70E740481C1C}">
                <a14:useLocalDpi xmlns:a14="http://schemas.microsoft.com/office/drawing/2010/main" val="0"/>
              </a:ext>
            </a:extLst>
          </a:blip>
          <a:srcRect t="20641" r="5577" b="5823"/>
          <a:stretch>
            <a:fillRect/>
          </a:stretch>
        </p:blipFill>
        <p:spPr>
          <a:xfrm>
            <a:off x="6644865" y="3621908"/>
            <a:ext cx="1324820" cy="1164420"/>
          </a:xfrm>
          <a:prstGeom prst="rect">
            <a:avLst/>
          </a:prstGeom>
        </p:spPr>
      </p:pic>
      <p:pic>
        <p:nvPicPr>
          <p:cNvPr id="38" name="Picture 37">
            <a:extLst>
              <a:ext uri="{FF2B5EF4-FFF2-40B4-BE49-F238E27FC236}">
                <a16:creationId xmlns:a16="http://schemas.microsoft.com/office/drawing/2014/main" id="{3B778140-3BD3-B36E-1827-8474C47561D0}"/>
              </a:ext>
            </a:extLst>
          </p:cNvPr>
          <p:cNvPicPr>
            <a:picLocks noChangeAspect="1"/>
          </p:cNvPicPr>
          <p:nvPr/>
        </p:nvPicPr>
        <p:blipFill>
          <a:blip r:embed="rId10">
            <a:extLst>
              <a:ext uri="{28A0092B-C50C-407E-A947-70E740481C1C}">
                <a14:useLocalDpi xmlns:a14="http://schemas.microsoft.com/office/drawing/2010/main" val="0"/>
              </a:ext>
            </a:extLst>
          </a:blip>
          <a:srcRect l="14653" t="14384" r="11534" b="10467"/>
          <a:stretch>
            <a:fillRect/>
          </a:stretch>
        </p:blipFill>
        <p:spPr>
          <a:xfrm>
            <a:off x="8672632" y="3621908"/>
            <a:ext cx="1283589" cy="1164420"/>
          </a:xfrm>
          <a:prstGeom prst="rect">
            <a:avLst/>
          </a:prstGeom>
        </p:spPr>
      </p:pic>
      <p:pic>
        <p:nvPicPr>
          <p:cNvPr id="40" name="Picture 39">
            <a:extLst>
              <a:ext uri="{FF2B5EF4-FFF2-40B4-BE49-F238E27FC236}">
                <a16:creationId xmlns:a16="http://schemas.microsoft.com/office/drawing/2014/main" id="{253EF84D-7A22-AB0F-DDB8-138C4C7166CC}"/>
              </a:ext>
            </a:extLst>
          </p:cNvPr>
          <p:cNvPicPr>
            <a:picLocks noChangeAspect="1"/>
          </p:cNvPicPr>
          <p:nvPr/>
        </p:nvPicPr>
        <p:blipFill>
          <a:blip r:embed="rId11">
            <a:extLst>
              <a:ext uri="{28A0092B-C50C-407E-A947-70E740481C1C}">
                <a14:useLocalDpi xmlns:a14="http://schemas.microsoft.com/office/drawing/2010/main" val="0"/>
              </a:ext>
            </a:extLst>
          </a:blip>
          <a:srcRect l="28862" t="24475" r="37093" b="33995"/>
          <a:stretch>
            <a:fillRect/>
          </a:stretch>
        </p:blipFill>
        <p:spPr>
          <a:xfrm>
            <a:off x="4842217" y="5732607"/>
            <a:ext cx="1385888" cy="1046834"/>
          </a:xfrm>
          <a:prstGeom prst="rect">
            <a:avLst/>
          </a:prstGeom>
        </p:spPr>
      </p:pic>
      <p:sp>
        <p:nvSpPr>
          <p:cNvPr id="41" name="TextBox 40">
            <a:extLst>
              <a:ext uri="{FF2B5EF4-FFF2-40B4-BE49-F238E27FC236}">
                <a16:creationId xmlns:a16="http://schemas.microsoft.com/office/drawing/2014/main" id="{392E48A8-D48F-7E36-187E-4258E52B9EF3}"/>
              </a:ext>
            </a:extLst>
          </p:cNvPr>
          <p:cNvSpPr txBox="1"/>
          <p:nvPr/>
        </p:nvSpPr>
        <p:spPr>
          <a:xfrm>
            <a:off x="7451745" y="5080535"/>
            <a:ext cx="184731" cy="369332"/>
          </a:xfrm>
          <a:prstGeom prst="rect">
            <a:avLst/>
          </a:prstGeom>
          <a:noFill/>
        </p:spPr>
        <p:txBody>
          <a:bodyPr wrap="none" rtlCol="0">
            <a:spAutoFit/>
          </a:bodyPr>
          <a:lstStyle/>
          <a:p>
            <a:endParaRPr lang="en-IN" dirty="0"/>
          </a:p>
        </p:txBody>
      </p:sp>
      <p:sp>
        <p:nvSpPr>
          <p:cNvPr id="42" name="TextBox 41">
            <a:extLst>
              <a:ext uri="{FF2B5EF4-FFF2-40B4-BE49-F238E27FC236}">
                <a16:creationId xmlns:a16="http://schemas.microsoft.com/office/drawing/2014/main" id="{98110D2F-F404-4044-0B44-39BA952A71A1}"/>
              </a:ext>
            </a:extLst>
          </p:cNvPr>
          <p:cNvSpPr txBox="1"/>
          <p:nvPr/>
        </p:nvSpPr>
        <p:spPr>
          <a:xfrm>
            <a:off x="6375760" y="5244588"/>
            <a:ext cx="3200259" cy="1600438"/>
          </a:xfrm>
          <a:prstGeom prst="rect">
            <a:avLst/>
          </a:prstGeom>
          <a:noFill/>
        </p:spPr>
        <p:txBody>
          <a:bodyPr wrap="square" rtlCol="0">
            <a:spAutoFit/>
          </a:bodyPr>
          <a:lstStyle/>
          <a:p>
            <a:r>
              <a:rPr lang="en-IN" sz="1400" dirty="0">
                <a:latin typeface="Arial" panose="020B0604020202020204" pitchFamily="34" charset="0"/>
                <a:cs typeface="Arial" panose="020B0604020202020204" pitchFamily="34" charset="0"/>
              </a:rPr>
              <a:t>Ulnar nerve schwannoma should be considered in patients with ulnar-sided limb masses. </a:t>
            </a:r>
          </a:p>
          <a:p>
            <a:r>
              <a:rPr lang="en-IN" sz="1400" dirty="0">
                <a:latin typeface="Arial" panose="020B0604020202020204" pitchFamily="34" charset="0"/>
                <a:cs typeface="Arial" panose="020B0604020202020204" pitchFamily="34" charset="0"/>
              </a:rPr>
              <a:t>Early diagnosis with ultrasonography and careful surgical management ensures excellent functional outcome with minimal morbidity.</a:t>
            </a:r>
          </a:p>
        </p:txBody>
      </p:sp>
      <p:pic>
        <p:nvPicPr>
          <p:cNvPr id="19" name="Picture 18">
            <a:extLst>
              <a:ext uri="{FF2B5EF4-FFF2-40B4-BE49-F238E27FC236}">
                <a16:creationId xmlns:a16="http://schemas.microsoft.com/office/drawing/2014/main" id="{DA78E108-4FCD-1F2E-2BEF-94091766E0D8}"/>
              </a:ext>
            </a:extLst>
          </p:cNvPr>
          <p:cNvPicPr>
            <a:picLocks noChangeAspect="1"/>
          </p:cNvPicPr>
          <p:nvPr/>
        </p:nvPicPr>
        <p:blipFill>
          <a:blip r:embed="rId12">
            <a:extLst>
              <a:ext uri="{28A0092B-C50C-407E-A947-70E740481C1C}">
                <a14:useLocalDpi xmlns:a14="http://schemas.microsoft.com/office/drawing/2010/main" val="0"/>
              </a:ext>
            </a:extLst>
          </a:blip>
          <a:srcRect l="17464" t="11381" r="22471"/>
          <a:stretch>
            <a:fillRect/>
          </a:stretch>
        </p:blipFill>
        <p:spPr>
          <a:xfrm>
            <a:off x="9628269" y="5278918"/>
            <a:ext cx="834672" cy="1435430"/>
          </a:xfrm>
          <a:prstGeom prst="rect">
            <a:avLst/>
          </a:prstGeom>
        </p:spPr>
      </p:pic>
      <p:pic>
        <p:nvPicPr>
          <p:cNvPr id="24" name="Picture 23">
            <a:extLst>
              <a:ext uri="{FF2B5EF4-FFF2-40B4-BE49-F238E27FC236}">
                <a16:creationId xmlns:a16="http://schemas.microsoft.com/office/drawing/2014/main" id="{3F6C8F44-CACF-3BCA-FE8F-B032DEF97D35}"/>
              </a:ext>
            </a:extLst>
          </p:cNvPr>
          <p:cNvPicPr>
            <a:picLocks noChangeAspect="1"/>
          </p:cNvPicPr>
          <p:nvPr/>
        </p:nvPicPr>
        <p:blipFill>
          <a:blip r:embed="rId13">
            <a:extLst>
              <a:ext uri="{28A0092B-C50C-407E-A947-70E740481C1C}">
                <a14:useLocalDpi xmlns:a14="http://schemas.microsoft.com/office/drawing/2010/main" val="0"/>
              </a:ext>
            </a:extLst>
          </a:blip>
          <a:srcRect l="5015" t="26801" r="10147" b="1146"/>
          <a:stretch>
            <a:fillRect/>
          </a:stretch>
        </p:blipFill>
        <p:spPr>
          <a:xfrm>
            <a:off x="10543568" y="5278918"/>
            <a:ext cx="1561157" cy="1408630"/>
          </a:xfrm>
          <a:prstGeom prst="rect">
            <a:avLst/>
          </a:prstGeom>
        </p:spPr>
      </p:pic>
      <p:sp>
        <p:nvSpPr>
          <p:cNvPr id="28" name="Rectangle 27">
            <a:extLst>
              <a:ext uri="{FF2B5EF4-FFF2-40B4-BE49-F238E27FC236}">
                <a16:creationId xmlns:a16="http://schemas.microsoft.com/office/drawing/2014/main" id="{F542D1C8-46A6-4AEB-D036-CAB9002AEC82}"/>
              </a:ext>
            </a:extLst>
          </p:cNvPr>
          <p:cNvSpPr/>
          <p:nvPr/>
        </p:nvSpPr>
        <p:spPr>
          <a:xfrm>
            <a:off x="9656646" y="5296859"/>
            <a:ext cx="731086" cy="250258"/>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sz="1200" b="1" i="1" dirty="0"/>
              <a:t>Pre-Op</a:t>
            </a:r>
            <a:endParaRPr lang="en-IN" sz="1200" b="1" i="1" dirty="0"/>
          </a:p>
        </p:txBody>
      </p:sp>
      <p:sp>
        <p:nvSpPr>
          <p:cNvPr id="43" name="Rectangle 42">
            <a:extLst>
              <a:ext uri="{FF2B5EF4-FFF2-40B4-BE49-F238E27FC236}">
                <a16:creationId xmlns:a16="http://schemas.microsoft.com/office/drawing/2014/main" id="{25CCE653-DBF3-26A3-DEC0-A1A53567E836}"/>
              </a:ext>
            </a:extLst>
          </p:cNvPr>
          <p:cNvSpPr/>
          <p:nvPr/>
        </p:nvSpPr>
        <p:spPr>
          <a:xfrm>
            <a:off x="10199170" y="914111"/>
            <a:ext cx="1780551" cy="366046"/>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b="1" dirty="0">
                <a:latin typeface="Aptos" panose="020B0004020202020204" pitchFamily="34" charset="0"/>
              </a:rPr>
              <a:t>ID: OSSAP-292</a:t>
            </a:r>
            <a:endParaRPr lang="en-IN" b="1" dirty="0">
              <a:latin typeface="Aptos" panose="020B0004020202020204" pitchFamily="34" charset="0"/>
            </a:endParaRPr>
          </a:p>
        </p:txBody>
      </p:sp>
      <p:sp>
        <p:nvSpPr>
          <p:cNvPr id="45" name="Rectangle 44">
            <a:extLst>
              <a:ext uri="{FF2B5EF4-FFF2-40B4-BE49-F238E27FC236}">
                <a16:creationId xmlns:a16="http://schemas.microsoft.com/office/drawing/2014/main" id="{81582444-545C-72F4-210A-68D484ED119D}"/>
              </a:ext>
            </a:extLst>
          </p:cNvPr>
          <p:cNvSpPr/>
          <p:nvPr/>
        </p:nvSpPr>
        <p:spPr>
          <a:xfrm>
            <a:off x="10881040" y="5259097"/>
            <a:ext cx="918641" cy="274527"/>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sz="1200" b="1" i="1" dirty="0"/>
              <a:t>Post-Op</a:t>
            </a:r>
            <a:endParaRPr lang="en-IN" sz="1200" b="1" i="1" dirty="0"/>
          </a:p>
        </p:txBody>
      </p:sp>
      <p:cxnSp>
        <p:nvCxnSpPr>
          <p:cNvPr id="47" name="Straight Arrow Connector 46">
            <a:extLst>
              <a:ext uri="{FF2B5EF4-FFF2-40B4-BE49-F238E27FC236}">
                <a16:creationId xmlns:a16="http://schemas.microsoft.com/office/drawing/2014/main" id="{6C7BCC72-D154-C430-6E75-3490852F2706}"/>
              </a:ext>
            </a:extLst>
          </p:cNvPr>
          <p:cNvCxnSpPr/>
          <p:nvPr/>
        </p:nvCxnSpPr>
        <p:spPr>
          <a:xfrm>
            <a:off x="9845208" y="6426467"/>
            <a:ext cx="353962"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49" name="Straight Arrow Connector 48">
            <a:extLst>
              <a:ext uri="{FF2B5EF4-FFF2-40B4-BE49-F238E27FC236}">
                <a16:creationId xmlns:a16="http://schemas.microsoft.com/office/drawing/2014/main" id="{72083CCF-850C-3419-C83F-A91C3E515BE6}"/>
              </a:ext>
            </a:extLst>
          </p:cNvPr>
          <p:cNvCxnSpPr/>
          <p:nvPr/>
        </p:nvCxnSpPr>
        <p:spPr>
          <a:xfrm flipH="1">
            <a:off x="11691770" y="5805455"/>
            <a:ext cx="412955"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Tree>
    <p:extLst>
      <p:ext uri="{BB962C8B-B14F-4D97-AF65-F5344CB8AC3E}">
        <p14:creationId xmlns:p14="http://schemas.microsoft.com/office/powerpoint/2010/main" val="360735463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381</TotalTime>
  <Words>342</Words>
  <Application>Microsoft Office PowerPoint</Application>
  <PresentationFormat>Widescreen</PresentationFormat>
  <Paragraphs>20</Paragraphs>
  <Slides>1</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vt:i4>
      </vt:variant>
    </vt:vector>
  </HeadingPairs>
  <TitlesOfParts>
    <vt:vector size="6" baseType="lpstr">
      <vt:lpstr>Aptos</vt:lpstr>
      <vt:lpstr>Arial</vt:lpstr>
      <vt:lpstr>Calibri</vt:lpstr>
      <vt:lpstr>Gordita </vt:lpstr>
      <vt:lpstr>Office Theme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Virinchi Vinay</dc:creator>
  <cp:lastModifiedBy>LENOVO</cp:lastModifiedBy>
  <cp:revision>20</cp:revision>
  <dcterms:created xsi:type="dcterms:W3CDTF">2026-01-11T06:24:43Z</dcterms:created>
  <dcterms:modified xsi:type="dcterms:W3CDTF">2026-01-30T18:06:13Z</dcterms:modified>
</cp:coreProperties>
</file>