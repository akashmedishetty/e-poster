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  <a:endParaRPr lang="en-US" b="1" dirty="0">
              <a:solidFill>
                <a:schemeClr val="bg1"/>
              </a:solidFill>
              <a:latin typeface="Gordita "/>
            </a:endParaRP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  <a:endParaRPr lang="en-US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1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795" y="-19050"/>
            <a:ext cx="12192000" cy="1301750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l" fontAlgn="t">
              <a:lnSpc>
                <a:spcPct val="90000"/>
              </a:lnSpc>
            </a:pPr>
            <a:r>
              <a:rPr lang="en-IN" altLang="en-US" sz="12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               </a:t>
            </a:r>
            <a:endParaRPr lang="en-IN" altLang="en-US" sz="1200" b="1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 fontAlgn="t">
              <a:lnSpc>
                <a:spcPct val="90000"/>
              </a:lnSpc>
            </a:pPr>
            <a:endParaRPr lang="en-IN" altLang="en-US" sz="1200" b="1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 fontAlgn="t">
              <a:lnSpc>
                <a:spcPct val="90000"/>
              </a:lnSpc>
            </a:pPr>
            <a:endParaRPr lang="en-IN" altLang="en-US" sz="1200" b="1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 fontAlgn="t">
              <a:lnSpc>
                <a:spcPct val="90000"/>
              </a:lnSpc>
            </a:pPr>
            <a:endParaRPr lang="en-IN" altLang="en-US" sz="1200" b="1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 fontAlgn="t">
              <a:lnSpc>
                <a:spcPct val="90000"/>
              </a:lnSpc>
            </a:pPr>
            <a:r>
              <a:rPr lang="en-IN" altLang="en-US" sz="16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A CASE REPORT OF DUPUYTREN’S CONTRACTURE OF RIGHT HAND MANAGED SURGICALLY</a:t>
            </a:r>
            <a:endParaRPr lang="en-IN" altLang="en-US" sz="1600" b="1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 fontAlgn="t">
              <a:lnSpc>
                <a:spcPct val="110000"/>
              </a:lnSpc>
            </a:pPr>
            <a:r>
              <a:rPr lang="en-IN" altLang="en-US" sz="12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Dr CHINTAPALLI SANDESH, 2</a:t>
            </a:r>
            <a:r>
              <a:rPr lang="en-IN" altLang="en-US" sz="1200" b="1" baseline="30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nd</a:t>
            </a:r>
            <a:r>
              <a:rPr lang="en-IN" altLang="en-US" sz="12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YEAR PG (MS ORTHOPAEDICS)</a:t>
            </a:r>
            <a:endParaRPr lang="en-IN" altLang="en-US" sz="1200" b="1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 fontAlgn="t">
              <a:lnSpc>
                <a:spcPct val="110000"/>
              </a:lnSpc>
            </a:pPr>
            <a:r>
              <a:rPr lang="en-IN" altLang="en-US" sz="12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KIMS MEDICAL COLLEGE, AMALAPURAM, Dr B.R. AMBEDKAR KONASEEMA DISTRICT.</a:t>
            </a:r>
            <a:endParaRPr lang="en-IN" altLang="en-US" sz="1200" b="1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990" y="12700"/>
            <a:ext cx="1043305" cy="85344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006" y="-1885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493" y="12598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4575" y="-19050"/>
            <a:ext cx="9338945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IN" altLang="en-US" b="1" baseline="30000" dirty="0">
                <a:solidFill>
                  <a:schemeClr val="bg1"/>
                </a:solidFill>
                <a:latin typeface="Gordita 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Annual Conference of Orthopedic Surgeon Society of Andhra Pradesh</a:t>
            </a:r>
            <a:endParaRPr lang="en-US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28470" y="306705"/>
            <a:ext cx="747712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4" name="Freeform 13"/>
          <p:cNvSpPr/>
          <p:nvPr/>
        </p:nvSpPr>
        <p:spPr>
          <a:xfrm>
            <a:off x="0" y="-27940"/>
            <a:ext cx="1273810" cy="1320800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468636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53175" y="4773295"/>
            <a:ext cx="5839460" cy="39433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0" y="1696720"/>
            <a:ext cx="3108960" cy="2979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Dupuytren’s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contracture is a proliferative disease affecting the palmar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poneurosis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hand. 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It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commonly affects males between the ages of 40 and 80. 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Risk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factors are excess alcohol intake, smoking, epilepsy, diabetes, manual labour, and hand trauma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Furthermore, there are number of genes associated with Dupuytren’s contractur</a:t>
            </a:r>
            <a:r>
              <a:rPr lang="en-US" alt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e.</a:t>
            </a:r>
            <a:endParaRPr lang="en-US" altLang="en-IN" sz="14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0" y="5080000"/>
            <a:ext cx="3132455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3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67-year-old male, right hand dominant who is an agricultural labourer presented with progressive contracture of 1 year old duration involving right ring finger </a:t>
            </a:r>
            <a:r>
              <a:rPr lang="en-IN" sz="137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and unable to extend the ring finger. </a:t>
            </a:r>
            <a:endParaRPr lang="en-IN" sz="137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37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Known </a:t>
            </a:r>
            <a:r>
              <a:rPr lang="en-IN" sz="13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case of </a:t>
            </a:r>
            <a:r>
              <a:rPr lang="en-IN" sz="137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diabetes </a:t>
            </a:r>
            <a:r>
              <a:rPr lang="en-IN" sz="13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since 5yrs, smoker and alcoholic since 30yrs</a:t>
            </a:r>
            <a:r>
              <a:rPr lang="en-IN" sz="137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IN" sz="137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sz="13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6352540" y="1674495"/>
            <a:ext cx="5828665" cy="299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Dupuytren’s contracture is a progressive fibrotic disorder of the palmar fascia causing flexion deformities of the fingers, commonly affecting the dominant hand. 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Surgical intervention is indicated in advanced cases with functional impairment. 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In this case, fasciectomy provided effective correction of deformity and functional improvement. 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Early diagnosis and timely surgery are essential to prevent disability and recurrence.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352540" y="5210810"/>
            <a:ext cx="5842635" cy="1644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Patient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now able to completely extend and flex the ring finger and can do his daily activities.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Dupuytren’s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contracture is a common disease that can have significant impact on function. 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Treatment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depends on the severity of contracture and limitations of daily activities.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3155950" y="1693545"/>
            <a:ext cx="3168650" cy="5167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He was clinically suspected as Dupuytren’s contracture and confirmed through ultrasound of right hand.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Patient taken up for surgery</a:t>
            </a:r>
            <a:r>
              <a:rPr lang="en-IN" alt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through partial fasciectomy of fibrosed palmar fascia done and ring finger complete extension achieved and stabilized with volar slab in extension for 2 weeks.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After suture removal patient is advised regular stretching exercises.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3" name="Picture 7" descr="C:\Users\hp\Downloads\IMG-20230130-WA0060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4"/>
          <a:stretch>
            <a:fillRect/>
          </a:stretch>
        </p:blipFill>
        <p:spPr bwMode="auto">
          <a:xfrm>
            <a:off x="4521200" y="5674995"/>
            <a:ext cx="718820" cy="113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 preferRelativeResize="0">
            <a:picLocks noChangeArrowheads="1"/>
          </p:cNvPicPr>
          <p:nvPr/>
        </p:nvPicPr>
        <p:blipFill>
          <a:blip r:embed="rId6"/>
          <a:srcRect l="30751" t="37205" r="22866" b="20817"/>
          <a:stretch>
            <a:fillRect/>
          </a:stretch>
        </p:blipFill>
        <p:spPr bwMode="auto">
          <a:xfrm>
            <a:off x="5314950" y="5674360"/>
            <a:ext cx="962660" cy="113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Picture 6"/>
          <p:cNvPicPr>
            <a:picLocks noChangeAspect="1" noChangeArrowheads="1"/>
          </p:cNvPicPr>
          <p:nvPr/>
        </p:nvPicPr>
        <p:blipFill>
          <a:blip r:embed="rId7" cstate="print"/>
          <a:srcRect t="3055"/>
          <a:stretch>
            <a:fillRect/>
          </a:stretch>
        </p:blipFill>
        <p:spPr bwMode="auto">
          <a:xfrm>
            <a:off x="6414135" y="3646805"/>
            <a:ext cx="1748790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" name="Picture 5"/>
          <p:cNvPicPr>
            <a:picLocks noChangeAspect="1" noChangeArrowheads="1"/>
          </p:cNvPicPr>
          <p:nvPr/>
        </p:nvPicPr>
        <p:blipFill>
          <a:blip r:embed="rId8" cstate="print"/>
          <a:srcRect t="5498" b="8186"/>
          <a:stretch>
            <a:fillRect/>
          </a:stretch>
        </p:blipFill>
        <p:spPr bwMode="auto">
          <a:xfrm>
            <a:off x="8289290" y="3647440"/>
            <a:ext cx="1783715" cy="108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" name="Picture 51"/>
          <p:cNvPicPr>
            <a:picLocks noChangeAspect="1" noChangeArrowheads="1"/>
          </p:cNvPicPr>
          <p:nvPr/>
        </p:nvPicPr>
        <p:blipFill>
          <a:blip r:embed="rId9" cstate="print"/>
          <a:srcRect t="21390"/>
          <a:stretch>
            <a:fillRect/>
          </a:stretch>
        </p:blipFill>
        <p:spPr bwMode="auto">
          <a:xfrm>
            <a:off x="10202545" y="3647440"/>
            <a:ext cx="192849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 descr="C:\Users\hp\Downloads\USG HAND.jp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7" t="27065" r="8577" b="49508"/>
          <a:stretch>
            <a:fillRect/>
          </a:stretch>
        </p:blipFill>
        <p:spPr bwMode="auto">
          <a:xfrm>
            <a:off x="4163695" y="4547870"/>
            <a:ext cx="2110105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hp\Downloads\IMG-20230130-WA0049.jp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2" b="22336"/>
          <a:stretch>
            <a:fillRect/>
          </a:stretch>
        </p:blipFill>
        <p:spPr bwMode="auto">
          <a:xfrm>
            <a:off x="3218180" y="4547870"/>
            <a:ext cx="914400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hp\Downloads\20221029_082913.jpg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94"/>
          <a:stretch>
            <a:fillRect/>
          </a:stretch>
        </p:blipFill>
        <p:spPr bwMode="auto">
          <a:xfrm>
            <a:off x="3218180" y="5674360"/>
            <a:ext cx="1224915" cy="113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2077</Words>
  <Application>WPS Presentation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SimSun</vt:lpstr>
      <vt:lpstr>Wingdings</vt:lpstr>
      <vt:lpstr>Gordita</vt:lpstr>
      <vt:lpstr>Segoe Print</vt:lpstr>
      <vt:lpstr>Gordita 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Calibri Light</vt:lpstr>
      <vt:lpstr>Calisto MT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Sandesh Chintapalli</cp:lastModifiedBy>
  <cp:revision>78</cp:revision>
  <dcterms:created xsi:type="dcterms:W3CDTF">2026-01-11T06:24:00Z</dcterms:created>
  <dcterms:modified xsi:type="dcterms:W3CDTF">2026-01-26T14:48:25Z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F27D14E5FD5C4E62A422F68F51A17CA6_12</vt:lpwstr>
  </property>
  <property fmtid="{D5CDD505-2E9C-101B-9397-08002B2CF9AE}" pid="3" name="KSOProductBuildVer">
    <vt:lpwstr>1033-12.2.0.23196</vt:lpwstr>
  </property>
</Properties>
</file>