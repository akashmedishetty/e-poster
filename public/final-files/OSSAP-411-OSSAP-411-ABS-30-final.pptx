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9" r:id="rId2"/>
    <p:sldId id="258" r:id="rId3"/>
    <p:sldId id="257" r:id="rId4"/>
    <p:sldId id="261" r:id="rId5"/>
    <p:sldId id="265" r:id="rId6"/>
    <p:sldId id="262" r:id="rId7"/>
    <p:sldId id="260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73274A-A2CD-4D7F-B977-66E290A1AB78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FB2461-14E4-41EF-9449-AE0E6559CB6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96000" y="394405"/>
            <a:ext cx="10800000" cy="792000"/>
          </a:xfrm>
        </p:spPr>
        <p:txBody>
          <a:bodyPr lIns="0" tIns="0" rIns="0" bIns="0"/>
          <a:lstStyle>
            <a:lvl1pPr algn="ctr" fontAlgn="base">
              <a:defRPr sz="3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/>
          <p:cNvSpPr txBox="1"/>
          <p:nvPr userDrawn="1"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/>
          <p:cNvSpPr txBox="1"/>
          <p:nvPr userDrawn="1"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/>
          <p:cNvSpPr txBox="1"/>
          <p:nvPr userDrawn="1"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/>
          <p:cNvSpPr/>
          <p:nvPr userDrawn="1"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1772920"/>
            <a:ext cx="10515600" cy="2162810"/>
          </a:xfrm>
        </p:spPr>
        <p:txBody>
          <a:bodyPr/>
          <a:lstStyle/>
          <a:p>
            <a:pPr algn="ctr"/>
            <a:r>
              <a:rPr lang="en-US" sz="3200" b="1" u="sng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Functional outcome of multiple closed metacarpal fracture’s with percutaneous k-wire fixation</a:t>
            </a:r>
            <a:br>
              <a:rPr lang="en-US" sz="3200" u="sng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endParaRPr lang="en-US" sz="3200" u="sng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6267" y="4639734"/>
            <a:ext cx="6886222" cy="1622707"/>
          </a:xfr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Dr.Rachakondu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Guru Keerthi Priya,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Second year PG,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KIMS&amp;RF,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Amalapuram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97305"/>
            <a:ext cx="10515600" cy="393700"/>
          </a:xfrm>
        </p:spPr>
        <p:txBody>
          <a:bodyPr/>
          <a:lstStyle/>
          <a:p>
            <a:pPr algn="ctr"/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INTRODUCTION</a:t>
            </a:r>
            <a:b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endParaRPr lang="en-US" sz="2800" u="sng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868378" cy="4936419"/>
          </a:xfrm>
        </p:spPr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Metacarpal fractures are common hand injuries, especially among young and active individuals, and account for 30–40% of all hand fractures [1].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While many can be treated conservatively, unstable, displaced, or multiple metacarpal fractures often require surgical stabilization to prevent malunion, rotational deformity, stiffness, and impaired grip strength [2,3].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Reported union rates are high, with satisfactory functional outcomes when reduction is adequate and early mobilization is encouraged [4,5].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However, complications such as pin tract infection, loss of reduction, malrotation, and stiffness remain concerns [6,7].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Comparative studies have shown that functional outcomes following K-wire fixation are comparable to intramedullary screws or plates in many fracture patterns, although plates may allow earlier unrestricted mobilization in selected cases [5,8]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87780"/>
            <a:ext cx="10515600" cy="469900"/>
          </a:xfrm>
        </p:spPr>
        <p:txBody>
          <a:bodyPr/>
          <a:lstStyle/>
          <a:p>
            <a:pPr algn="ctr"/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AIM AND OBJECTIVES</a:t>
            </a:r>
            <a:b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endParaRPr 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2475" y="1691005"/>
            <a:ext cx="10515600" cy="4351338"/>
          </a:xfrm>
        </p:spPr>
        <p:txBody>
          <a:bodyPr/>
          <a:lstStyle/>
          <a:p>
            <a:pPr>
              <a:buNone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Aim 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To evaluate the functional outcome of multiple closed metacarpal fractures treated with percutaneous K-wire fixation.</a:t>
            </a:r>
          </a:p>
          <a:p>
            <a:pPr>
              <a:buNone/>
            </a:pPr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Objectives</a:t>
            </a:r>
            <a:endParaRPr lang="en-US" sz="2400" b="1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assess fracture union rates following percutaneous K-wire fixation in multiple closed metacarpal fractures.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evaluate functional recovery using parameters such as range of motion, grip strength, and pain relief.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analyze the time taken for return to daily activities and work after fixation.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determine whether percutaneous K-wire fixation provides a safe, reliable, and cost-effective method for the management of multiple closed metacarpal fractures.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449070"/>
            <a:ext cx="10515600" cy="688975"/>
          </a:xfrm>
        </p:spPr>
        <p:txBody>
          <a:bodyPr/>
          <a:lstStyle/>
          <a:p>
            <a:pPr algn="ctr"/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MATERIALS AND METHODS</a:t>
            </a:r>
            <a:b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endParaRPr lang="en-US" sz="2800" u="sng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240" y="2406015"/>
            <a:ext cx="10515600" cy="4351338"/>
          </a:xfrm>
        </p:spPr>
        <p:txBody>
          <a:bodyPr/>
          <a:lstStyle/>
          <a:p>
            <a:pPr lvl="0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Study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Design: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prospective observational study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Study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Setting: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Conducted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at KIMS Hospital, a tertiary care center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Study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Population: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Patients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with multiple closed metacarpal fractures to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orthopaedic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department during study period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Sample size: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22patients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980728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Inclusion Criteria: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Patients aged 18 years and above.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with multiple closed metacarpal fractures (two or more).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Patients willing to give informed consent and comply with follow-up.</a:t>
            </a: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Exclusion criteria: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Open metacarpal fractures.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Single metacarpal fractures.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Pathological fractures.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Associated neurovascular injuries of the hand.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Patients unwilling for surgery or follow-up.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54455"/>
            <a:ext cx="10515600" cy="393700"/>
          </a:xfrm>
        </p:spPr>
        <p:txBody>
          <a:bodyPr/>
          <a:lstStyle/>
          <a:p>
            <a:pPr algn="ctr"/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RESULTS</a:t>
            </a:r>
            <a:br>
              <a:rPr lang="en-US" sz="2800" u="sng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endParaRPr lang="en-US" sz="2800" u="sng" dirty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311" y="1748155"/>
            <a:ext cx="11263489" cy="5013889"/>
          </a:xfrm>
        </p:spPr>
        <p:txBody>
          <a:bodyPr/>
          <a:lstStyle/>
          <a:p>
            <a:pPr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D8301C6-B053-3934-F727-FD3DA14A7059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91911" y="2130835"/>
            <a:ext cx="1180817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B5237-DD84-D2C2-9B42-3629E9ED1C51}"/>
              </a:ext>
            </a:extLst>
          </p:cNvPr>
          <p:cNvSpPr txBox="1"/>
          <p:nvPr/>
        </p:nvSpPr>
        <p:spPr>
          <a:xfrm>
            <a:off x="383822" y="1712666"/>
            <a:ext cx="895773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kern="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Radiological / Healing Outcome: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Mean time to union: 6.8 ± 1.2 weeks (Range: 5–8 weeks)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Mean time for K-wire removal: 5.9 weeks (Range: 5–7 weeks)</a:t>
            </a:r>
          </a:p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 Functional outcome: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Full ROM-18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Mild restriction (&lt;10°)-3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Moderate restriction (&gt;15°)-1	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DASH Score Distribution (n = 22)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Excellent-12	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Good-6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Fair-3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Poor-1	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35405"/>
            <a:ext cx="10515600" cy="490220"/>
          </a:xfrm>
        </p:spPr>
        <p:txBody>
          <a:bodyPr/>
          <a:lstStyle/>
          <a:p>
            <a:pPr algn="ctr"/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CONCLUSION</a:t>
            </a:r>
            <a:br>
              <a:rPr lang="en-US" sz="2800" u="sng" dirty="0">
                <a:sym typeface="+mn-ea"/>
              </a:rPr>
            </a:b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556" y="1933926"/>
            <a:ext cx="11669888" cy="4828117"/>
          </a:xfrm>
        </p:spPr>
        <p:txBody>
          <a:bodyPr/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Percutaneous K-wire fixation for multiple closed metacarpal fractures provided reliable fracture union, satisfactory functional outcomes, and a low complication profile in our series.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majority of patients achieved full range of motion with excellent to good disability scores, while complications such as pin-tract infection and stiffness were infrequent and manageable.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Our findings, which align closely with published literature, reaffirm that K-wire fixation remains a safe, minimally invasive, and cost-effective method for managing multiple closed metacarpal fractures, particularly in young, active patients and in settings where preserving hand function and early rehabilitation are priorities.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07912"/>
            <a:ext cx="10515600" cy="483094"/>
          </a:xfrm>
        </p:spPr>
        <p:txBody>
          <a:bodyPr/>
          <a:lstStyle/>
          <a:p>
            <a:pPr algn="ctr"/>
            <a:r>
              <a:rPr lang="en-US" sz="2800" b="1" u="sng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599" y="1580444"/>
            <a:ext cx="11988801" cy="5125156"/>
          </a:xfrm>
        </p:spPr>
        <p:txBody>
          <a:bodyPr/>
          <a:lstStyle/>
          <a:p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Pintore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A, et al. Percutaneous transverse pinning for metacarpal fractures. J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Orthop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Surg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Res. 2024.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Gordon J. K-Wire fixation of metacarpal and phalangeal fractures. Hand. 2019.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Kim CH, et al. Factors affecting healing following percutaneous fixation of metacarpal fractures. Medicine (Baltimore). 2021.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Yalçın M, et al. Complications of percutaneous K-wire fixation in hand fractures. J Hand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Surg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Glob. 2025.</a:t>
            </a:r>
          </a:p>
          <a:p>
            <a:pPr lvl="0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DelPrete CR, et al. Intramedullary screw fixation versus K-wires and plating: meta-analysis. J Hand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Surg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Eur. 2020.</a:t>
            </a:r>
          </a:p>
          <a:p>
            <a:pPr lvl="0"/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Essawy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OM, et al. Transverse K-wires in unstable metacarpal fractures.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Eur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J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Orthop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Surg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Traumatol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. 2020.</a:t>
            </a:r>
          </a:p>
          <a:p>
            <a:pPr lvl="0"/>
            <a:r>
              <a:rPr lang="en-IN" dirty="0"/>
              <a:t>Henry MH. Fractures of the proximal phalanx and metacarpals in the hand: preferred methods of stabilization.2008;16(10):586–95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692</Words>
  <Application>Microsoft Office PowerPoint</Application>
  <PresentationFormat>Widescreen</PresentationFormat>
  <Paragraphs>61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Gordita</vt:lpstr>
      <vt:lpstr>Gordita </vt:lpstr>
      <vt:lpstr>Office Theme</vt:lpstr>
      <vt:lpstr>Functional outcome of multiple closed metacarpal fracture’s with percutaneous k-wire fixation </vt:lpstr>
      <vt:lpstr>INTRODUCTION </vt:lpstr>
      <vt:lpstr>AIM AND OBJECTIVES </vt:lpstr>
      <vt:lpstr>MATERIALS AND METHODS </vt:lpstr>
      <vt:lpstr>PowerPoint Presentation</vt:lpstr>
      <vt:lpstr>RESULTS </vt:lpstr>
      <vt:lpstr>CONCLUSION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Virinchi Vinay</dc:creator>
  <cp:lastModifiedBy>KIMS</cp:lastModifiedBy>
  <cp:revision>7</cp:revision>
  <dcterms:created xsi:type="dcterms:W3CDTF">2026-01-11T06:24:00Z</dcterms:created>
  <dcterms:modified xsi:type="dcterms:W3CDTF">2026-01-28T06:10:11Z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0112193654CF48968E816EF049362C7E_13</vt:lpwstr>
  </property>
  <property fmtid="{D5CDD505-2E9C-101B-9397-08002B2CF9AE}" pid="3" name="KSOProductBuildVer">
    <vt:lpwstr>1033-12.2.0.23196</vt:lpwstr>
  </property>
</Properties>
</file>