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Lst>
  <p:sldSz cy="6858000" cx="12192000"/>
  <p:notesSz cx="6857875" cy="91438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 roundtripDataSignature="AMtx7mhHtr/jw6nJN3ZNEvTkomiuZxwk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00" y="685775"/>
            <a:ext cx="4572125" cy="3428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775" y="4343325"/>
            <a:ext cx="5486300" cy="411472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1:notes"/>
          <p:cNvSpPr txBox="1"/>
          <p:nvPr>
            <p:ph idx="1" type="body"/>
          </p:nvPr>
        </p:nvSpPr>
        <p:spPr>
          <a:xfrm>
            <a:off x="685775" y="4343325"/>
            <a:ext cx="5486300" cy="41147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notes"/>
          <p:cNvSpPr/>
          <p:nvPr>
            <p:ph idx="2" type="sldImg"/>
          </p:nvPr>
        </p:nvSpPr>
        <p:spPr>
          <a:xfrm>
            <a:off x="1143200" y="685775"/>
            <a:ext cx="4572125" cy="34289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自定义版式" showMasterSp="0">
  <p:cSld name="自定义版式">
    <p:spTree>
      <p:nvGrpSpPr>
        <p:cNvPr id="11" name="Shape 11"/>
        <p:cNvGrpSpPr/>
        <p:nvPr/>
      </p:nvGrpSpPr>
      <p:grpSpPr>
        <a:xfrm>
          <a:off x="0" y="0"/>
          <a:ext cx="0" cy="0"/>
          <a:chOff x="0" y="0"/>
          <a:chExt cx="0" cy="0"/>
        </a:xfrm>
      </p:grpSpPr>
      <p:sp>
        <p:nvSpPr>
          <p:cNvPr id="12" name="Google Shape;12;p3"/>
          <p:cNvSpPr/>
          <p:nvPr/>
        </p:nvSpPr>
        <p:spPr>
          <a:xfrm>
            <a:off x="0" y="0"/>
            <a:ext cx="12192000" cy="1280100"/>
          </a:xfrm>
          <a:prstGeom prst="rect">
            <a:avLst/>
          </a:prstGeom>
          <a:solidFill>
            <a:srgbClr val="01234D"/>
          </a:solidFill>
          <a:ln cap="flat" cmpd="sng" w="19050">
            <a:solidFill>
              <a:srgbClr val="525755"/>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3"/>
          <p:cNvSpPr/>
          <p:nvPr/>
        </p:nvSpPr>
        <p:spPr>
          <a:xfrm>
            <a:off x="2575249" y="27424"/>
            <a:ext cx="5998200" cy="62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55</a:t>
            </a:r>
            <a:r>
              <a:rPr b="1" baseline="30000" i="0" lang="en-US" sz="1800" u="none" cap="none" strike="noStrike">
                <a:solidFill>
                  <a:srgbClr val="000000"/>
                </a:solidFill>
                <a:latin typeface="Arial"/>
                <a:ea typeface="Arial"/>
                <a:cs typeface="Arial"/>
                <a:sym typeface="Arial"/>
              </a:rPr>
              <a:t>th</a:t>
            </a:r>
            <a:r>
              <a:rPr b="1" i="0" lang="en-US" sz="1800" u="none" cap="none" strike="noStrike">
                <a:solidFill>
                  <a:srgbClr val="000000"/>
                </a:solidFill>
                <a:latin typeface="Arial"/>
                <a:ea typeface="Arial"/>
                <a:cs typeface="Arial"/>
                <a:sym typeface="Arial"/>
              </a:rPr>
              <a:t>   Annual Conference of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Orthopedic Surgeon Society of Andhra Pradesh</a:t>
            </a:r>
            <a:endParaRPr b="1" i="0" sz="1800" u="none" cap="none" strike="noStrike">
              <a:solidFill>
                <a:srgbClr val="000000"/>
              </a:solidFill>
              <a:latin typeface="Arial"/>
              <a:ea typeface="Arial"/>
              <a:cs typeface="Arial"/>
              <a:sym typeface="Arial"/>
            </a:endParaRPr>
          </a:p>
        </p:txBody>
      </p:sp>
      <p:sp>
        <p:nvSpPr>
          <p:cNvPr id="14" name="Google Shape;14;p3"/>
          <p:cNvSpPr/>
          <p:nvPr/>
        </p:nvSpPr>
        <p:spPr>
          <a:xfrm>
            <a:off x="2601217" y="653897"/>
            <a:ext cx="6307500" cy="272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Date 6 – 8 February,2026, Venue : Kurnool Medical College</a:t>
            </a:r>
            <a:endParaRPr b="1" i="0" sz="1200" u="none" cap="none" strike="noStrike">
              <a:solidFill>
                <a:srgbClr val="000000"/>
              </a:solidFill>
              <a:latin typeface="Arial"/>
              <a:ea typeface="Arial"/>
              <a:cs typeface="Arial"/>
              <a:sym typeface="Arial"/>
            </a:endParaRPr>
          </a:p>
        </p:txBody>
      </p:sp>
      <p:sp>
        <p:nvSpPr>
          <p:cNvPr id="15" name="Google Shape;15;p3"/>
          <p:cNvSpPr/>
          <p:nvPr/>
        </p:nvSpPr>
        <p:spPr>
          <a:xfrm>
            <a:off x="2575249" y="913340"/>
            <a:ext cx="7113899" cy="272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Organized by : Department of Orthopaedics, Kurnool Medical College Kurnool</a:t>
            </a:r>
            <a:endParaRPr b="1" i="0" sz="1200" u="none" cap="none" strike="noStrike">
              <a:solidFill>
                <a:srgbClr val="000000"/>
              </a:solidFill>
              <a:latin typeface="Arial"/>
              <a:ea typeface="Arial"/>
              <a:cs typeface="Arial"/>
              <a:sym typeface="Arial"/>
            </a:endParaRPr>
          </a:p>
        </p:txBody>
      </p:sp>
      <p:sp>
        <p:nvSpPr>
          <p:cNvPr id="16" name="Google Shape;16;p3"/>
          <p:cNvSpPr/>
          <p:nvPr/>
        </p:nvSpPr>
        <p:spPr>
          <a:xfrm>
            <a:off x="560814" y="14255"/>
            <a:ext cx="1504954" cy="1282402"/>
          </a:xfrm>
          <a:custGeom>
            <a:rect b="b" l="l" r="r" t="t"/>
            <a:pathLst>
              <a:path extrusionOk="0" h="21600" w="21600">
                <a:moveTo>
                  <a:pt x="0" y="0"/>
                </a:moveTo>
                <a:lnTo>
                  <a:pt x="21600" y="0"/>
                </a:lnTo>
                <a:lnTo>
                  <a:pt x="21600" y="21600"/>
                </a:lnTo>
                <a:lnTo>
                  <a:pt x="0" y="21600"/>
                </a:lnTo>
                <a:lnTo>
                  <a:pt x="0" y="0"/>
                </a:lnTo>
                <a:close/>
              </a:path>
            </a:pathLst>
          </a:cu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7" name="Shape 17"/>
        <p:cNvGrpSpPr/>
        <p:nvPr/>
      </p:nvGrpSpPr>
      <p:grpSpPr>
        <a:xfrm>
          <a:off x="0" y="0"/>
          <a:ext cx="0" cy="0"/>
          <a:chOff x="0" y="0"/>
          <a:chExt cx="0" cy="0"/>
        </a:xfrm>
      </p:grpSpPr>
      <p:sp>
        <p:nvSpPr>
          <p:cNvPr id="18" name="Google Shape;18;p4"/>
          <p:cNvSpPr txBox="1"/>
          <p:nvPr>
            <p:ph type="ctrTitle"/>
          </p:nvPr>
        </p:nvSpPr>
        <p:spPr>
          <a:xfrm>
            <a:off x="914400" y="2130425"/>
            <a:ext cx="10363200" cy="14700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p4"/>
          <p:cNvSpPr txBox="1"/>
          <p:nvPr>
            <p:ph idx="1" type="subTitle"/>
          </p:nvPr>
        </p:nvSpPr>
        <p:spPr>
          <a:xfrm>
            <a:off x="1828800" y="3886199"/>
            <a:ext cx="8534400" cy="17526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20" name="Shape 20"/>
        <p:cNvGrpSpPr/>
        <p:nvPr/>
      </p:nvGrpSpPr>
      <p:grpSpPr>
        <a:xfrm>
          <a:off x="0" y="0"/>
          <a:ext cx="0" cy="0"/>
          <a:chOff x="0" y="0"/>
          <a:chExt cx="0" cy="0"/>
        </a:xfrm>
      </p:grpSpPr>
      <p:sp>
        <p:nvSpPr>
          <p:cNvPr id="21" name="Google Shape;21;p5"/>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5"/>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Google Shape;24;p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4000"/>
              <a:buFont typeface="Arial"/>
              <a:buNone/>
              <a:defRPr b="1" i="0" sz="4000" u="none" cap="none" strike="noStrike">
                <a:solidFill>
                  <a:srgbClr val="00000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5" name="Google Shape;25;p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2000"/>
              <a:buFont typeface="Arial"/>
              <a:buNone/>
              <a:defRPr b="0" i="0" sz="20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6" name="Shape 26"/>
        <p:cNvGrpSpPr/>
        <p:nvPr/>
      </p:nvGrpSpPr>
      <p:grpSpPr>
        <a:xfrm>
          <a:off x="0" y="0"/>
          <a:ext cx="0" cy="0"/>
          <a:chOff x="0" y="0"/>
          <a:chExt cx="0" cy="0"/>
        </a:xfrm>
      </p:grpSpPr>
      <p:sp>
        <p:nvSpPr>
          <p:cNvPr id="27" name="Google Shape;27;p7"/>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8" name="Google Shape;28;p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2000"/>
              <a:buFont typeface="Arial"/>
              <a:buNone/>
              <a:defRPr b="0" i="0" sz="20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2000"/>
              <a:buFont typeface="Arial"/>
              <a:buNone/>
              <a:defRPr b="0" i="0" sz="20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0" name="Shape 30"/>
        <p:cNvGrpSpPr/>
        <p:nvPr/>
      </p:nvGrpSpPr>
      <p:grpSpPr>
        <a:xfrm>
          <a:off x="0" y="0"/>
          <a:ext cx="0" cy="0"/>
          <a:chOff x="0" y="0"/>
          <a:chExt cx="0" cy="0"/>
        </a:xfrm>
      </p:grpSpPr>
      <p:sp>
        <p:nvSpPr>
          <p:cNvPr id="31" name="Google Shape;31;p8"/>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2" name="Google Shape;32;p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2400"/>
              <a:buFont typeface="Arial"/>
              <a:buNone/>
              <a:defRPr b="1" i="0" sz="2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2000"/>
              <a:buFont typeface="Arial"/>
              <a:buNone/>
              <a:defRPr b="1" i="0" sz="20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Arial"/>
                <a:ea typeface="Arial"/>
                <a:cs typeface="Arial"/>
                <a:sym typeface="Arial"/>
              </a:defRPr>
            </a:lvl9pPr>
          </a:lstStyle>
          <a:p/>
        </p:txBody>
      </p:sp>
      <p:sp>
        <p:nvSpPr>
          <p:cNvPr id="33" name="Google Shape;33;p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2000"/>
              <a:buFont typeface="Arial"/>
              <a:buNone/>
              <a:defRPr b="0" i="0" sz="20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9pPr>
          </a:lstStyle>
          <a:p/>
        </p:txBody>
      </p:sp>
      <p:sp>
        <p:nvSpPr>
          <p:cNvPr id="34" name="Google Shape;34;p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2400"/>
              <a:buFont typeface="Arial"/>
              <a:buNone/>
              <a:defRPr b="1" i="0" sz="2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2000"/>
              <a:buFont typeface="Arial"/>
              <a:buNone/>
              <a:defRPr b="1" i="0" sz="20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600"/>
              <a:buFont typeface="Arial"/>
              <a:buNone/>
              <a:defRPr b="1" i="0" sz="1600" u="none" cap="none" strike="noStrike">
                <a:solidFill>
                  <a:srgbClr val="000000"/>
                </a:solidFill>
                <a:latin typeface="Arial"/>
                <a:ea typeface="Arial"/>
                <a:cs typeface="Arial"/>
                <a:sym typeface="Arial"/>
              </a:defRPr>
            </a:lvl9pPr>
          </a:lstStyle>
          <a:p/>
        </p:txBody>
      </p:sp>
      <p:sp>
        <p:nvSpPr>
          <p:cNvPr id="35" name="Google Shape;35;p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2000"/>
              <a:buFont typeface="Arial"/>
              <a:buNone/>
              <a:defRPr b="0" i="0" sz="20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36" name="Shape 36"/>
        <p:cNvGrpSpPr/>
        <p:nvPr/>
      </p:nvGrpSpPr>
      <p:grpSpPr>
        <a:xfrm>
          <a:off x="0" y="0"/>
          <a:ext cx="0" cy="0"/>
          <a:chOff x="0" y="0"/>
          <a:chExt cx="0" cy="0"/>
        </a:xfrm>
      </p:grpSpPr>
      <p:sp>
        <p:nvSpPr>
          <p:cNvPr id="37" name="Google Shape;37;p9"/>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38" name="Shape 38"/>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39" name="Shape 39"/>
        <p:cNvGrpSpPr/>
        <p:nvPr/>
      </p:nvGrpSpPr>
      <p:grpSpPr>
        <a:xfrm>
          <a:off x="0" y="0"/>
          <a:ext cx="0" cy="0"/>
          <a:chOff x="0" y="0"/>
          <a:chExt cx="0" cy="0"/>
        </a:xfrm>
      </p:grpSpPr>
      <p:sp>
        <p:nvSpPr>
          <p:cNvPr id="40" name="Google Shape;40;p1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2000"/>
              <a:buFont typeface="Arial"/>
              <a:buNone/>
              <a:defRPr b="1" i="0" sz="2000" u="none" cap="none" strike="noStrike">
                <a:solidFill>
                  <a:srgbClr val="00000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1" name="Google Shape;41;p1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3200"/>
              <a:buFont typeface="Arial"/>
              <a:buNone/>
              <a:defRPr b="0" i="0" sz="32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2000"/>
              <a:buFont typeface="Arial"/>
              <a:buNone/>
              <a:defRPr b="0" i="0" sz="20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2000"/>
              <a:buFont typeface="Arial"/>
              <a:buNone/>
              <a:defRPr b="0" i="0" sz="20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2000"/>
              <a:buFont typeface="Arial"/>
              <a:buNone/>
              <a:defRPr b="0" i="0" sz="20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2000"/>
              <a:buFont typeface="Arial"/>
              <a:buNone/>
              <a:defRPr b="0" i="0" sz="20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2000"/>
              <a:buFont typeface="Arial"/>
              <a:buNone/>
              <a:defRPr b="0" i="0" sz="20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2000"/>
              <a:buFont typeface="Arial"/>
              <a:buNone/>
              <a:defRPr b="0" i="0" sz="2000" u="none" cap="none" strike="noStrike">
                <a:solidFill>
                  <a:srgbClr val="000000"/>
                </a:solidFill>
                <a:latin typeface="Arial"/>
                <a:ea typeface="Arial"/>
                <a:cs typeface="Arial"/>
                <a:sym typeface="Arial"/>
              </a:defRPr>
            </a:lvl9pPr>
          </a:lstStyle>
          <a:p/>
        </p:txBody>
      </p:sp>
      <p:sp>
        <p:nvSpPr>
          <p:cNvPr id="42" name="Google Shape;42;p1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43" name="Shape 43"/>
        <p:cNvGrpSpPr/>
        <p:nvPr/>
      </p:nvGrpSpPr>
      <p:grpSpPr>
        <a:xfrm>
          <a:off x="0" y="0"/>
          <a:ext cx="0" cy="0"/>
          <a:chOff x="0" y="0"/>
          <a:chExt cx="0" cy="0"/>
        </a:xfrm>
      </p:grpSpPr>
      <p:sp>
        <p:nvSpPr>
          <p:cNvPr id="44" name="Google Shape;44;p1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2000"/>
              <a:buFont typeface="Arial"/>
              <a:buNone/>
              <a:defRPr b="1" i="0" sz="2000" u="none" cap="none" strike="noStrike">
                <a:solidFill>
                  <a:srgbClr val="00000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5" name="Google Shape;45;p12"/>
          <p:cNvSpPr/>
          <p:nvPr>
            <p:ph idx="2" type="pic"/>
          </p:nvPr>
        </p:nvSpPr>
        <p:spPr>
          <a:xfrm>
            <a:off x="1792288" y="612775"/>
            <a:ext cx="5486400" cy="4114800"/>
          </a:xfrm>
          <a:prstGeom prst="rect">
            <a:avLst/>
          </a:prstGeom>
          <a:noFill/>
          <a:ln>
            <a:noFill/>
          </a:ln>
        </p:spPr>
      </p:sp>
      <p:sp>
        <p:nvSpPr>
          <p:cNvPr id="46" name="Google Shape;46;p1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900"/>
              <a:buFont typeface="Arial"/>
              <a:buNone/>
              <a:defRPr b="0" i="0" sz="9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本" type="vertTx">
  <p:cSld name="VERTICAL_TEXT">
    <p:spTree>
      <p:nvGrpSpPr>
        <p:cNvPr id="47" name="Shape 47"/>
        <p:cNvGrpSpPr/>
        <p:nvPr/>
      </p:nvGrpSpPr>
      <p:grpSpPr>
        <a:xfrm>
          <a:off x="0" y="0"/>
          <a:ext cx="0" cy="0"/>
          <a:chOff x="0" y="0"/>
          <a:chExt cx="0" cy="0"/>
        </a:xfrm>
      </p:grpSpPr>
      <p:sp>
        <p:nvSpPr>
          <p:cNvPr id="48" name="Google Shape;48;p13"/>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9" name="Google Shape;49;p13"/>
          <p:cNvSpPr txBox="1"/>
          <p:nvPr>
            <p:ph idx="1" type="body"/>
          </p:nvPr>
        </p:nvSpPr>
        <p:spPr>
          <a:xfrm rot="5400000">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垂直排列标题与文本" type="vertTitleAndTx">
  <p:cSld name="VERTICAL_TITLE_AND_VERTICAL_TEXT">
    <p:spTree>
      <p:nvGrpSpPr>
        <p:cNvPr id="50" name="Shape 50"/>
        <p:cNvGrpSpPr/>
        <p:nvPr/>
      </p:nvGrpSpPr>
      <p:grpSpPr>
        <a:xfrm>
          <a:off x="0" y="0"/>
          <a:ext cx="0" cy="0"/>
          <a:chOff x="0" y="0"/>
          <a:chExt cx="0" cy="0"/>
        </a:xfrm>
      </p:grpSpPr>
      <p:sp>
        <p:nvSpPr>
          <p:cNvPr id="51" name="Google Shape;51;p14"/>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 name="Google Shape;52;p1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
        <p:nvSpPr>
          <p:cNvPr id="6" name="Google Shape;6;p2"/>
          <p:cNvSpPr/>
          <p:nvPr/>
        </p:nvSpPr>
        <p:spPr>
          <a:xfrm>
            <a:off x="0" y="0"/>
            <a:ext cx="12192000" cy="1280100"/>
          </a:xfrm>
          <a:prstGeom prst="rect">
            <a:avLst/>
          </a:prstGeom>
          <a:solidFill>
            <a:srgbClr val="01234D"/>
          </a:solidFill>
          <a:ln cap="flat" cmpd="sng" w="19050">
            <a:solidFill>
              <a:srgbClr val="525755"/>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7;p2"/>
          <p:cNvSpPr/>
          <p:nvPr/>
        </p:nvSpPr>
        <p:spPr>
          <a:xfrm>
            <a:off x="2575249" y="27424"/>
            <a:ext cx="5998200" cy="62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55</a:t>
            </a:r>
            <a:r>
              <a:rPr b="1" baseline="30000" i="0" lang="en-US" sz="1800" u="none" cap="none" strike="noStrike">
                <a:solidFill>
                  <a:srgbClr val="000000"/>
                </a:solidFill>
                <a:latin typeface="Arial"/>
                <a:ea typeface="Arial"/>
                <a:cs typeface="Arial"/>
                <a:sym typeface="Arial"/>
              </a:rPr>
              <a:t>th</a:t>
            </a:r>
            <a:r>
              <a:rPr b="1" i="0" lang="en-US" sz="1800" u="none" cap="none" strike="noStrike">
                <a:solidFill>
                  <a:srgbClr val="000000"/>
                </a:solidFill>
                <a:latin typeface="Arial"/>
                <a:ea typeface="Arial"/>
                <a:cs typeface="Arial"/>
                <a:sym typeface="Arial"/>
              </a:rPr>
              <a:t>   Annual Conference of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Orthopedic Surgeon Society of Andhra Pradesh</a:t>
            </a:r>
            <a:endParaRPr b="1" i="0" sz="1800" u="none" cap="none" strike="noStrike">
              <a:solidFill>
                <a:srgbClr val="000000"/>
              </a:solidFill>
              <a:latin typeface="Arial"/>
              <a:ea typeface="Arial"/>
              <a:cs typeface="Arial"/>
              <a:sym typeface="Arial"/>
            </a:endParaRPr>
          </a:p>
        </p:txBody>
      </p:sp>
      <p:sp>
        <p:nvSpPr>
          <p:cNvPr id="8" name="Google Shape;8;p2"/>
          <p:cNvSpPr/>
          <p:nvPr/>
        </p:nvSpPr>
        <p:spPr>
          <a:xfrm>
            <a:off x="2601217" y="653897"/>
            <a:ext cx="6307500" cy="272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Date 6 – 8 February,2026, Venue : Kurnool Medical College</a:t>
            </a:r>
            <a:endParaRPr b="1" i="0" sz="1200" u="none" cap="none" strike="noStrike">
              <a:solidFill>
                <a:srgbClr val="000000"/>
              </a:solidFill>
              <a:latin typeface="Arial"/>
              <a:ea typeface="Arial"/>
              <a:cs typeface="Arial"/>
              <a:sym typeface="Arial"/>
            </a:endParaRPr>
          </a:p>
        </p:txBody>
      </p:sp>
      <p:sp>
        <p:nvSpPr>
          <p:cNvPr id="9" name="Google Shape;9;p2"/>
          <p:cNvSpPr/>
          <p:nvPr/>
        </p:nvSpPr>
        <p:spPr>
          <a:xfrm>
            <a:off x="2575249" y="913340"/>
            <a:ext cx="7113899" cy="272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Organized by : Department of Orthopaedics, Kurnool Medical College Kurnool</a:t>
            </a:r>
            <a:endParaRPr b="1" i="0" sz="1200" u="none" cap="none" strike="noStrike">
              <a:solidFill>
                <a:srgbClr val="000000"/>
              </a:solidFill>
              <a:latin typeface="Arial"/>
              <a:ea typeface="Arial"/>
              <a:cs typeface="Arial"/>
              <a:sym typeface="Arial"/>
            </a:endParaRPr>
          </a:p>
        </p:txBody>
      </p:sp>
      <p:sp>
        <p:nvSpPr>
          <p:cNvPr id="10" name="Google Shape;10;p2"/>
          <p:cNvSpPr/>
          <p:nvPr/>
        </p:nvSpPr>
        <p:spPr>
          <a:xfrm>
            <a:off x="560814" y="14255"/>
            <a:ext cx="1504954" cy="1282402"/>
          </a:xfrm>
          <a:custGeom>
            <a:rect b="b" l="l" r="r" t="t"/>
            <a:pathLst>
              <a:path extrusionOk="0" h="21600" w="21600">
                <a:moveTo>
                  <a:pt x="0" y="0"/>
                </a:moveTo>
                <a:lnTo>
                  <a:pt x="21600" y="0"/>
                </a:lnTo>
                <a:lnTo>
                  <a:pt x="21600" y="21600"/>
                </a:lnTo>
                <a:lnTo>
                  <a:pt x="0" y="21600"/>
                </a:lnTo>
                <a:lnTo>
                  <a:pt x="0" y="0"/>
                </a:lnTo>
                <a:close/>
              </a:path>
            </a:pathLst>
          </a:custGeom>
          <a:noFill/>
          <a:ln>
            <a:noFill/>
          </a:ln>
        </p:spPr>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7.jpg"/><Relationship Id="rId10" Type="http://schemas.openxmlformats.org/officeDocument/2006/relationships/image" Target="../media/image8.jp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image" Target="../media/image5.jpg"/><Relationship Id="rId5" Type="http://schemas.openxmlformats.org/officeDocument/2006/relationships/image" Target="../media/image2.png"/><Relationship Id="rId6" Type="http://schemas.openxmlformats.org/officeDocument/2006/relationships/image" Target="../media/image1.jpg"/><Relationship Id="rId7" Type="http://schemas.openxmlformats.org/officeDocument/2006/relationships/image" Target="../media/image3.jpg"/><Relationship Id="rId8"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
          <p:cNvSpPr/>
          <p:nvPr/>
        </p:nvSpPr>
        <p:spPr>
          <a:xfrm>
            <a:off x="0" y="0"/>
            <a:ext cx="12192000" cy="1280100"/>
          </a:xfrm>
          <a:prstGeom prst="rect">
            <a:avLst/>
          </a:prstGeom>
          <a:solidFill>
            <a:srgbClr val="01234D"/>
          </a:solidFill>
          <a:ln cap="flat" cmpd="sng" w="19050">
            <a:solidFill>
              <a:srgbClr val="525755"/>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
          <p:cNvSpPr/>
          <p:nvPr/>
        </p:nvSpPr>
        <p:spPr>
          <a:xfrm>
            <a:off x="9006884" y="74822"/>
            <a:ext cx="1043100" cy="104309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9" name="Google Shape;59;p1"/>
          <p:cNvPicPr preferRelativeResize="0"/>
          <p:nvPr/>
        </p:nvPicPr>
        <p:blipFill rotWithShape="1">
          <a:blip r:embed="rId3">
            <a:alphaModFix/>
          </a:blip>
          <a:srcRect b="0" l="0" r="0" t="0"/>
          <a:stretch/>
        </p:blipFill>
        <p:spPr>
          <a:xfrm>
            <a:off x="10947316" y="123389"/>
            <a:ext cx="884046" cy="884048"/>
          </a:xfrm>
          <a:prstGeom prst="rect">
            <a:avLst/>
          </a:prstGeom>
          <a:noFill/>
          <a:ln>
            <a:noFill/>
          </a:ln>
        </p:spPr>
      </p:pic>
      <p:pic>
        <p:nvPicPr>
          <p:cNvPr id="60" name="Google Shape;60;p1"/>
          <p:cNvPicPr preferRelativeResize="0"/>
          <p:nvPr/>
        </p:nvPicPr>
        <p:blipFill rotWithShape="1">
          <a:blip r:embed="rId4">
            <a:alphaModFix/>
          </a:blip>
          <a:srcRect b="0" l="0" r="0" t="0"/>
          <a:stretch/>
        </p:blipFill>
        <p:spPr>
          <a:xfrm>
            <a:off x="10127893" y="192302"/>
            <a:ext cx="785940" cy="785938"/>
          </a:xfrm>
          <a:prstGeom prst="rect">
            <a:avLst/>
          </a:prstGeom>
          <a:noFill/>
          <a:ln>
            <a:noFill/>
          </a:ln>
        </p:spPr>
      </p:pic>
      <p:sp>
        <p:nvSpPr>
          <p:cNvPr id="61" name="Google Shape;61;p1"/>
          <p:cNvSpPr/>
          <p:nvPr/>
        </p:nvSpPr>
        <p:spPr>
          <a:xfrm>
            <a:off x="2575249" y="27424"/>
            <a:ext cx="5998200" cy="624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55</a:t>
            </a:r>
            <a:r>
              <a:rPr b="1" baseline="30000" i="0" lang="en-US" sz="1800" u="none" cap="none" strike="noStrike">
                <a:solidFill>
                  <a:srgbClr val="000000"/>
                </a:solidFill>
                <a:latin typeface="Arial"/>
                <a:ea typeface="Arial"/>
                <a:cs typeface="Arial"/>
                <a:sym typeface="Arial"/>
              </a:rPr>
              <a:t>th</a:t>
            </a:r>
            <a:r>
              <a:rPr b="1" i="0" lang="en-US" sz="1800" u="none" cap="none" strike="noStrike">
                <a:solidFill>
                  <a:srgbClr val="000000"/>
                </a:solidFill>
                <a:latin typeface="Arial"/>
                <a:ea typeface="Arial"/>
                <a:cs typeface="Arial"/>
                <a:sym typeface="Arial"/>
              </a:rPr>
              <a:t>   Annual Conference of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Orthopedic Surgeon Society of Andhra Pradesh</a:t>
            </a:r>
            <a:endParaRPr b="0" i="0" sz="1400" u="none" cap="none" strike="noStrike">
              <a:solidFill>
                <a:srgbClr val="000000"/>
              </a:solidFill>
              <a:latin typeface="Arial"/>
              <a:ea typeface="Arial"/>
              <a:cs typeface="Arial"/>
              <a:sym typeface="Arial"/>
            </a:endParaRPr>
          </a:p>
        </p:txBody>
      </p:sp>
      <p:sp>
        <p:nvSpPr>
          <p:cNvPr id="62" name="Google Shape;62;p1"/>
          <p:cNvSpPr/>
          <p:nvPr/>
        </p:nvSpPr>
        <p:spPr>
          <a:xfrm>
            <a:off x="2601217" y="653897"/>
            <a:ext cx="6307500" cy="272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Date 6 – 8 February,2026, Venue : Kurnool Medical College</a:t>
            </a:r>
            <a:endParaRPr b="0" i="0" sz="1400" u="none" cap="none" strike="noStrike">
              <a:solidFill>
                <a:srgbClr val="000000"/>
              </a:solidFill>
              <a:latin typeface="Arial"/>
              <a:ea typeface="Arial"/>
              <a:cs typeface="Arial"/>
              <a:sym typeface="Arial"/>
            </a:endParaRPr>
          </a:p>
        </p:txBody>
      </p:sp>
      <p:sp>
        <p:nvSpPr>
          <p:cNvPr id="63" name="Google Shape;63;p1"/>
          <p:cNvSpPr/>
          <p:nvPr/>
        </p:nvSpPr>
        <p:spPr>
          <a:xfrm>
            <a:off x="2575249" y="913340"/>
            <a:ext cx="7113899" cy="272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Organized by : Department of Orthopaedics, Kurnool Medical College Kurnool</a:t>
            </a:r>
            <a:endParaRPr b="0" i="0" sz="1400" u="none" cap="none" strike="noStrike">
              <a:solidFill>
                <a:srgbClr val="000000"/>
              </a:solidFill>
              <a:latin typeface="Arial"/>
              <a:ea typeface="Arial"/>
              <a:cs typeface="Arial"/>
              <a:sym typeface="Arial"/>
            </a:endParaRPr>
          </a:p>
        </p:txBody>
      </p:sp>
      <p:sp>
        <p:nvSpPr>
          <p:cNvPr id="64" name="Google Shape;64;p1"/>
          <p:cNvSpPr/>
          <p:nvPr/>
        </p:nvSpPr>
        <p:spPr>
          <a:xfrm>
            <a:off x="560814" y="14255"/>
            <a:ext cx="1504980" cy="1282392"/>
          </a:xfrm>
          <a:custGeom>
            <a:rect b="b" l="l" r="r" t="t"/>
            <a:pathLst>
              <a:path extrusionOk="0" h="21600" w="21600">
                <a:moveTo>
                  <a:pt x="0" y="0"/>
                </a:moveTo>
                <a:lnTo>
                  <a:pt x="21600" y="0"/>
                </a:lnTo>
                <a:lnTo>
                  <a:pt x="21600" y="21600"/>
                </a:lnTo>
                <a:lnTo>
                  <a:pt x="0" y="21600"/>
                </a:lnTo>
                <a:lnTo>
                  <a:pt x="0" y="0"/>
                </a:lnTo>
                <a:close/>
              </a:path>
            </a:pathLst>
          </a:custGeom>
          <a:blipFill rotWithShape="1">
            <a:blip r:embed="rId5">
              <a:alphaModFix amt="0"/>
            </a:blip>
            <a:stretch>
              <a:fillRect b="-10846" l="0" r="-4887" t="-9938"/>
            </a:stretch>
          </a:blipFill>
          <a:ln>
            <a:noFill/>
          </a:ln>
        </p:spPr>
      </p:sp>
      <p:sp>
        <p:nvSpPr>
          <p:cNvPr id="65" name="Google Shape;65;p1"/>
          <p:cNvSpPr/>
          <p:nvPr/>
        </p:nvSpPr>
        <p:spPr>
          <a:xfrm>
            <a:off x="0" y="1190350"/>
            <a:ext cx="3108900" cy="4209300"/>
          </a:xfrm>
          <a:prstGeom prst="rect">
            <a:avLst/>
          </a:prstGeom>
          <a:no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Lipomas are the most common benign soft tissue tumors, occurring in almost</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any part of the body and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prevalent in 2% of the population. The occurrence of intra-articular lipoma rare and mostly documented in the anterior compartment of the knee joint, like the Hoffman pad of fat and suprapatellar region.</a:t>
            </a:r>
            <a:endParaRPr b="0" i="0" sz="1800" u="none" cap="none" strike="noStrike">
              <a:solidFill>
                <a:srgbClr val="000000"/>
              </a:solidFill>
              <a:latin typeface="Arial"/>
              <a:ea typeface="Arial"/>
              <a:cs typeface="Arial"/>
              <a:sym typeface="Arial"/>
            </a:endParaRPr>
          </a:p>
        </p:txBody>
      </p:sp>
      <p:sp>
        <p:nvSpPr>
          <p:cNvPr id="66" name="Google Shape;66;p1"/>
          <p:cNvSpPr/>
          <p:nvPr/>
        </p:nvSpPr>
        <p:spPr>
          <a:xfrm>
            <a:off x="0" y="5080536"/>
            <a:ext cx="3108900" cy="1777499"/>
          </a:xfrm>
          <a:prstGeom prst="rect">
            <a:avLst/>
          </a:prstGeom>
          <a:noFill/>
          <a:ln cap="flat" cmpd="sng" w="19050">
            <a:solidFill>
              <a:srgbClr val="0F46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Herein, the authors pre. Aof a 64-year-old- female with a history of chronic intermittent left knee jointpain and swelling for the last two years.</a:t>
            </a:r>
            <a:endParaRPr b="0" i="0" sz="1800" u="none" cap="none" strike="noStrike">
              <a:solidFill>
                <a:srgbClr val="000000"/>
              </a:solidFill>
              <a:latin typeface="Arial"/>
              <a:ea typeface="Arial"/>
              <a:cs typeface="Arial"/>
              <a:sym typeface="Arial"/>
            </a:endParaRPr>
          </a:p>
        </p:txBody>
      </p:sp>
      <p:sp>
        <p:nvSpPr>
          <p:cNvPr id="67" name="Google Shape;67;p1"/>
          <p:cNvSpPr/>
          <p:nvPr/>
        </p:nvSpPr>
        <p:spPr>
          <a:xfrm>
            <a:off x="3137799" y="1007440"/>
            <a:ext cx="3185998" cy="5577900"/>
          </a:xfrm>
          <a:prstGeom prst="rect">
            <a:avLst/>
          </a:prstGeom>
          <a:noFill/>
          <a:ln cap="flat" cmpd="sng" w="19050">
            <a:solidFill>
              <a:srgbClr val="0F46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Intraoperatively, a welldefined encapsulated lipomatous mass was identified with in the involved region The lesionwas yellowish lobulated andsoft in consistency, with no evidence of infiltration into surrounding structures.The mass was completely excised in total and sent for histopathology. Adjacenmuscles/joint structures were preserved and no neurovascular involvement was noted.</a:t>
            </a:r>
            <a:endParaRPr b="0" i="0" sz="1800" u="none" cap="none" strike="noStrike">
              <a:solidFill>
                <a:srgbClr val="000000"/>
              </a:solidFill>
              <a:latin typeface="Arial"/>
              <a:ea typeface="Arial"/>
              <a:cs typeface="Arial"/>
              <a:sym typeface="Arial"/>
            </a:endParaRPr>
          </a:p>
        </p:txBody>
      </p:sp>
      <p:sp>
        <p:nvSpPr>
          <p:cNvPr id="68" name="Google Shape;68;p1"/>
          <p:cNvSpPr/>
          <p:nvPr/>
        </p:nvSpPr>
        <p:spPr>
          <a:xfrm>
            <a:off x="6323836" y="930800"/>
            <a:ext cx="5839200" cy="3330300"/>
          </a:xfrm>
          <a:prstGeom prst="rect">
            <a:avLst/>
          </a:prstGeom>
          <a:noFill/>
          <a:ln cap="flat" cmpd="sng" w="19050">
            <a:solidFill>
              <a:srgbClr val="0F46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Intra-articular lipoma of the knee is a rare benign lesion</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Presents with non-specific symptoms: pain, swelling restricted movements    • MRI shows a hypertense well-defined fatty lesion located anterior to distal femur and posterior to vastus medialis.</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Complete excision biopsy is done with excellent outcome  and without recurrence.</a:t>
            </a:r>
            <a:endParaRPr b="0" i="0" sz="1800" u="none" cap="none" strike="noStrike">
              <a:solidFill>
                <a:srgbClr val="000000"/>
              </a:solidFill>
              <a:latin typeface="Arial"/>
              <a:ea typeface="Arial"/>
              <a:cs typeface="Arial"/>
              <a:sym typeface="Arial"/>
            </a:endParaRPr>
          </a:p>
        </p:txBody>
      </p:sp>
      <p:sp>
        <p:nvSpPr>
          <p:cNvPr id="69" name="Google Shape;69;p1"/>
          <p:cNvSpPr/>
          <p:nvPr/>
        </p:nvSpPr>
        <p:spPr>
          <a:xfrm>
            <a:off x="6352699" y="5005120"/>
            <a:ext cx="5839200" cy="2287200"/>
          </a:xfrm>
          <a:prstGeom prst="rect">
            <a:avLst/>
          </a:prstGeom>
          <a:noFill/>
          <a:ln cap="flat" cmpd="sng" w="19050">
            <a:solidFill>
              <a:srgbClr val="0F46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Intra-articular lipoma of the knee is a rare entity that should be considered in patients presenting with chronic knee pain and swelling. Early diagnosis and complete excision biopsy result in excellent functional outcomes and low recurrence rates.</a:t>
            </a:r>
            <a:endParaRPr b="0" i="0" sz="1800" u="none" cap="none" strike="noStrike">
              <a:solidFill>
                <a:srgbClr val="000000"/>
              </a:solidFill>
              <a:latin typeface="Arial"/>
              <a:ea typeface="Arial"/>
              <a:cs typeface="Arial"/>
              <a:sym typeface="Arial"/>
            </a:endParaRPr>
          </a:p>
        </p:txBody>
      </p:sp>
      <p:sp>
        <p:nvSpPr>
          <p:cNvPr id="70" name="Google Shape;70;p1"/>
          <p:cNvSpPr/>
          <p:nvPr/>
        </p:nvSpPr>
        <p:spPr>
          <a:xfrm>
            <a:off x="0" y="1280157"/>
            <a:ext cx="3108900" cy="394500"/>
          </a:xfrm>
          <a:prstGeom prst="rect">
            <a:avLst/>
          </a:prstGeom>
          <a:solidFill>
            <a:srgbClr val="A3C5ED"/>
          </a:solidFill>
          <a:ln cap="flat" cmpd="sng" w="19050">
            <a:solidFill>
              <a:srgbClr val="0F46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INTRODUCTION </a:t>
            </a:r>
            <a:endParaRPr b="0" i="0" sz="1400" u="none" cap="none" strike="noStrike">
              <a:solidFill>
                <a:srgbClr val="000000"/>
              </a:solidFill>
              <a:latin typeface="Arial"/>
              <a:ea typeface="Arial"/>
              <a:cs typeface="Arial"/>
              <a:sym typeface="Arial"/>
            </a:endParaRPr>
          </a:p>
        </p:txBody>
      </p:sp>
      <p:sp>
        <p:nvSpPr>
          <p:cNvPr id="71" name="Google Shape;71;p1"/>
          <p:cNvSpPr/>
          <p:nvPr/>
        </p:nvSpPr>
        <p:spPr>
          <a:xfrm>
            <a:off x="3137836" y="1280157"/>
            <a:ext cx="3185999" cy="394500"/>
          </a:xfrm>
          <a:prstGeom prst="rect">
            <a:avLst/>
          </a:prstGeom>
          <a:solidFill>
            <a:srgbClr val="A3C5ED"/>
          </a:solidFill>
          <a:ln cap="flat" cmpd="sng" w="19050">
            <a:solidFill>
              <a:srgbClr val="0F46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C0C0C"/>
              </a:buClr>
              <a:buSzPts val="1800"/>
              <a:buFont typeface="Arial"/>
              <a:buNone/>
            </a:pPr>
            <a:r>
              <a:rPr b="1" i="0" lang="en-US" sz="1800" u="none" cap="none" strike="noStrike">
                <a:solidFill>
                  <a:srgbClr val="0C0C0C"/>
                </a:solidFill>
                <a:latin typeface="Arial"/>
                <a:ea typeface="Arial"/>
                <a:cs typeface="Arial"/>
                <a:sym typeface="Arial"/>
              </a:rPr>
              <a:t>OPERATIVE FINDINGS</a:t>
            </a:r>
            <a:endParaRPr b="0" i="0" sz="1400" u="none" cap="none" strike="noStrike">
              <a:solidFill>
                <a:srgbClr val="000000"/>
              </a:solidFill>
              <a:latin typeface="Arial"/>
              <a:ea typeface="Arial"/>
              <a:cs typeface="Arial"/>
              <a:sym typeface="Arial"/>
            </a:endParaRPr>
          </a:p>
        </p:txBody>
      </p:sp>
      <p:sp>
        <p:nvSpPr>
          <p:cNvPr id="72" name="Google Shape;72;p1"/>
          <p:cNvSpPr/>
          <p:nvPr/>
        </p:nvSpPr>
        <p:spPr>
          <a:xfrm>
            <a:off x="6409629" y="1296645"/>
            <a:ext cx="5839199" cy="394500"/>
          </a:xfrm>
          <a:prstGeom prst="rect">
            <a:avLst/>
          </a:prstGeom>
          <a:solidFill>
            <a:srgbClr val="A3C5ED"/>
          </a:solidFill>
          <a:ln cap="flat" cmpd="sng" w="19050">
            <a:solidFill>
              <a:srgbClr val="0F46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C0C0C"/>
              </a:buClr>
              <a:buSzPts val="1800"/>
              <a:buFont typeface="Arial"/>
              <a:buNone/>
            </a:pPr>
            <a:r>
              <a:rPr b="1" i="0" lang="en-US" sz="1800" u="none" cap="none" strike="noStrike">
                <a:solidFill>
                  <a:srgbClr val="0C0C0C"/>
                </a:solidFill>
                <a:latin typeface="Arial"/>
                <a:ea typeface="Arial"/>
                <a:cs typeface="Arial"/>
                <a:sym typeface="Arial"/>
              </a:rPr>
              <a:t>DISCUSSION</a:t>
            </a:r>
            <a:endParaRPr b="0" i="0" sz="1400" u="none" cap="none" strike="noStrike">
              <a:solidFill>
                <a:srgbClr val="000000"/>
              </a:solidFill>
              <a:latin typeface="Arial"/>
              <a:ea typeface="Arial"/>
              <a:cs typeface="Arial"/>
              <a:sym typeface="Arial"/>
            </a:endParaRPr>
          </a:p>
        </p:txBody>
      </p:sp>
      <p:sp>
        <p:nvSpPr>
          <p:cNvPr id="73" name="Google Shape;73;p1"/>
          <p:cNvSpPr/>
          <p:nvPr/>
        </p:nvSpPr>
        <p:spPr>
          <a:xfrm>
            <a:off x="0" y="5005136"/>
            <a:ext cx="3108900" cy="394500"/>
          </a:xfrm>
          <a:prstGeom prst="rect">
            <a:avLst/>
          </a:prstGeom>
          <a:solidFill>
            <a:srgbClr val="A3C5ED"/>
          </a:solidFill>
          <a:ln cap="flat" cmpd="sng" w="19050">
            <a:solidFill>
              <a:srgbClr val="0F46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C0C0C"/>
              </a:buClr>
              <a:buSzPts val="1800"/>
              <a:buFont typeface="Arial"/>
              <a:buNone/>
            </a:pPr>
            <a:r>
              <a:rPr b="1" i="0" lang="en-US" sz="1800" u="none" cap="none" strike="noStrike">
                <a:solidFill>
                  <a:srgbClr val="0C0C0C"/>
                </a:solidFill>
                <a:latin typeface="Arial"/>
                <a:ea typeface="Arial"/>
                <a:cs typeface="Arial"/>
                <a:sym typeface="Arial"/>
              </a:rPr>
              <a:t>CASE REPORT</a:t>
            </a:r>
            <a:endParaRPr b="0" i="0" sz="1400" u="none" cap="none" strike="noStrike">
              <a:solidFill>
                <a:srgbClr val="000000"/>
              </a:solidFill>
              <a:latin typeface="Arial"/>
              <a:ea typeface="Arial"/>
              <a:cs typeface="Arial"/>
              <a:sym typeface="Arial"/>
            </a:endParaRPr>
          </a:p>
        </p:txBody>
      </p:sp>
      <p:sp>
        <p:nvSpPr>
          <p:cNvPr id="74" name="Google Shape;74;p1"/>
          <p:cNvSpPr/>
          <p:nvPr/>
        </p:nvSpPr>
        <p:spPr>
          <a:xfrm>
            <a:off x="6352675" y="5008774"/>
            <a:ext cx="5839200" cy="394500"/>
          </a:xfrm>
          <a:prstGeom prst="rect">
            <a:avLst/>
          </a:prstGeom>
          <a:solidFill>
            <a:srgbClr val="A3C5ED"/>
          </a:solidFill>
          <a:ln cap="flat" cmpd="sng" w="19050">
            <a:solidFill>
              <a:srgbClr val="0F46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C0C0C"/>
              </a:buClr>
              <a:buSzPts val="1800"/>
              <a:buFont typeface="Arial"/>
              <a:buNone/>
            </a:pPr>
            <a:r>
              <a:rPr b="1" i="0" lang="en-US" sz="1800" u="none" cap="none" strike="noStrike">
                <a:solidFill>
                  <a:srgbClr val="0C0C0C"/>
                </a:solidFill>
                <a:latin typeface="Arial"/>
                <a:ea typeface="Arial"/>
                <a:cs typeface="Arial"/>
                <a:sym typeface="Arial"/>
              </a:rPr>
              <a:t>CONCLUSION</a:t>
            </a:r>
            <a:endParaRPr b="0" i="0" sz="1400" u="none" cap="none" strike="noStrike">
              <a:solidFill>
                <a:srgbClr val="000000"/>
              </a:solidFill>
              <a:latin typeface="Arial"/>
              <a:ea typeface="Arial"/>
              <a:cs typeface="Arial"/>
              <a:sym typeface="Arial"/>
            </a:endParaRPr>
          </a:p>
        </p:txBody>
      </p:sp>
      <p:pic>
        <p:nvPicPr>
          <p:cNvPr id="75" name="Google Shape;75;p1"/>
          <p:cNvPicPr preferRelativeResize="0"/>
          <p:nvPr/>
        </p:nvPicPr>
        <p:blipFill rotWithShape="1">
          <a:blip r:embed="rId6">
            <a:alphaModFix/>
          </a:blip>
          <a:srcRect b="0" l="0" r="0" t="0"/>
          <a:stretch/>
        </p:blipFill>
        <p:spPr>
          <a:xfrm>
            <a:off x="9001100" y="3578050"/>
            <a:ext cx="3108899" cy="1430726"/>
          </a:xfrm>
          <a:prstGeom prst="rect">
            <a:avLst/>
          </a:prstGeom>
          <a:noFill/>
          <a:ln>
            <a:noFill/>
          </a:ln>
        </p:spPr>
      </p:pic>
      <p:pic>
        <p:nvPicPr>
          <p:cNvPr id="76" name="Google Shape;76;p1"/>
          <p:cNvPicPr preferRelativeResize="0"/>
          <p:nvPr/>
        </p:nvPicPr>
        <p:blipFill rotWithShape="1">
          <a:blip r:embed="rId7">
            <a:alphaModFix/>
          </a:blip>
          <a:srcRect b="0" l="0" r="0" t="0"/>
          <a:stretch/>
        </p:blipFill>
        <p:spPr>
          <a:xfrm>
            <a:off x="3108900" y="5971400"/>
            <a:ext cx="1816099" cy="1043101"/>
          </a:xfrm>
          <a:prstGeom prst="rect">
            <a:avLst/>
          </a:prstGeom>
          <a:noFill/>
          <a:ln>
            <a:noFill/>
          </a:ln>
        </p:spPr>
      </p:pic>
      <p:pic>
        <p:nvPicPr>
          <p:cNvPr id="77" name="Google Shape;77;p1"/>
          <p:cNvPicPr preferRelativeResize="0"/>
          <p:nvPr/>
        </p:nvPicPr>
        <p:blipFill rotWithShape="1">
          <a:blip r:embed="rId8">
            <a:alphaModFix/>
          </a:blip>
          <a:srcRect b="0" l="0" r="0" t="0"/>
          <a:stretch/>
        </p:blipFill>
        <p:spPr>
          <a:xfrm>
            <a:off x="4766200" y="5749325"/>
            <a:ext cx="1816099" cy="1280099"/>
          </a:xfrm>
          <a:prstGeom prst="rect">
            <a:avLst/>
          </a:prstGeom>
          <a:noFill/>
          <a:ln>
            <a:noFill/>
          </a:ln>
        </p:spPr>
      </p:pic>
      <p:pic>
        <p:nvPicPr>
          <p:cNvPr id="78" name="Google Shape;78;p1"/>
          <p:cNvPicPr preferRelativeResize="0"/>
          <p:nvPr/>
        </p:nvPicPr>
        <p:blipFill rotWithShape="1">
          <a:blip r:embed="rId9">
            <a:alphaModFix/>
          </a:blip>
          <a:srcRect b="0" l="0" r="0" t="0"/>
          <a:stretch/>
        </p:blipFill>
        <p:spPr>
          <a:xfrm>
            <a:off x="6333475" y="3578050"/>
            <a:ext cx="2575249" cy="1430725"/>
          </a:xfrm>
          <a:prstGeom prst="rect">
            <a:avLst/>
          </a:prstGeom>
          <a:noFill/>
          <a:ln>
            <a:noFill/>
          </a:ln>
        </p:spPr>
      </p:pic>
      <p:pic>
        <p:nvPicPr>
          <p:cNvPr id="79" name="Google Shape;79;p1"/>
          <p:cNvPicPr preferRelativeResize="0"/>
          <p:nvPr/>
        </p:nvPicPr>
        <p:blipFill>
          <a:blip r:embed="rId10">
            <a:alphaModFix/>
          </a:blip>
          <a:stretch>
            <a:fillRect/>
          </a:stretch>
        </p:blipFill>
        <p:spPr>
          <a:xfrm>
            <a:off x="0" y="74825"/>
            <a:ext cx="2575250" cy="1219855"/>
          </a:xfrm>
          <a:prstGeom prst="rect">
            <a:avLst/>
          </a:prstGeom>
          <a:noFill/>
          <a:ln>
            <a:noFill/>
          </a:ln>
        </p:spPr>
      </p:pic>
      <p:pic>
        <p:nvPicPr>
          <p:cNvPr id="80" name="Google Shape;80;p1"/>
          <p:cNvPicPr preferRelativeResize="0"/>
          <p:nvPr/>
        </p:nvPicPr>
        <p:blipFill>
          <a:blip r:embed="rId11">
            <a:alphaModFix/>
          </a:blip>
          <a:stretch>
            <a:fillRect/>
          </a:stretch>
        </p:blipFill>
        <p:spPr>
          <a:xfrm>
            <a:off x="9006875" y="-16450"/>
            <a:ext cx="1043100" cy="1219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efault design template">
  <a:themeElements>
    <a:clrScheme name="Default design template">
      <a:dk1>
        <a:srgbClr val="000000"/>
      </a:dk1>
      <a:lt1>
        <a:srgbClr val="000000"/>
      </a:lt1>
      <a:dk2>
        <a:srgbClr val="000000"/>
      </a:dk2>
      <a:lt2>
        <a:srgbClr val="000000"/>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notesMaster1">
  <a:themeElements>
    <a:clrScheme name="notesMaster1">
      <a:dk1>
        <a:srgbClr val="000000"/>
      </a:dk1>
      <a:lt1>
        <a:srgbClr val="FFFFFF"/>
      </a:lt1>
      <a:dk2>
        <a:srgbClr val="000000"/>
      </a:dk2>
      <a:lt2>
        <a:srgbClr val="808080"/>
      </a:lt2>
      <a:accent1>
        <a:srgbClr val="BBE0E3"/>
      </a:accent1>
      <a:accent2>
        <a:srgbClr val="333399"/>
      </a:accent2>
      <a:accent3>
        <a:srgbClr val="9BBB59"/>
      </a:accent3>
      <a:accent4>
        <a:srgbClr val="8064A2"/>
      </a:accent4>
      <a:accent5>
        <a:srgbClr val="4BACC6"/>
      </a:accent5>
      <a:accent6>
        <a:srgbClr val="F79646"/>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2026-01-23T07:37:38Z</dcterms:created>
  <dc:creator>RMX3870</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8a02556f01c74cdeb9c89a6fdc1f29b3</vt:lpwstr>
  </property>
</Properties>
</file>