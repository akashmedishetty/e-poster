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saveSubsetFonts="1">
  <p:sldMasterIdLst>
    <p:sldMasterId id="2147483648" r:id="rId1"/>
  </p:sldMasterIdLst>
  <p:notesMasterIdLst>
    <p:notesMasterId r:id="rId2"/>
  </p:notesMasterIdLst>
  <p:sldIdLst>
    <p:sldId id="257" r:id="rId3"/>
  </p:sldIdLst>
  <p:sldSz type="screen16x9" cy="6858000" cx="12192000"/>
  <p:notesSz cx="6858000" cy="9144000"/>
  <p:defaultText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p:present/>
    <p:sldAll/>
    <p:penClr>
      <a:prstClr val="red"/>
    </p:penClr>
  </p:showPr>
  <p:clrMru>
    <a:srgbClr val="525755"/>
    <a:srgbClr val="01234D"/>
    <a:srgbClr val="D9F2D0"/>
  </p:clrMru>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showOutlineIcons="0" snapVertSplitter="1" vertBarState="minimized" horzBarState="maximized">
    <p:restoredLeft sz="14995" autoAdjust="0"/>
    <p:restoredTop sz="94300" autoAdjust="0"/>
  </p:normalViewPr>
  <p:slideViewPr>
    <p:cSldViewPr snapToGrid="0">
      <p:cViewPr>
        <p:scale>
          <a:sx n="95" d="100"/>
          <a:sy n="95" d="100"/>
        </p:scale>
        <p:origin x="-162" y="-72"/>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tableStyles" Target="tableStyles.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27" name=""/>
        <p:cNvGrpSpPr/>
        <p:nvPr/>
      </p:nvGrpSpPr>
      <p:grpSpPr>
        <a:xfrm>
          <a:off x="0" y="0"/>
          <a:ext cx="0" cy="0"/>
          <a:chOff x="0" y="0"/>
          <a:chExt cx="0" cy="0"/>
        </a:xfrm>
      </p:grpSpPr>
      <p:sp>
        <p:nvSpPr>
          <p:cNvPr id="1048656" name="Rectangle 2"/>
          <p:cNvSpPr>
            <a:spLocks noGrp="1" noChangeArrowheads="1"/>
          </p:cNvSpPr>
          <p:nvPr>
            <p:ph type="hdr" sz="quarter"/>
          </p:nvPr>
        </p:nvSpPr>
        <p:spPr bwMode="auto">
          <a:xfrm>
            <a:off x="2"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l">
              <a:defRPr sz="1100"/>
            </a:lvl1pPr>
          </a:lstStyle>
          <a:p>
            <a:endParaRPr lang="en-US"/>
          </a:p>
        </p:txBody>
      </p:sp>
      <p:sp>
        <p:nvSpPr>
          <p:cNvPr id="1048657" name="Rectangle 3"/>
          <p:cNvSpPr>
            <a:spLocks noGrp="1" noChangeArrowheads="1"/>
          </p:cNvSpPr>
          <p:nvPr>
            <p:ph type="dt" idx="1"/>
          </p:nvPr>
        </p:nvSpPr>
        <p:spPr bwMode="auto">
          <a:xfrm>
            <a:off x="4021139"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r">
              <a:defRPr sz="1100"/>
            </a:lvl1pPr>
          </a:lstStyle>
          <a:p>
            <a:endParaRPr lang="en-US"/>
          </a:p>
        </p:txBody>
      </p:sp>
      <p:sp>
        <p:nvSpPr>
          <p:cNvPr id="1048658" name="Rectangle 4"/>
          <p:cNvSpPr>
            <a:spLocks noChangeAspect="1" noRot="1" noGrp="1" noChangeArrowheads="1" noTextEdit="1"/>
          </p:cNvSpPr>
          <p:nvPr>
            <p:ph type="sldImg" idx="2"/>
          </p:nvPr>
        </p:nvSpPr>
        <p:spPr bwMode="auto">
          <a:xfrm>
            <a:off x="990600" y="766763"/>
            <a:ext cx="5118100" cy="3838575"/>
          </a:xfrm>
          <a:prstGeom prst="rect"/>
          <a:noFill/>
          <a:ln w="9525">
            <a:solidFill>
              <a:srgbClr val="000000"/>
            </a:solidFill>
            <a:miter lim="800000"/>
            <a:headEnd/>
            <a:tailEnd/>
          </a:ln>
          <a:effectLst/>
        </p:spPr>
      </p:sp>
      <p:sp>
        <p:nvSpPr>
          <p:cNvPr id="1048659" name="Rectangle 5"/>
          <p:cNvSpPr>
            <a:spLocks noGrp="1" noChangeArrowheads="1"/>
          </p:cNvSpPr>
          <p:nvPr>
            <p:ph type="body" sz="quarter" idx="3"/>
          </p:nvPr>
        </p:nvSpPr>
        <p:spPr bwMode="auto">
          <a:xfrm>
            <a:off x="709614" y="4862514"/>
            <a:ext cx="5680075" cy="4605337"/>
          </a:xfrm>
          <a:prstGeom prst="rect"/>
          <a:noFill/>
          <a:ln w="9525">
            <a:noFill/>
            <a:miter lim="800000"/>
            <a:headEnd/>
            <a:tailEnd/>
          </a:ln>
          <a:effectLst/>
        </p:spPr>
        <p:txBody>
          <a:bodyPr anchor="t" anchorCtr="0" bIns="45745" compatLnSpc="1" lIns="91492" numCol="1" rIns="91492" tIns="45745" vert="horz" wrap="square">
            <a:prstTxWarp prst="textNoShape"/>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0" name="Rectangle 6"/>
          <p:cNvSpPr>
            <a:spLocks noGrp="1" noChangeArrowheads="1"/>
          </p:cNvSpPr>
          <p:nvPr>
            <p:ph type="ftr" sz="quarter" idx="4"/>
          </p:nvPr>
        </p:nvSpPr>
        <p:spPr bwMode="auto">
          <a:xfrm>
            <a:off x="2"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l">
              <a:defRPr sz="1100"/>
            </a:lvl1pPr>
          </a:lstStyle>
          <a:p>
            <a:endParaRPr lang="en-US"/>
          </a:p>
        </p:txBody>
      </p:sp>
      <p:sp>
        <p:nvSpPr>
          <p:cNvPr id="1048661" name="Rectangle 7"/>
          <p:cNvSpPr>
            <a:spLocks noGrp="1" noChangeArrowheads="1"/>
          </p:cNvSpPr>
          <p:nvPr>
            <p:ph type="sldNum" sz="quarter" idx="5"/>
          </p:nvPr>
        </p:nvSpPr>
        <p:spPr bwMode="auto">
          <a:xfrm>
            <a:off x="4021139"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r">
              <a:defRPr sz="1100"/>
            </a:lvl1pPr>
          </a:lstStyle>
          <a:p>
            <a:fld id="{A9A0EA98-5831-4853-B862-C702E6EB345C}" type="slidenum">
              <a:rPr lang="en-US"/>
              <a:t>‹#›</a:t>
            </a:fld>
            <a:endParaRPr lang="en-US"/>
          </a:p>
        </p:txBody>
      </p:sp>
    </p:spTree>
  </p:cSld>
  <p:clrMap accent1="accent1" accent2="accent2" accent3="accent3" accent4="accent4" accent5="accent5" accent6="accent6" bg1="lt1" bg2="lt2" tx1="dk1" tx2="dk2" hlink="hlink" folHlink="folHlink"/>
  <p:notesStyle>
    <a:lvl1pPr algn="l" fontAlgn="base" rtl="0">
      <a:spcBef>
        <a:spcPct val="30000"/>
      </a:spcBef>
      <a:spcAft>
        <a:spcPct val="0"/>
      </a:spcAft>
      <a:defRPr sz="1200" kern="1200">
        <a:solidFill>
          <a:schemeClr val="tx1"/>
        </a:solidFill>
        <a:latin typeface="Arial" charset="0"/>
        <a:ea typeface="+mn-ea"/>
        <a:cs typeface="+mn-cs"/>
      </a:defRPr>
    </a:lvl1pPr>
    <a:lvl2pPr algn="l" fontAlgn="base" marL="457200" rtl="0">
      <a:spcBef>
        <a:spcPct val="30000"/>
      </a:spcBef>
      <a:spcAft>
        <a:spcPct val="0"/>
      </a:spcAft>
      <a:defRPr sz="1200" kern="1200">
        <a:solidFill>
          <a:schemeClr val="tx1"/>
        </a:solidFill>
        <a:latin typeface="Arial" charset="0"/>
        <a:ea typeface="+mn-ea"/>
        <a:cs typeface="+mn-cs"/>
      </a:defRPr>
    </a:lvl2pPr>
    <a:lvl3pPr algn="l" fontAlgn="base" marL="914400" rtl="0">
      <a:spcBef>
        <a:spcPct val="30000"/>
      </a:spcBef>
      <a:spcAft>
        <a:spcPct val="0"/>
      </a:spcAft>
      <a:defRPr sz="1200" kern="1200">
        <a:solidFill>
          <a:schemeClr val="tx1"/>
        </a:solidFill>
        <a:latin typeface="Arial" charset="0"/>
        <a:ea typeface="+mn-ea"/>
        <a:cs typeface="+mn-cs"/>
      </a:defRPr>
    </a:lvl3pPr>
    <a:lvl4pPr algn="l" fontAlgn="base" marL="1371600" rtl="0">
      <a:spcBef>
        <a:spcPct val="30000"/>
      </a:spcBef>
      <a:spcAft>
        <a:spcPct val="0"/>
      </a:spcAft>
      <a:defRPr sz="1200" kern="1200">
        <a:solidFill>
          <a:schemeClr val="tx1"/>
        </a:solidFill>
        <a:latin typeface="Arial" charset="0"/>
        <a:ea typeface="+mn-ea"/>
        <a:cs typeface="+mn-cs"/>
      </a:defRPr>
    </a:lvl4pPr>
    <a:lvl5pPr algn="l" fontAlgn="base" marL="1828800" rtl="0">
      <a:spcBef>
        <a:spcPct val="30000"/>
      </a:spcBef>
      <a:spcAft>
        <a:spcPct val="0"/>
      </a:spcAft>
      <a:defRPr sz="1200" kern="1200">
        <a:solidFill>
          <a:schemeClr val="tx1"/>
        </a:solidFill>
        <a:latin typeface="Arial" charset="0"/>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Title Slide">
    <p:spTree>
      <p:nvGrpSpPr>
        <p:cNvPr id="15" name=""/>
        <p:cNvGrpSpPr/>
        <p:nvPr/>
      </p:nvGrpSpPr>
      <p:grpSpPr>
        <a:xfrm>
          <a:off x="0" y="0"/>
          <a:ext cx="0" cy="0"/>
          <a:chOff x="0" y="0"/>
          <a:chExt cx="0" cy="0"/>
        </a:xfrm>
      </p:grpSpPr>
      <p:sp>
        <p:nvSpPr>
          <p:cNvPr id="1048581" name="Title 1"/>
          <p:cNvSpPr>
            <a:spLocks noGrp="1"/>
          </p:cNvSpPr>
          <p:nvPr>
            <p:ph type="ctrTitle"/>
          </p:nvPr>
        </p:nvSpPr>
        <p:spPr>
          <a:xfrm>
            <a:off x="1524000" y="1122363"/>
            <a:ext cx="9144000" cy="2387600"/>
          </a:xfrm>
          <a:prstGeom prst="rect"/>
        </p:spPr>
        <p:txBody>
          <a:bodyPr anchor="b"/>
          <a:lstStyle>
            <a:lvl1pPr algn="ctr">
              <a:defRPr sz="6000"/>
            </a:lvl1pPr>
          </a:lstStyle>
          <a:p>
            <a:r>
              <a:rPr lang="en-US"/>
              <a:t>Click to edit Master title style</a:t>
            </a:r>
          </a:p>
        </p:txBody>
      </p:sp>
      <p:sp>
        <p:nvSpPr>
          <p:cNvPr id="1048582" name="Subtitle 2"/>
          <p:cNvSpPr>
            <a:spLocks noGrp="1"/>
          </p:cNvSpPr>
          <p:nvPr>
            <p:ph type="subTitle" idx="1"/>
          </p:nvPr>
        </p:nvSpPr>
        <p:spPr>
          <a:xfrm>
            <a:off x="1524000" y="3602038"/>
            <a:ext cx="9144000" cy="1655762"/>
          </a:xfrm>
          <a:prstGeom prst="rect"/>
        </p:spPr>
        <p:txBody>
          <a:bodyPr/>
          <a:lstStyle>
            <a:lvl1pPr algn="ctr" indent="0" marL="0">
              <a:buNone/>
              <a:defRPr sz="2400"/>
            </a:lvl1pPr>
            <a:lvl2pPr algn="ctr" indent="0" marL="457200">
              <a:buNone/>
              <a:defRPr sz="2000"/>
            </a:lvl2pPr>
            <a:lvl3pPr algn="ctr" indent="0" marL="914400">
              <a:buNone/>
              <a:defRPr sz="1800"/>
            </a:lvl3pPr>
            <a:lvl4pPr algn="ctr" indent="0" marL="1371600">
              <a:buNone/>
              <a:defRPr sz="1600"/>
            </a:lvl4pPr>
            <a:lvl5pPr algn="ctr" indent="0" marL="1828800">
              <a:buNone/>
              <a:defRPr sz="1600"/>
            </a:lvl5pPr>
            <a:lvl6pPr algn="ctr" indent="0" marL="2286000">
              <a:buNone/>
              <a:defRPr sz="1600"/>
            </a:lvl6pPr>
            <a:lvl7pPr algn="ctr" indent="0" marL="2743200">
              <a:buNone/>
              <a:defRPr sz="1600"/>
            </a:lvl7pPr>
            <a:lvl8pPr algn="ctr" indent="0" marL="3200400">
              <a:buNone/>
              <a:defRPr sz="1600"/>
            </a:lvl8pPr>
            <a:lvl9pPr algn="ctr" indent="0" marL="3657600">
              <a:buNone/>
              <a:defRPr sz="1600"/>
            </a:lvl9pPr>
          </a:lstStyle>
          <a:p>
            <a:r>
              <a:rPr lang="en-US"/>
              <a:t>Click to edit Master subtitle style</a:t>
            </a:r>
          </a:p>
        </p:txBody>
      </p:sp>
      <p:sp>
        <p:nvSpPr>
          <p:cNvPr id="1048583" name="Date Placeholder 3"/>
          <p:cNvSpPr>
            <a:spLocks noGrp="1"/>
          </p:cNvSpPr>
          <p:nvPr>
            <p:ph type="dt" sz="half" idx="10"/>
          </p:nvPr>
        </p:nvSpPr>
        <p:spPr>
          <a:xfrm>
            <a:off x="838200" y="6356350"/>
            <a:ext cx="2743200" cy="365125"/>
          </a:xfrm>
          <a:prstGeom prst="rect"/>
        </p:spPr>
        <p:txBody>
          <a:bodyPr/>
          <a:p>
            <a:fld id="{FD73274A-A2CD-4D7F-B977-66E290A1AB78}" type="datetimeFigureOut">
              <a:rPr lang="en-US" smtClean="0"/>
              <a:t>2/11/2026</a:t>
            </a:fld>
            <a:endParaRPr lang="en-US"/>
          </a:p>
        </p:txBody>
      </p:sp>
      <p:sp>
        <p:nvSpPr>
          <p:cNvPr id="1048584" name="Footer Placeholder 4"/>
          <p:cNvSpPr>
            <a:spLocks noGrp="1"/>
          </p:cNvSpPr>
          <p:nvPr>
            <p:ph type="ftr" sz="quarter" idx="11"/>
          </p:nvPr>
        </p:nvSpPr>
        <p:spPr>
          <a:xfrm>
            <a:off x="4038600" y="6356350"/>
            <a:ext cx="4114800" cy="365125"/>
          </a:xfrm>
          <a:prstGeom prst="rect"/>
        </p:spPr>
        <p:txBody>
          <a:bodyPr/>
          <a:p>
            <a:endParaRPr lang="en-US"/>
          </a:p>
        </p:txBody>
      </p:sp>
      <p:sp>
        <p:nvSpPr>
          <p:cNvPr id="1048585" name="Slide Number Placeholder 5"/>
          <p:cNvSpPr>
            <a:spLocks noGrp="1"/>
          </p:cNvSpPr>
          <p:nvPr>
            <p:ph type="sldNum" sz="quarter" idx="12"/>
          </p:nvPr>
        </p:nvSpPr>
        <p:spPr>
          <a:xfrm>
            <a:off x="8610600" y="6356350"/>
            <a:ext cx="2743200" cy="365125"/>
          </a:xfrm>
          <a:prstGeom prst="rect"/>
        </p:spPr>
        <p:txBody>
          <a:bodyPr/>
          <a:p>
            <a:fld id="{32FB2461-14E4-41EF-9449-AE0E6559CB66}"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19" name=""/>
        <p:cNvGrpSpPr/>
        <p:nvPr/>
      </p:nvGrpSpPr>
      <p:grpSpPr>
        <a:xfrm>
          <a:off x="0" y="0"/>
          <a:ext cx="0" cy="0"/>
          <a:chOff x="0" y="0"/>
          <a:chExt cx="0" cy="0"/>
        </a:xfrm>
      </p:grpSpPr>
      <p:sp>
        <p:nvSpPr>
          <p:cNvPr id="1048612" name="Title 1"/>
          <p:cNvSpPr>
            <a:spLocks noGrp="1"/>
          </p:cNvSpPr>
          <p:nvPr>
            <p:ph type="title"/>
          </p:nvPr>
        </p:nvSpPr>
        <p:spPr>
          <a:xfrm>
            <a:off x="838200" y="365125"/>
            <a:ext cx="10515600" cy="1325563"/>
          </a:xfrm>
          <a:prstGeom prst="rect"/>
        </p:spPr>
        <p:txBody>
          <a:bodyPr/>
          <a:p>
            <a:r>
              <a:rPr lang="en-US"/>
              <a:t>Click to edit Master title style</a:t>
            </a:r>
          </a:p>
        </p:txBody>
      </p:sp>
      <p:sp>
        <p:nvSpPr>
          <p:cNvPr id="1048613" name="Content Placeholder 2"/>
          <p:cNvSpPr>
            <a:spLocks noGrp="1"/>
          </p:cNvSpPr>
          <p:nvPr>
            <p:ph idx="1"/>
          </p:nvPr>
        </p:nvSpPr>
        <p:spPr>
          <a:xfrm>
            <a:off x="838200" y="1825625"/>
            <a:ext cx="10515600" cy="4351338"/>
          </a:xfrm>
          <a:prstGeom prst="rect"/>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14" name="Date Placeholder 3"/>
          <p:cNvSpPr>
            <a:spLocks noGrp="1"/>
          </p:cNvSpPr>
          <p:nvPr>
            <p:ph type="dt" sz="half" idx="10"/>
          </p:nvPr>
        </p:nvSpPr>
        <p:spPr>
          <a:xfrm>
            <a:off x="838200" y="6356350"/>
            <a:ext cx="2743200" cy="365125"/>
          </a:xfrm>
          <a:prstGeom prst="rect"/>
        </p:spPr>
        <p:txBody>
          <a:bodyPr/>
          <a:p>
            <a:fld id="{FD73274A-A2CD-4D7F-B977-66E290A1AB78}" type="datetimeFigureOut">
              <a:rPr lang="en-US" smtClean="0"/>
              <a:t>2/11/2026</a:t>
            </a:fld>
            <a:endParaRPr lang="en-US"/>
          </a:p>
        </p:txBody>
      </p:sp>
      <p:sp>
        <p:nvSpPr>
          <p:cNvPr id="1048615" name="Footer Placeholder 4"/>
          <p:cNvSpPr>
            <a:spLocks noGrp="1"/>
          </p:cNvSpPr>
          <p:nvPr>
            <p:ph type="ftr" sz="quarter" idx="11"/>
          </p:nvPr>
        </p:nvSpPr>
        <p:spPr>
          <a:xfrm>
            <a:off x="4038600" y="6356350"/>
            <a:ext cx="4114800" cy="365125"/>
          </a:xfrm>
          <a:prstGeom prst="rect"/>
        </p:spPr>
        <p:txBody>
          <a:bodyPr/>
          <a:p>
            <a:endParaRPr lang="en-US"/>
          </a:p>
        </p:txBody>
      </p:sp>
      <p:sp>
        <p:nvSpPr>
          <p:cNvPr id="1048616" name="Slide Number Placeholder 5"/>
          <p:cNvSpPr>
            <a:spLocks noGrp="1"/>
          </p:cNvSpPr>
          <p:nvPr>
            <p:ph type="sldNum" sz="quarter" idx="12"/>
          </p:nvPr>
        </p:nvSpPr>
        <p:spPr>
          <a:xfrm>
            <a:off x="8610600" y="6356350"/>
            <a:ext cx="2743200" cy="365125"/>
          </a:xfrm>
          <a:prstGeom prst="rect"/>
        </p:spPr>
        <p:txBody>
          <a:bodyPr/>
          <a:p>
            <a:fld id="{32FB2461-14E4-41EF-9449-AE0E6559CB66}"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22" name=""/>
        <p:cNvGrpSpPr/>
        <p:nvPr/>
      </p:nvGrpSpPr>
      <p:grpSpPr>
        <a:xfrm>
          <a:off x="0" y="0"/>
          <a:ext cx="0" cy="0"/>
          <a:chOff x="0" y="0"/>
          <a:chExt cx="0" cy="0"/>
        </a:xfrm>
      </p:grpSpPr>
      <p:sp>
        <p:nvSpPr>
          <p:cNvPr id="1048628" name="Title 1"/>
          <p:cNvSpPr>
            <a:spLocks noGrp="1"/>
          </p:cNvSpPr>
          <p:nvPr>
            <p:ph type="title"/>
          </p:nvPr>
        </p:nvSpPr>
        <p:spPr>
          <a:xfrm>
            <a:off x="831850" y="1709738"/>
            <a:ext cx="10515600" cy="2852737"/>
          </a:xfrm>
          <a:prstGeom prst="rect"/>
        </p:spPr>
        <p:txBody>
          <a:bodyPr anchor="b"/>
          <a:lstStyle>
            <a:lvl1pPr>
              <a:defRPr sz="6000"/>
            </a:lvl1pPr>
          </a:lstStyle>
          <a:p>
            <a:r>
              <a:rPr lang="en-US"/>
              <a:t>Click to edit Master title style</a:t>
            </a:r>
          </a:p>
        </p:txBody>
      </p:sp>
      <p:sp>
        <p:nvSpPr>
          <p:cNvPr id="1048629" name="Text Placeholder 2"/>
          <p:cNvSpPr>
            <a:spLocks noGrp="1"/>
          </p:cNvSpPr>
          <p:nvPr>
            <p:ph type="body" idx="1"/>
          </p:nvPr>
        </p:nvSpPr>
        <p:spPr>
          <a:xfrm>
            <a:off x="831850" y="4589463"/>
            <a:ext cx="10515600" cy="1500187"/>
          </a:xfrm>
          <a:prstGeom prst="rect"/>
        </p:spPr>
        <p:txBody>
          <a:bodyPr/>
          <a:lstStyle>
            <a:lvl1pPr indent="0" marL="0">
              <a:buNone/>
              <a:defRPr sz="2400">
                <a:solidFill>
                  <a:schemeClr val="tx1">
                    <a:tint val="82000"/>
                  </a:schemeClr>
                </a:solidFill>
              </a:defRPr>
            </a:lvl1pPr>
            <a:lvl2pPr indent="0" marL="457200">
              <a:buNone/>
              <a:defRPr sz="2000">
                <a:solidFill>
                  <a:schemeClr val="tx1">
                    <a:tint val="82000"/>
                  </a:schemeClr>
                </a:solidFill>
              </a:defRPr>
            </a:lvl2pPr>
            <a:lvl3pPr indent="0" marL="914400">
              <a:buNone/>
              <a:defRPr sz="1800">
                <a:solidFill>
                  <a:schemeClr val="tx1">
                    <a:tint val="82000"/>
                  </a:schemeClr>
                </a:solidFill>
              </a:defRPr>
            </a:lvl3pPr>
            <a:lvl4pPr indent="0" marL="1371600">
              <a:buNone/>
              <a:defRPr sz="1600">
                <a:solidFill>
                  <a:schemeClr val="tx1">
                    <a:tint val="82000"/>
                  </a:schemeClr>
                </a:solidFill>
              </a:defRPr>
            </a:lvl4pPr>
            <a:lvl5pPr indent="0" marL="1828800">
              <a:buNone/>
              <a:defRPr sz="1600">
                <a:solidFill>
                  <a:schemeClr val="tx1">
                    <a:tint val="82000"/>
                  </a:schemeClr>
                </a:solidFill>
              </a:defRPr>
            </a:lvl5pPr>
            <a:lvl6pPr indent="0" marL="2286000">
              <a:buNone/>
              <a:defRPr sz="1600">
                <a:solidFill>
                  <a:schemeClr val="tx1">
                    <a:tint val="82000"/>
                  </a:schemeClr>
                </a:solidFill>
              </a:defRPr>
            </a:lvl6pPr>
            <a:lvl7pPr indent="0" marL="2743200">
              <a:buNone/>
              <a:defRPr sz="1600">
                <a:solidFill>
                  <a:schemeClr val="tx1">
                    <a:tint val="82000"/>
                  </a:schemeClr>
                </a:solidFill>
              </a:defRPr>
            </a:lvl7pPr>
            <a:lvl8pPr indent="0" marL="3200400">
              <a:buNone/>
              <a:defRPr sz="1600">
                <a:solidFill>
                  <a:schemeClr val="tx1">
                    <a:tint val="82000"/>
                  </a:schemeClr>
                </a:solidFill>
              </a:defRPr>
            </a:lvl8pPr>
            <a:lvl9pPr indent="0" marL="3657600">
              <a:buNone/>
              <a:defRPr sz="1600">
                <a:solidFill>
                  <a:schemeClr val="tx1">
                    <a:tint val="82000"/>
                  </a:schemeClr>
                </a:solidFill>
              </a:defRPr>
            </a:lvl9pPr>
          </a:lstStyle>
          <a:p>
            <a:pPr lvl="0"/>
            <a:r>
              <a:rPr lang="en-US"/>
              <a:t>Click to edit Master text styles</a:t>
            </a:r>
          </a:p>
        </p:txBody>
      </p:sp>
      <p:sp>
        <p:nvSpPr>
          <p:cNvPr id="1048630" name="Date Placeholder 3"/>
          <p:cNvSpPr>
            <a:spLocks noGrp="1"/>
          </p:cNvSpPr>
          <p:nvPr>
            <p:ph type="dt" sz="half" idx="10"/>
          </p:nvPr>
        </p:nvSpPr>
        <p:spPr>
          <a:xfrm>
            <a:off x="838200" y="6356350"/>
            <a:ext cx="2743200" cy="365125"/>
          </a:xfrm>
          <a:prstGeom prst="rect"/>
        </p:spPr>
        <p:txBody>
          <a:bodyPr/>
          <a:p>
            <a:fld id="{FD73274A-A2CD-4D7F-B977-66E290A1AB78}" type="datetimeFigureOut">
              <a:rPr lang="en-US" smtClean="0"/>
              <a:t>2/11/2026</a:t>
            </a:fld>
            <a:endParaRPr lang="en-US"/>
          </a:p>
        </p:txBody>
      </p:sp>
      <p:sp>
        <p:nvSpPr>
          <p:cNvPr id="1048631" name="Footer Placeholder 4"/>
          <p:cNvSpPr>
            <a:spLocks noGrp="1"/>
          </p:cNvSpPr>
          <p:nvPr>
            <p:ph type="ftr" sz="quarter" idx="11"/>
          </p:nvPr>
        </p:nvSpPr>
        <p:spPr>
          <a:xfrm>
            <a:off x="4038600" y="6356350"/>
            <a:ext cx="4114800" cy="365125"/>
          </a:xfrm>
          <a:prstGeom prst="rect"/>
        </p:spPr>
        <p:txBody>
          <a:bodyPr/>
          <a:p>
            <a:endParaRPr lang="en-US"/>
          </a:p>
        </p:txBody>
      </p:sp>
      <p:sp>
        <p:nvSpPr>
          <p:cNvPr id="1048632" name="Slide Number Placeholder 5"/>
          <p:cNvSpPr>
            <a:spLocks noGrp="1"/>
          </p:cNvSpPr>
          <p:nvPr>
            <p:ph type="sldNum" sz="quarter" idx="12"/>
          </p:nvPr>
        </p:nvSpPr>
        <p:spPr>
          <a:xfrm>
            <a:off x="8610600" y="6356350"/>
            <a:ext cx="2743200" cy="365125"/>
          </a:xfrm>
          <a:prstGeom prst="rect"/>
        </p:spPr>
        <p:txBody>
          <a:bodyPr/>
          <a:p>
            <a:fld id="{32FB2461-14E4-41EF-9449-AE0E6559CB66}"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23" name=""/>
        <p:cNvGrpSpPr/>
        <p:nvPr/>
      </p:nvGrpSpPr>
      <p:grpSpPr>
        <a:xfrm>
          <a:off x="0" y="0"/>
          <a:ext cx="0" cy="0"/>
          <a:chOff x="0" y="0"/>
          <a:chExt cx="0" cy="0"/>
        </a:xfrm>
      </p:grpSpPr>
      <p:sp>
        <p:nvSpPr>
          <p:cNvPr id="1048633" name="Title 1"/>
          <p:cNvSpPr>
            <a:spLocks noGrp="1"/>
          </p:cNvSpPr>
          <p:nvPr>
            <p:ph type="title"/>
          </p:nvPr>
        </p:nvSpPr>
        <p:spPr>
          <a:xfrm>
            <a:off x="838200" y="365125"/>
            <a:ext cx="10515600" cy="1325563"/>
          </a:xfrm>
          <a:prstGeom prst="rect"/>
        </p:spPr>
        <p:txBody>
          <a:bodyPr/>
          <a:p>
            <a:r>
              <a:rPr lang="en-US"/>
              <a:t>Click to edit Master title style</a:t>
            </a:r>
          </a:p>
        </p:txBody>
      </p:sp>
      <p:sp>
        <p:nvSpPr>
          <p:cNvPr id="1048634" name="Content Placeholder 2"/>
          <p:cNvSpPr>
            <a:spLocks noGrp="1"/>
          </p:cNvSpPr>
          <p:nvPr>
            <p:ph sz="half" idx="1"/>
          </p:nvPr>
        </p:nvSpPr>
        <p:spPr>
          <a:xfrm>
            <a:off x="838200" y="1825625"/>
            <a:ext cx="5181600" cy="4351338"/>
          </a:xfrm>
          <a:prstGeom prst="rect"/>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35" name="Content Placeholder 3"/>
          <p:cNvSpPr>
            <a:spLocks noGrp="1"/>
          </p:cNvSpPr>
          <p:nvPr>
            <p:ph sz="half" idx="2"/>
          </p:nvPr>
        </p:nvSpPr>
        <p:spPr>
          <a:xfrm>
            <a:off x="6172200" y="1825625"/>
            <a:ext cx="5181600" cy="4351338"/>
          </a:xfrm>
          <a:prstGeom prst="rect"/>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36" name="Date Placeholder 4"/>
          <p:cNvSpPr>
            <a:spLocks noGrp="1"/>
          </p:cNvSpPr>
          <p:nvPr>
            <p:ph type="dt" sz="half" idx="10"/>
          </p:nvPr>
        </p:nvSpPr>
        <p:spPr>
          <a:xfrm>
            <a:off x="838200" y="6356350"/>
            <a:ext cx="2743200" cy="365125"/>
          </a:xfrm>
          <a:prstGeom prst="rect"/>
        </p:spPr>
        <p:txBody>
          <a:bodyPr/>
          <a:p>
            <a:fld id="{FD73274A-A2CD-4D7F-B977-66E290A1AB78}" type="datetimeFigureOut">
              <a:rPr lang="en-US" smtClean="0"/>
              <a:t>2/11/2026</a:t>
            </a:fld>
            <a:endParaRPr lang="en-US"/>
          </a:p>
        </p:txBody>
      </p:sp>
      <p:sp>
        <p:nvSpPr>
          <p:cNvPr id="1048637" name="Footer Placeholder 5"/>
          <p:cNvSpPr>
            <a:spLocks noGrp="1"/>
          </p:cNvSpPr>
          <p:nvPr>
            <p:ph type="ftr" sz="quarter" idx="11"/>
          </p:nvPr>
        </p:nvSpPr>
        <p:spPr>
          <a:xfrm>
            <a:off x="4038600" y="6356350"/>
            <a:ext cx="4114800" cy="365125"/>
          </a:xfrm>
          <a:prstGeom prst="rect"/>
        </p:spPr>
        <p:txBody>
          <a:bodyPr/>
          <a:p>
            <a:endParaRPr lang="en-US"/>
          </a:p>
        </p:txBody>
      </p:sp>
      <p:sp>
        <p:nvSpPr>
          <p:cNvPr id="1048638" name="Slide Number Placeholder 6"/>
          <p:cNvSpPr>
            <a:spLocks noGrp="1"/>
          </p:cNvSpPr>
          <p:nvPr>
            <p:ph type="sldNum" sz="quarter" idx="12"/>
          </p:nvPr>
        </p:nvSpPr>
        <p:spPr>
          <a:xfrm>
            <a:off x="8610600" y="6356350"/>
            <a:ext cx="2743200" cy="365125"/>
          </a:xfrm>
          <a:prstGeom prst="rect"/>
        </p:spPr>
        <p:txBody>
          <a:bodyPr/>
          <a:p>
            <a:fld id="{32FB2461-14E4-41EF-9449-AE0E6559CB66}"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24" name=""/>
        <p:cNvGrpSpPr/>
        <p:nvPr/>
      </p:nvGrpSpPr>
      <p:grpSpPr>
        <a:xfrm>
          <a:off x="0" y="0"/>
          <a:ext cx="0" cy="0"/>
          <a:chOff x="0" y="0"/>
          <a:chExt cx="0" cy="0"/>
        </a:xfrm>
      </p:grpSpPr>
      <p:sp>
        <p:nvSpPr>
          <p:cNvPr id="1048639" name="Title 1"/>
          <p:cNvSpPr>
            <a:spLocks noGrp="1"/>
          </p:cNvSpPr>
          <p:nvPr>
            <p:ph type="title"/>
          </p:nvPr>
        </p:nvSpPr>
        <p:spPr>
          <a:xfrm>
            <a:off x="839788" y="365125"/>
            <a:ext cx="10515600" cy="1325563"/>
          </a:xfrm>
          <a:prstGeom prst="rect"/>
        </p:spPr>
        <p:txBody>
          <a:bodyPr/>
          <a:p>
            <a:r>
              <a:rPr lang="en-US"/>
              <a:t>Click to edit Master title style</a:t>
            </a:r>
          </a:p>
        </p:txBody>
      </p:sp>
      <p:sp>
        <p:nvSpPr>
          <p:cNvPr id="1048640" name="Text Placeholder 2"/>
          <p:cNvSpPr>
            <a:spLocks noGrp="1"/>
          </p:cNvSpPr>
          <p:nvPr>
            <p:ph type="body" idx="1"/>
          </p:nvPr>
        </p:nvSpPr>
        <p:spPr>
          <a:xfrm>
            <a:off x="839788" y="1681163"/>
            <a:ext cx="5157787" cy="823912"/>
          </a:xfrm>
          <a:prstGeom prst="rect"/>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1048641" name="Content Placeholder 3"/>
          <p:cNvSpPr>
            <a:spLocks noGrp="1"/>
          </p:cNvSpPr>
          <p:nvPr>
            <p:ph sz="half" idx="2"/>
          </p:nvPr>
        </p:nvSpPr>
        <p:spPr>
          <a:xfrm>
            <a:off x="839788" y="2505075"/>
            <a:ext cx="5157787" cy="3684588"/>
          </a:xfrm>
          <a:prstGeom prst="rect"/>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42" name="Text Placeholder 4"/>
          <p:cNvSpPr>
            <a:spLocks noGrp="1"/>
          </p:cNvSpPr>
          <p:nvPr>
            <p:ph type="body" sz="quarter" idx="3"/>
          </p:nvPr>
        </p:nvSpPr>
        <p:spPr>
          <a:xfrm>
            <a:off x="6172200" y="1681163"/>
            <a:ext cx="5183188" cy="823912"/>
          </a:xfrm>
          <a:prstGeom prst="rect"/>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1048643" name="Content Placeholder 5"/>
          <p:cNvSpPr>
            <a:spLocks noGrp="1"/>
          </p:cNvSpPr>
          <p:nvPr>
            <p:ph sz="quarter" idx="4"/>
          </p:nvPr>
        </p:nvSpPr>
        <p:spPr>
          <a:xfrm>
            <a:off x="6172200" y="2505075"/>
            <a:ext cx="5183188" cy="3684588"/>
          </a:xfrm>
          <a:prstGeom prst="rect"/>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44" name="Date Placeholder 6"/>
          <p:cNvSpPr>
            <a:spLocks noGrp="1"/>
          </p:cNvSpPr>
          <p:nvPr>
            <p:ph type="dt" sz="half" idx="10"/>
          </p:nvPr>
        </p:nvSpPr>
        <p:spPr>
          <a:xfrm>
            <a:off x="838200" y="6356350"/>
            <a:ext cx="2743200" cy="365125"/>
          </a:xfrm>
          <a:prstGeom prst="rect"/>
        </p:spPr>
        <p:txBody>
          <a:bodyPr/>
          <a:p>
            <a:fld id="{FD73274A-A2CD-4D7F-B977-66E290A1AB78}" type="datetimeFigureOut">
              <a:rPr lang="en-US" smtClean="0"/>
              <a:t>2/11/2026</a:t>
            </a:fld>
            <a:endParaRPr lang="en-US"/>
          </a:p>
        </p:txBody>
      </p:sp>
      <p:sp>
        <p:nvSpPr>
          <p:cNvPr id="1048645" name="Footer Placeholder 7"/>
          <p:cNvSpPr>
            <a:spLocks noGrp="1"/>
          </p:cNvSpPr>
          <p:nvPr>
            <p:ph type="ftr" sz="quarter" idx="11"/>
          </p:nvPr>
        </p:nvSpPr>
        <p:spPr>
          <a:xfrm>
            <a:off x="4038600" y="6356350"/>
            <a:ext cx="4114800" cy="365125"/>
          </a:xfrm>
          <a:prstGeom prst="rect"/>
        </p:spPr>
        <p:txBody>
          <a:bodyPr/>
          <a:p>
            <a:endParaRPr lang="en-US"/>
          </a:p>
        </p:txBody>
      </p:sp>
      <p:sp>
        <p:nvSpPr>
          <p:cNvPr id="1048646" name="Slide Number Placeholder 8"/>
          <p:cNvSpPr>
            <a:spLocks noGrp="1"/>
          </p:cNvSpPr>
          <p:nvPr>
            <p:ph type="sldNum" sz="quarter" idx="12"/>
          </p:nvPr>
        </p:nvSpPr>
        <p:spPr>
          <a:xfrm>
            <a:off x="8610600" y="6356350"/>
            <a:ext cx="2743200" cy="365125"/>
          </a:xfrm>
          <a:prstGeom prst="rect"/>
        </p:spPr>
        <p:txBody>
          <a:bodyPr/>
          <a:p>
            <a:fld id="{32FB2461-14E4-41EF-9449-AE0E6559CB66}"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17" name=""/>
        <p:cNvGrpSpPr/>
        <p:nvPr/>
      </p:nvGrpSpPr>
      <p:grpSpPr>
        <a:xfrm>
          <a:off x="0" y="0"/>
          <a:ext cx="0" cy="0"/>
          <a:chOff x="0" y="0"/>
          <a:chExt cx="0" cy="0"/>
        </a:xfrm>
      </p:grpSpPr>
      <p:sp>
        <p:nvSpPr>
          <p:cNvPr id="1048603" name="Title 1"/>
          <p:cNvSpPr>
            <a:spLocks noGrp="1"/>
          </p:cNvSpPr>
          <p:nvPr>
            <p:ph type="title"/>
          </p:nvPr>
        </p:nvSpPr>
        <p:spPr>
          <a:xfrm>
            <a:off x="838200" y="365125"/>
            <a:ext cx="10515600" cy="1325563"/>
          </a:xfrm>
          <a:prstGeom prst="rect"/>
        </p:spPr>
        <p:txBody>
          <a:bodyPr/>
          <a:p>
            <a:r>
              <a:rPr lang="en-US"/>
              <a:t>Click to edit Master title style</a:t>
            </a:r>
          </a:p>
        </p:txBody>
      </p:sp>
      <p:sp>
        <p:nvSpPr>
          <p:cNvPr id="1048604" name="Date Placeholder 2"/>
          <p:cNvSpPr>
            <a:spLocks noGrp="1"/>
          </p:cNvSpPr>
          <p:nvPr>
            <p:ph type="dt" sz="half" idx="10"/>
          </p:nvPr>
        </p:nvSpPr>
        <p:spPr>
          <a:xfrm>
            <a:off x="838200" y="6356350"/>
            <a:ext cx="2743200" cy="365125"/>
          </a:xfrm>
          <a:prstGeom prst="rect"/>
        </p:spPr>
        <p:txBody>
          <a:bodyPr/>
          <a:p>
            <a:fld id="{FD73274A-A2CD-4D7F-B977-66E290A1AB78}" type="datetimeFigureOut">
              <a:rPr lang="en-US" smtClean="0"/>
              <a:t>2/11/2026</a:t>
            </a:fld>
            <a:endParaRPr lang="en-US"/>
          </a:p>
        </p:txBody>
      </p:sp>
      <p:sp>
        <p:nvSpPr>
          <p:cNvPr id="1048605" name="Footer Placeholder 3"/>
          <p:cNvSpPr>
            <a:spLocks noGrp="1"/>
          </p:cNvSpPr>
          <p:nvPr>
            <p:ph type="ftr" sz="quarter" idx="11"/>
          </p:nvPr>
        </p:nvSpPr>
        <p:spPr>
          <a:xfrm>
            <a:off x="4038600" y="6356350"/>
            <a:ext cx="4114800" cy="365125"/>
          </a:xfrm>
          <a:prstGeom prst="rect"/>
        </p:spPr>
        <p:txBody>
          <a:bodyPr/>
          <a:p>
            <a:endParaRPr lang="en-US"/>
          </a:p>
        </p:txBody>
      </p:sp>
      <p:sp>
        <p:nvSpPr>
          <p:cNvPr id="1048606" name="Slide Number Placeholder 4"/>
          <p:cNvSpPr>
            <a:spLocks noGrp="1"/>
          </p:cNvSpPr>
          <p:nvPr>
            <p:ph type="sldNum" sz="quarter" idx="12"/>
          </p:nvPr>
        </p:nvSpPr>
        <p:spPr>
          <a:xfrm>
            <a:off x="8610600" y="6356350"/>
            <a:ext cx="2743200" cy="365125"/>
          </a:xfrm>
          <a:prstGeom prst="rect"/>
        </p:spPr>
        <p:txBody>
          <a:bodyPr/>
          <a:p>
            <a:fld id="{32FB2461-14E4-41EF-9449-AE0E6559CB66}"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25" name=""/>
        <p:cNvGrpSpPr/>
        <p:nvPr/>
      </p:nvGrpSpPr>
      <p:grpSpPr>
        <a:xfrm>
          <a:off x="0" y="0"/>
          <a:ext cx="0" cy="0"/>
          <a:chOff x="0" y="0"/>
          <a:chExt cx="0" cy="0"/>
        </a:xfrm>
      </p:grpSpPr>
      <p:sp>
        <p:nvSpPr>
          <p:cNvPr id="1048647" name="Date Placeholder 1"/>
          <p:cNvSpPr>
            <a:spLocks noGrp="1"/>
          </p:cNvSpPr>
          <p:nvPr>
            <p:ph type="dt" sz="half" idx="10"/>
          </p:nvPr>
        </p:nvSpPr>
        <p:spPr>
          <a:xfrm>
            <a:off x="838200" y="6356350"/>
            <a:ext cx="2743200" cy="365125"/>
          </a:xfrm>
          <a:prstGeom prst="rect"/>
        </p:spPr>
        <p:txBody>
          <a:bodyPr/>
          <a:p>
            <a:fld id="{FD73274A-A2CD-4D7F-B977-66E290A1AB78}" type="datetimeFigureOut">
              <a:rPr lang="en-US" smtClean="0"/>
              <a:t>2/11/2026</a:t>
            </a:fld>
            <a:endParaRPr lang="en-US"/>
          </a:p>
        </p:txBody>
      </p:sp>
      <p:sp>
        <p:nvSpPr>
          <p:cNvPr id="1048648" name="Footer Placeholder 2"/>
          <p:cNvSpPr>
            <a:spLocks noGrp="1"/>
          </p:cNvSpPr>
          <p:nvPr>
            <p:ph type="ftr" sz="quarter" idx="11"/>
          </p:nvPr>
        </p:nvSpPr>
        <p:spPr>
          <a:xfrm>
            <a:off x="4038600" y="6356350"/>
            <a:ext cx="4114800" cy="365125"/>
          </a:xfrm>
          <a:prstGeom prst="rect"/>
        </p:spPr>
        <p:txBody>
          <a:bodyPr/>
          <a:p>
            <a:endParaRPr lang="en-US"/>
          </a:p>
        </p:txBody>
      </p:sp>
      <p:sp>
        <p:nvSpPr>
          <p:cNvPr id="1048649" name="Slide Number Placeholder 3"/>
          <p:cNvSpPr>
            <a:spLocks noGrp="1"/>
          </p:cNvSpPr>
          <p:nvPr>
            <p:ph type="sldNum" sz="quarter" idx="12"/>
          </p:nvPr>
        </p:nvSpPr>
        <p:spPr>
          <a:xfrm>
            <a:off x="8610600" y="6356350"/>
            <a:ext cx="2743200" cy="365125"/>
          </a:xfrm>
          <a:prstGeom prst="rect"/>
        </p:spPr>
        <p:txBody>
          <a:bodyPr/>
          <a:p>
            <a:fld id="{32FB2461-14E4-41EF-9449-AE0E6559CB66}"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26" name=""/>
        <p:cNvGrpSpPr/>
        <p:nvPr/>
      </p:nvGrpSpPr>
      <p:grpSpPr>
        <a:xfrm>
          <a:off x="0" y="0"/>
          <a:ext cx="0" cy="0"/>
          <a:chOff x="0" y="0"/>
          <a:chExt cx="0" cy="0"/>
        </a:xfrm>
      </p:grpSpPr>
      <p:sp>
        <p:nvSpPr>
          <p:cNvPr id="1048650" name="Title 1"/>
          <p:cNvSpPr>
            <a:spLocks noGrp="1"/>
          </p:cNvSpPr>
          <p:nvPr>
            <p:ph type="title"/>
          </p:nvPr>
        </p:nvSpPr>
        <p:spPr>
          <a:xfrm>
            <a:off x="839788" y="457200"/>
            <a:ext cx="3932237" cy="1600200"/>
          </a:xfrm>
          <a:prstGeom prst="rect"/>
        </p:spPr>
        <p:txBody>
          <a:bodyPr anchor="b"/>
          <a:lstStyle>
            <a:lvl1pPr>
              <a:defRPr sz="3200"/>
            </a:lvl1pPr>
          </a:lstStyle>
          <a:p>
            <a:r>
              <a:rPr lang="en-US"/>
              <a:t>Click to edit Master title style</a:t>
            </a:r>
          </a:p>
        </p:txBody>
      </p:sp>
      <p:sp>
        <p:nvSpPr>
          <p:cNvPr id="1048651" name="Content Placeholder 2"/>
          <p:cNvSpPr>
            <a:spLocks noGrp="1"/>
          </p:cNvSpPr>
          <p:nvPr>
            <p:ph idx="1"/>
          </p:nvPr>
        </p:nvSpPr>
        <p:spPr>
          <a:xfrm>
            <a:off x="5183188" y="987425"/>
            <a:ext cx="6172200" cy="4873625"/>
          </a:xfrm>
          <a:prstGeom prst="rect"/>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52" name="Text Placeholder 3"/>
          <p:cNvSpPr>
            <a:spLocks noGrp="1"/>
          </p:cNvSpPr>
          <p:nvPr>
            <p:ph type="body" sz="half" idx="2"/>
          </p:nvPr>
        </p:nvSpPr>
        <p:spPr>
          <a:xfrm>
            <a:off x="839788" y="2057400"/>
            <a:ext cx="3932237" cy="3811588"/>
          </a:xfrm>
          <a:prstGeom prst="rect"/>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en-US"/>
              <a:t>Click to edit Master text styles</a:t>
            </a:r>
          </a:p>
        </p:txBody>
      </p:sp>
      <p:sp>
        <p:nvSpPr>
          <p:cNvPr id="1048653" name="Date Placeholder 4"/>
          <p:cNvSpPr>
            <a:spLocks noGrp="1"/>
          </p:cNvSpPr>
          <p:nvPr>
            <p:ph type="dt" sz="half" idx="10"/>
          </p:nvPr>
        </p:nvSpPr>
        <p:spPr>
          <a:xfrm>
            <a:off x="838200" y="6356350"/>
            <a:ext cx="2743200" cy="365125"/>
          </a:xfrm>
          <a:prstGeom prst="rect"/>
        </p:spPr>
        <p:txBody>
          <a:bodyPr/>
          <a:p>
            <a:fld id="{FD73274A-A2CD-4D7F-B977-66E290A1AB78}" type="datetimeFigureOut">
              <a:rPr lang="en-US" smtClean="0"/>
              <a:t>2/11/2026</a:t>
            </a:fld>
            <a:endParaRPr lang="en-US"/>
          </a:p>
        </p:txBody>
      </p:sp>
      <p:sp>
        <p:nvSpPr>
          <p:cNvPr id="1048654" name="Footer Placeholder 5"/>
          <p:cNvSpPr>
            <a:spLocks noGrp="1"/>
          </p:cNvSpPr>
          <p:nvPr>
            <p:ph type="ftr" sz="quarter" idx="11"/>
          </p:nvPr>
        </p:nvSpPr>
        <p:spPr>
          <a:xfrm>
            <a:off x="4038600" y="6356350"/>
            <a:ext cx="4114800" cy="365125"/>
          </a:xfrm>
          <a:prstGeom prst="rect"/>
        </p:spPr>
        <p:txBody>
          <a:bodyPr/>
          <a:p>
            <a:endParaRPr lang="en-US"/>
          </a:p>
        </p:txBody>
      </p:sp>
      <p:sp>
        <p:nvSpPr>
          <p:cNvPr id="1048655" name="Slide Number Placeholder 6"/>
          <p:cNvSpPr>
            <a:spLocks noGrp="1"/>
          </p:cNvSpPr>
          <p:nvPr>
            <p:ph type="sldNum" sz="quarter" idx="12"/>
          </p:nvPr>
        </p:nvSpPr>
        <p:spPr>
          <a:xfrm>
            <a:off x="8610600" y="6356350"/>
            <a:ext cx="2743200" cy="365125"/>
          </a:xfrm>
          <a:prstGeom prst="rect"/>
        </p:spPr>
        <p:txBody>
          <a:bodyPr/>
          <a:p>
            <a:fld id="{32FB2461-14E4-41EF-9449-AE0E6559CB66}"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20" name=""/>
        <p:cNvGrpSpPr/>
        <p:nvPr/>
      </p:nvGrpSpPr>
      <p:grpSpPr>
        <a:xfrm>
          <a:off x="0" y="0"/>
          <a:ext cx="0" cy="0"/>
          <a:chOff x="0" y="0"/>
          <a:chExt cx="0" cy="0"/>
        </a:xfrm>
      </p:grpSpPr>
      <p:sp>
        <p:nvSpPr>
          <p:cNvPr id="1048617" name="Title 1"/>
          <p:cNvSpPr>
            <a:spLocks noGrp="1"/>
          </p:cNvSpPr>
          <p:nvPr>
            <p:ph type="title"/>
          </p:nvPr>
        </p:nvSpPr>
        <p:spPr>
          <a:xfrm>
            <a:off x="839788" y="457200"/>
            <a:ext cx="3932237" cy="1600200"/>
          </a:xfrm>
          <a:prstGeom prst="rect"/>
        </p:spPr>
        <p:txBody>
          <a:bodyPr anchor="b"/>
          <a:lstStyle>
            <a:lvl1pPr>
              <a:defRPr sz="3200"/>
            </a:lvl1pPr>
          </a:lstStyle>
          <a:p>
            <a:r>
              <a:rPr lang="en-US"/>
              <a:t>Click to edit Master title style</a:t>
            </a:r>
          </a:p>
        </p:txBody>
      </p:sp>
      <p:sp>
        <p:nvSpPr>
          <p:cNvPr id="1048618" name="Picture Placeholder 2"/>
          <p:cNvSpPr>
            <a:spLocks noGrp="1"/>
          </p:cNvSpPr>
          <p:nvPr>
            <p:ph type="pic" idx="1"/>
          </p:nvPr>
        </p:nvSpPr>
        <p:spPr>
          <a:xfrm>
            <a:off x="5183188" y="987425"/>
            <a:ext cx="6172200" cy="4873625"/>
          </a:xfrm>
          <a:prstGeom prst="rect"/>
        </p:spPr>
        <p:txBody>
          <a:bodyPr/>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endParaRPr lang="en-US"/>
          </a:p>
        </p:txBody>
      </p:sp>
      <p:sp>
        <p:nvSpPr>
          <p:cNvPr id="1048619" name="Text Placeholder 3"/>
          <p:cNvSpPr>
            <a:spLocks noGrp="1"/>
          </p:cNvSpPr>
          <p:nvPr>
            <p:ph type="body" sz="half" idx="2"/>
          </p:nvPr>
        </p:nvSpPr>
        <p:spPr>
          <a:xfrm>
            <a:off x="839788" y="2057400"/>
            <a:ext cx="3932237" cy="3811588"/>
          </a:xfrm>
          <a:prstGeom prst="rect"/>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en-US"/>
              <a:t>Click to edit Master text styles</a:t>
            </a:r>
          </a:p>
        </p:txBody>
      </p:sp>
      <p:sp>
        <p:nvSpPr>
          <p:cNvPr id="1048620" name="Date Placeholder 4"/>
          <p:cNvSpPr>
            <a:spLocks noGrp="1"/>
          </p:cNvSpPr>
          <p:nvPr>
            <p:ph type="dt" sz="half" idx="10"/>
          </p:nvPr>
        </p:nvSpPr>
        <p:spPr>
          <a:xfrm>
            <a:off x="838200" y="6356350"/>
            <a:ext cx="2743200" cy="365125"/>
          </a:xfrm>
          <a:prstGeom prst="rect"/>
        </p:spPr>
        <p:txBody>
          <a:bodyPr/>
          <a:p>
            <a:fld id="{FD73274A-A2CD-4D7F-B977-66E290A1AB78}" type="datetimeFigureOut">
              <a:rPr lang="en-US" smtClean="0"/>
              <a:t>2/11/2026</a:t>
            </a:fld>
            <a:endParaRPr lang="en-US"/>
          </a:p>
        </p:txBody>
      </p:sp>
      <p:sp>
        <p:nvSpPr>
          <p:cNvPr id="1048621" name="Footer Placeholder 5"/>
          <p:cNvSpPr>
            <a:spLocks noGrp="1"/>
          </p:cNvSpPr>
          <p:nvPr>
            <p:ph type="ftr" sz="quarter" idx="11"/>
          </p:nvPr>
        </p:nvSpPr>
        <p:spPr>
          <a:xfrm>
            <a:off x="4038600" y="6356350"/>
            <a:ext cx="4114800" cy="365125"/>
          </a:xfrm>
          <a:prstGeom prst="rect"/>
        </p:spPr>
        <p:txBody>
          <a:bodyPr/>
          <a:p>
            <a:endParaRPr lang="en-US"/>
          </a:p>
        </p:txBody>
      </p:sp>
      <p:sp>
        <p:nvSpPr>
          <p:cNvPr id="1048622" name="Slide Number Placeholder 6"/>
          <p:cNvSpPr>
            <a:spLocks noGrp="1"/>
          </p:cNvSpPr>
          <p:nvPr>
            <p:ph type="sldNum" sz="quarter" idx="12"/>
          </p:nvPr>
        </p:nvSpPr>
        <p:spPr>
          <a:xfrm>
            <a:off x="8610600" y="6356350"/>
            <a:ext cx="2743200" cy="365125"/>
          </a:xfrm>
          <a:prstGeom prst="rect"/>
        </p:spPr>
        <p:txBody>
          <a:bodyPr/>
          <a:p>
            <a:fld id="{32FB2461-14E4-41EF-9449-AE0E6559CB66}"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21" name=""/>
        <p:cNvGrpSpPr/>
        <p:nvPr/>
      </p:nvGrpSpPr>
      <p:grpSpPr>
        <a:xfrm>
          <a:off x="0" y="0"/>
          <a:ext cx="0" cy="0"/>
          <a:chOff x="0" y="0"/>
          <a:chExt cx="0" cy="0"/>
        </a:xfrm>
      </p:grpSpPr>
      <p:sp>
        <p:nvSpPr>
          <p:cNvPr id="1048623" name="Title 1"/>
          <p:cNvSpPr>
            <a:spLocks noGrp="1"/>
          </p:cNvSpPr>
          <p:nvPr>
            <p:ph type="title"/>
          </p:nvPr>
        </p:nvSpPr>
        <p:spPr>
          <a:xfrm>
            <a:off x="838200" y="365125"/>
            <a:ext cx="10515600" cy="1325563"/>
          </a:xfrm>
          <a:prstGeom prst="rect"/>
        </p:spPr>
        <p:txBody>
          <a:bodyPr/>
          <a:p>
            <a:r>
              <a:rPr lang="en-US"/>
              <a:t>Click to edit Master title style</a:t>
            </a:r>
          </a:p>
        </p:txBody>
      </p:sp>
      <p:sp>
        <p:nvSpPr>
          <p:cNvPr id="1048624" name="Vertical Text Placeholder 2"/>
          <p:cNvSpPr>
            <a:spLocks noGrp="1"/>
          </p:cNvSpPr>
          <p:nvPr>
            <p:ph type="body" orient="vert" idx="1"/>
          </p:nvPr>
        </p:nvSpPr>
        <p:spPr>
          <a:xfrm>
            <a:off x="838200" y="1825625"/>
            <a:ext cx="10515600" cy="4351338"/>
          </a:xfrm>
          <a:prstGeom prst="rect"/>
        </p:spPr>
        <p:txBody>
          <a:bodyPr vert="eaVert"/>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25" name="Date Placeholder 3"/>
          <p:cNvSpPr>
            <a:spLocks noGrp="1"/>
          </p:cNvSpPr>
          <p:nvPr>
            <p:ph type="dt" sz="half" idx="10"/>
          </p:nvPr>
        </p:nvSpPr>
        <p:spPr>
          <a:xfrm>
            <a:off x="838200" y="6356350"/>
            <a:ext cx="2743200" cy="365125"/>
          </a:xfrm>
          <a:prstGeom prst="rect"/>
        </p:spPr>
        <p:txBody>
          <a:bodyPr/>
          <a:p>
            <a:fld id="{FD73274A-A2CD-4D7F-B977-66E290A1AB78}" type="datetimeFigureOut">
              <a:rPr lang="en-US" smtClean="0"/>
              <a:t>2/11/2026</a:t>
            </a:fld>
            <a:endParaRPr lang="en-US"/>
          </a:p>
        </p:txBody>
      </p:sp>
      <p:sp>
        <p:nvSpPr>
          <p:cNvPr id="1048626" name="Footer Placeholder 4"/>
          <p:cNvSpPr>
            <a:spLocks noGrp="1"/>
          </p:cNvSpPr>
          <p:nvPr>
            <p:ph type="ftr" sz="quarter" idx="11"/>
          </p:nvPr>
        </p:nvSpPr>
        <p:spPr>
          <a:xfrm>
            <a:off x="4038600" y="6356350"/>
            <a:ext cx="4114800" cy="365125"/>
          </a:xfrm>
          <a:prstGeom prst="rect"/>
        </p:spPr>
        <p:txBody>
          <a:bodyPr/>
          <a:p>
            <a:endParaRPr lang="en-US"/>
          </a:p>
        </p:txBody>
      </p:sp>
      <p:sp>
        <p:nvSpPr>
          <p:cNvPr id="1048627" name="Slide Number Placeholder 5"/>
          <p:cNvSpPr>
            <a:spLocks noGrp="1"/>
          </p:cNvSpPr>
          <p:nvPr>
            <p:ph type="sldNum" sz="quarter" idx="12"/>
          </p:nvPr>
        </p:nvSpPr>
        <p:spPr>
          <a:xfrm>
            <a:off x="8610600" y="6356350"/>
            <a:ext cx="2743200" cy="365125"/>
          </a:xfrm>
          <a:prstGeom prst="rect"/>
        </p:spPr>
        <p:txBody>
          <a:bodyPr/>
          <a:p>
            <a:fld id="{32FB2461-14E4-41EF-9449-AE0E6559CB66}"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18" name=""/>
        <p:cNvGrpSpPr/>
        <p:nvPr/>
      </p:nvGrpSpPr>
      <p:grpSpPr>
        <a:xfrm>
          <a:off x="0" y="0"/>
          <a:ext cx="0" cy="0"/>
          <a:chOff x="0" y="0"/>
          <a:chExt cx="0" cy="0"/>
        </a:xfrm>
      </p:grpSpPr>
      <p:sp>
        <p:nvSpPr>
          <p:cNvPr id="1048607" name="Vertical Title 1"/>
          <p:cNvSpPr>
            <a:spLocks noGrp="1"/>
          </p:cNvSpPr>
          <p:nvPr>
            <p:ph type="title" orient="vert"/>
          </p:nvPr>
        </p:nvSpPr>
        <p:spPr>
          <a:xfrm>
            <a:off x="8724900" y="365125"/>
            <a:ext cx="2628900" cy="5811838"/>
          </a:xfrm>
          <a:prstGeom prst="rect"/>
        </p:spPr>
        <p:txBody>
          <a:bodyPr vert="eaVert"/>
          <a:p>
            <a:r>
              <a:rPr lang="en-US"/>
              <a:t>Click to edit Master title style</a:t>
            </a:r>
          </a:p>
        </p:txBody>
      </p:sp>
      <p:sp>
        <p:nvSpPr>
          <p:cNvPr id="1048608" name="Vertical Text Placeholder 2"/>
          <p:cNvSpPr>
            <a:spLocks noGrp="1"/>
          </p:cNvSpPr>
          <p:nvPr>
            <p:ph type="body" orient="vert" idx="1"/>
          </p:nvPr>
        </p:nvSpPr>
        <p:spPr>
          <a:xfrm>
            <a:off x="838200" y="365125"/>
            <a:ext cx="7734300" cy="5811838"/>
          </a:xfrm>
          <a:prstGeom prst="rect"/>
        </p:spPr>
        <p:txBody>
          <a:bodyPr vert="eaVert"/>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09" name="Date Placeholder 3"/>
          <p:cNvSpPr>
            <a:spLocks noGrp="1"/>
          </p:cNvSpPr>
          <p:nvPr>
            <p:ph type="dt" sz="half" idx="10"/>
          </p:nvPr>
        </p:nvSpPr>
        <p:spPr>
          <a:xfrm>
            <a:off x="838200" y="6356350"/>
            <a:ext cx="2743200" cy="365125"/>
          </a:xfrm>
          <a:prstGeom prst="rect"/>
        </p:spPr>
        <p:txBody>
          <a:bodyPr/>
          <a:p>
            <a:fld id="{FD73274A-A2CD-4D7F-B977-66E290A1AB78}" type="datetimeFigureOut">
              <a:rPr lang="en-US" smtClean="0"/>
              <a:t>2/11/2026</a:t>
            </a:fld>
            <a:endParaRPr lang="en-US"/>
          </a:p>
        </p:txBody>
      </p:sp>
      <p:sp>
        <p:nvSpPr>
          <p:cNvPr id="1048610" name="Footer Placeholder 4"/>
          <p:cNvSpPr>
            <a:spLocks noGrp="1"/>
          </p:cNvSpPr>
          <p:nvPr>
            <p:ph type="ftr" sz="quarter" idx="11"/>
          </p:nvPr>
        </p:nvSpPr>
        <p:spPr>
          <a:xfrm>
            <a:off x="4038600" y="6356350"/>
            <a:ext cx="4114800" cy="365125"/>
          </a:xfrm>
          <a:prstGeom prst="rect"/>
        </p:spPr>
        <p:txBody>
          <a:bodyPr/>
          <a:p>
            <a:endParaRPr lang="en-US"/>
          </a:p>
        </p:txBody>
      </p:sp>
      <p:sp>
        <p:nvSpPr>
          <p:cNvPr id="1048611" name="Slide Number Placeholder 5"/>
          <p:cNvSpPr>
            <a:spLocks noGrp="1"/>
          </p:cNvSpPr>
          <p:nvPr>
            <p:ph type="sldNum" sz="quarter" idx="12"/>
          </p:nvPr>
        </p:nvSpPr>
        <p:spPr>
          <a:xfrm>
            <a:off x="8610600" y="6356350"/>
            <a:ext cx="2743200" cy="365125"/>
          </a:xfrm>
          <a:prstGeom prst="rect"/>
        </p:spPr>
        <p:txBody>
          <a:bodyPr/>
          <a:p>
            <a:fld id="{32FB2461-14E4-41EF-9449-AE0E6559CB66}"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image" Target="../media/image1.png"/><Relationship Id="rId13" Type="http://schemas.openxmlformats.org/officeDocument/2006/relationships/image" Target="../media/image2.png"/><Relationship Id="rId14" Type="http://schemas.openxmlformats.org/officeDocument/2006/relationships/image" Target="../media/image3.png"/><Relationship Id="rId15" Type="http://schemas.openxmlformats.org/officeDocument/2006/relationships/image" Target="../media/image4.png"/><Relationship Id="rId1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3" name=""/>
        <p:cNvGrpSpPr/>
        <p:nvPr/>
      </p:nvGrpSpPr>
      <p:grpSpPr>
        <a:xfrm>
          <a:off x="0" y="0"/>
          <a:ext cx="0" cy="0"/>
          <a:chOff x="0" y="0"/>
          <a:chExt cx="0" cy="0"/>
        </a:xfrm>
      </p:grpSpPr>
      <p:sp>
        <p:nvSpPr>
          <p:cNvPr id="1048576" name="Rectangle 1"/>
          <p:cNvSpPr/>
          <p:nvPr userDrawn="1"/>
        </p:nvSpPr>
        <p:spPr>
          <a:xfrm>
            <a:off x="0" y="0"/>
            <a:ext cx="12191998" cy="1280156"/>
          </a:xfrm>
          <a:prstGeom prst="rect"/>
          <a:solidFill>
            <a:srgbClr val="01234D"/>
          </a:solidFill>
          <a:ln>
            <a:solidFill>
              <a:srgbClr val="525755"/>
            </a:solidFill>
          </a:ln>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dirty="0" lang="en-US"/>
          </a:p>
        </p:txBody>
      </p:sp>
      <p:pic>
        <p:nvPicPr>
          <p:cNvPr id="2097152" name="Picture 14"/>
          <p:cNvPicPr>
            <a:picLocks noChangeAspect="1"/>
          </p:cNvPicPr>
          <p:nvPr userDrawn="1"/>
        </p:nvPicPr>
        <p:blipFill>
          <a:blip xmlns:r="http://schemas.openxmlformats.org/officeDocument/2006/relationships" r:embed="rId12" cstate="print"/>
          <a:stretch>
            <a:fillRect/>
          </a:stretch>
        </p:blipFill>
        <p:spPr>
          <a:xfrm>
            <a:off x="9006884" y="74822"/>
            <a:ext cx="1043154" cy="1043154"/>
          </a:xfrm>
          <a:prstGeom prst="rect"/>
        </p:spPr>
      </p:pic>
      <p:pic>
        <p:nvPicPr>
          <p:cNvPr id="2097153" name="Picture 15"/>
          <p:cNvPicPr>
            <a:picLocks noChangeAspect="1"/>
          </p:cNvPicPr>
          <p:nvPr userDrawn="1"/>
        </p:nvPicPr>
        <p:blipFill>
          <a:blip xmlns:r="http://schemas.openxmlformats.org/officeDocument/2006/relationships" r:embed="rId13" cstate="print"/>
          <a:stretch>
            <a:fillRect/>
          </a:stretch>
        </p:blipFill>
        <p:spPr>
          <a:xfrm>
            <a:off x="10947316" y="123390"/>
            <a:ext cx="884047" cy="884047"/>
          </a:xfrm>
          <a:prstGeom prst="rect"/>
        </p:spPr>
      </p:pic>
      <p:pic>
        <p:nvPicPr>
          <p:cNvPr id="2097154" name="Picture 16"/>
          <p:cNvPicPr>
            <a:picLocks noChangeAspect="1"/>
          </p:cNvPicPr>
          <p:nvPr userDrawn="1"/>
        </p:nvPicPr>
        <p:blipFill>
          <a:blip xmlns:r="http://schemas.openxmlformats.org/officeDocument/2006/relationships" r:embed="rId14" cstate="print"/>
          <a:stretch>
            <a:fillRect/>
          </a:stretch>
        </p:blipFill>
        <p:spPr>
          <a:xfrm>
            <a:off x="10127893" y="192303"/>
            <a:ext cx="785940" cy="785940"/>
          </a:xfrm>
          <a:prstGeom prst="rect"/>
        </p:spPr>
      </p:pic>
      <p:sp>
        <p:nvSpPr>
          <p:cNvPr id="1048577" name="TextBox 17"/>
          <p:cNvSpPr txBox="1"/>
          <p:nvPr userDrawn="1"/>
        </p:nvSpPr>
        <p:spPr>
          <a:xfrm>
            <a:off x="2575249" y="27424"/>
            <a:ext cx="5998348" cy="646331"/>
          </a:xfrm>
          <a:prstGeom prst="rect"/>
          <a:noFill/>
        </p:spPr>
        <p:txBody>
          <a:bodyPr rtlCol="0" wrap="square">
            <a:spAutoFit/>
          </a:bodyPr>
          <a:p>
            <a:r>
              <a:rPr b="1" dirty="0" lang="en-US">
                <a:solidFill>
                  <a:schemeClr val="bg1"/>
                </a:solidFill>
                <a:latin typeface="Gordita "/>
              </a:rPr>
              <a:t>55</a:t>
            </a:r>
            <a:r>
              <a:rPr baseline="30000" b="1" dirty="0" lang="en-US">
                <a:solidFill>
                  <a:schemeClr val="bg1"/>
                </a:solidFill>
                <a:latin typeface="Gordita "/>
              </a:rPr>
              <a:t>th</a:t>
            </a:r>
            <a:r>
              <a:rPr b="1" dirty="0" lang="en-US">
                <a:solidFill>
                  <a:schemeClr val="bg1"/>
                </a:solidFill>
                <a:latin typeface="Gordita "/>
              </a:rPr>
              <a:t>   Annual Conference of </a:t>
            </a:r>
          </a:p>
          <a:p>
            <a:r>
              <a:rPr b="1" dirty="0" lang="en-US">
                <a:solidFill>
                  <a:schemeClr val="bg1"/>
                </a:solidFill>
                <a:latin typeface="Gordita "/>
              </a:rPr>
              <a:t>Orthopedic Surgeon Society of Andhra Pradesh</a:t>
            </a:r>
          </a:p>
        </p:txBody>
      </p:sp>
      <p:sp>
        <p:nvSpPr>
          <p:cNvPr id="1048578" name="TextBox 18"/>
          <p:cNvSpPr txBox="1"/>
          <p:nvPr userDrawn="1"/>
        </p:nvSpPr>
        <p:spPr>
          <a:xfrm>
            <a:off x="2601218" y="653897"/>
            <a:ext cx="6307494" cy="276999"/>
          </a:xfrm>
          <a:prstGeom prst="rect"/>
          <a:noFill/>
        </p:spPr>
        <p:txBody>
          <a:bodyPr rtlCol="0" wrap="square">
            <a:spAutoFit/>
          </a:bodyPr>
          <a:p>
            <a:r>
              <a:rPr b="1" dirty="0" sz="1200" lang="en-US">
                <a:solidFill>
                  <a:schemeClr val="bg1"/>
                </a:solidFill>
                <a:latin typeface="Gordita "/>
              </a:rPr>
              <a:t>Date 6 – 8 February,2026, Venue : Kurnool Medical College</a:t>
            </a:r>
          </a:p>
        </p:txBody>
      </p:sp>
      <p:sp>
        <p:nvSpPr>
          <p:cNvPr id="1048579" name="TextBox 19"/>
          <p:cNvSpPr txBox="1"/>
          <p:nvPr userDrawn="1"/>
        </p:nvSpPr>
        <p:spPr>
          <a:xfrm>
            <a:off x="2575249" y="913340"/>
            <a:ext cx="7114032" cy="276999"/>
          </a:xfrm>
          <a:prstGeom prst="rect"/>
          <a:noFill/>
        </p:spPr>
        <p:txBody>
          <a:bodyPr rtlCol="0" wrap="square">
            <a:spAutoFit/>
          </a:bodyPr>
          <a:p>
            <a:r>
              <a:rPr b="1" dirty="0" sz="1200" lang="en-US">
                <a:solidFill>
                  <a:schemeClr val="bg1"/>
                </a:solidFill>
                <a:latin typeface="Gordita "/>
              </a:rPr>
              <a:t>Organized by : Department of </a:t>
            </a:r>
            <a:r>
              <a:rPr b="1" dirty="0" sz="1200" lang="en-US" err="1">
                <a:solidFill>
                  <a:schemeClr val="bg1"/>
                </a:solidFill>
                <a:latin typeface="Gordita "/>
              </a:rPr>
              <a:t>Orthopaedics</a:t>
            </a:r>
            <a:r>
              <a:rPr b="1" dirty="0" sz="1200" lang="en-US">
                <a:solidFill>
                  <a:schemeClr val="bg1"/>
                </a:solidFill>
                <a:latin typeface="Gordita "/>
              </a:rPr>
              <a:t>, Kurnool Medical College Kurnool</a:t>
            </a:r>
          </a:p>
        </p:txBody>
      </p:sp>
      <p:sp>
        <p:nvSpPr>
          <p:cNvPr id="1048580" name="Freeform 13"/>
          <p:cNvSpPr/>
          <p:nvPr userDrawn="1"/>
        </p:nvSpPr>
        <p:spPr>
          <a:xfrm>
            <a:off x="560814" y="14255"/>
            <a:ext cx="1505561" cy="1280157"/>
          </a:xfrm>
          <a:custGeom>
            <a:avLst/>
            <a:ahLst/>
            <a:rect l="l" t="t" r="r" b="b"/>
            <a:pathLst>
              <a:path w="2254612" h="1957865">
                <a:moveTo>
                  <a:pt x="0" y="0"/>
                </a:moveTo>
                <a:lnTo>
                  <a:pt x="2254612" y="0"/>
                </a:lnTo>
                <a:lnTo>
                  <a:pt x="2254612" y="1957865"/>
                </a:lnTo>
                <a:lnTo>
                  <a:pt x="0" y="1957865"/>
                </a:lnTo>
                <a:lnTo>
                  <a:pt x="0" y="0"/>
                </a:lnTo>
                <a:close/>
              </a:path>
            </a:pathLst>
          </a:custGeom>
          <a:blipFill>
            <a:blip xmlns:r="http://schemas.openxmlformats.org/officeDocument/2006/relationships" r:embed="rId15" cstate="print"/>
            <a:stretch>
              <a:fillRect t="-9937" r="-4895" b="-10857"/>
            </a:stretch>
          </a:blipFill>
        </p:spPr>
        <p:txBody>
          <a:bodyPr/>
          <a:p>
            <a:endParaRPr lang="en-US"/>
          </a:p>
        </p:txBody>
      </p:sp>
    </p:spTree>
  </p:cSld>
  <p:clrMap accent1="accent1" accent2="accent2" accent3="accent3" accent4="accent4" accent5="accent5" accent6="accent6" bg1="lt1" bg2="lt2" tx1="dk1" tx2="dk2"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eaLnBrk="1" hangingPunct="1" latinLnBrk="0" rtl="0">
        <a:lnSpc>
          <a:spcPct val="90000"/>
        </a:lnSpc>
        <a:spcBef>
          <a:spcPct val="0"/>
        </a:spcBef>
        <a:buNone/>
        <a:defRPr sz="4400" kern="1200">
          <a:solidFill>
            <a:schemeClr val="tx1"/>
          </a:solidFill>
          <a:latin typeface="+mj-lt"/>
          <a:ea typeface="+mj-ea"/>
          <a:cs typeface="+mj-cs"/>
        </a:defRPr>
      </a:lvl1pPr>
    </p:titleStyle>
    <p:bodyStyle>
      <a:lvl1pPr algn="l" defTabSz="914400" eaLnBrk="1" hangingPunct="1" indent="-228600" latinLnBrk="0" marL="228600" rtl="0">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algn="l" defTabSz="914400" eaLnBrk="1" hangingPunct="1" indent="-228600" latinLnBrk="0" marL="685800" rtl="0">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algn="l" defTabSz="914400" eaLnBrk="1" hangingPunct="1" indent="-228600" latinLnBrk="0" marL="1143000" rtl="0">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algn="l" defTabSz="914400" eaLnBrk="1" hangingPunct="1" indent="-228600" latinLnBrk="0" marL="1600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algn="l" defTabSz="914400" eaLnBrk="1" hangingPunct="1" indent="-228600" latinLnBrk="0" marL="20574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algn="l" defTabSz="914400" eaLnBrk="1" hangingPunct="1" indent="-228600" latinLnBrk="0" marL="25146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algn="l" defTabSz="914400" eaLnBrk="1" hangingPunct="1" indent="-228600" latinLnBrk="0" marL="29718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algn="l" defTabSz="914400" eaLnBrk="1" hangingPunct="1" indent="-228600" latinLnBrk="0" marL="34290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algn="l" defTabSz="914400" eaLnBrk="1" hangingPunct="1" indent="-228600" latinLnBrk="0" marL="3886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jpeg"/><Relationship Id="rId5" Type="http://schemas.openxmlformats.org/officeDocument/2006/relationships/image" Target="../media/image9.jpeg"/><Relationship Id="rId6" Type="http://schemas.openxmlformats.org/officeDocument/2006/relationships/image" Target="../media/image10.jpeg"/><Relationship Id="rId7" Type="http://schemas.openxmlformats.org/officeDocument/2006/relationships/image" Target="../media/image11.jpeg"/><Relationship Id="rId8" Type="http://schemas.openxmlformats.org/officeDocument/2006/relationships/image" Target="../media/image12.jpeg"/><Relationship Id="rId9" Type="http://schemas.openxmlformats.org/officeDocument/2006/relationships/image" Target="../media/image13.jpeg"/><Relationship Id="rId10"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6" name=""/>
        <p:cNvGrpSpPr/>
        <p:nvPr/>
      </p:nvGrpSpPr>
      <p:grpSpPr>
        <a:xfrm>
          <a:off x="0" y="0"/>
          <a:ext cx="0" cy="0"/>
          <a:chOff x="0" y="0"/>
          <a:chExt cx="0" cy="0"/>
        </a:xfrm>
      </p:grpSpPr>
      <p:sp>
        <p:nvSpPr>
          <p:cNvPr id="1048586" name="Rectangle 13"/>
          <p:cNvSpPr/>
          <p:nvPr/>
        </p:nvSpPr>
        <p:spPr>
          <a:xfrm>
            <a:off x="2176553" y="-1"/>
            <a:ext cx="10015447" cy="1299411"/>
          </a:xfrm>
          <a:prstGeom prst="rect"/>
          <a:solidFill>
            <a:srgbClr val="01234D"/>
          </a:solidFill>
          <a:ln>
            <a:solidFill>
              <a:srgbClr val="525755"/>
            </a:solidFill>
          </a:ln>
        </p:spPr>
        <p:style>
          <a:lnRef idx="2">
            <a:schemeClr val="accent1">
              <a:shade val="15000"/>
            </a:schemeClr>
          </a:lnRef>
          <a:fillRef idx="1">
            <a:schemeClr val="accent1"/>
          </a:fillRef>
          <a:effectRef idx="0">
            <a:schemeClr val="accent1"/>
          </a:effectRef>
          <a:fontRef idx="minor">
            <a:schemeClr val="lt1"/>
          </a:fontRef>
        </p:style>
        <p:txBody>
          <a:bodyPr anchor="ctr" rtlCol="0"/>
          <a:p>
            <a:pPr algn="ctr"/>
            <a:r>
              <a:rPr dirty="0" sz="1400" lang="en-US" smtClean="0">
                <a:solidFill>
                  <a:schemeClr val="bg1"/>
                </a:solidFill>
              </a:rPr>
              <a:t>                                                                      </a:t>
            </a:r>
          </a:p>
          <a:p>
            <a:pPr algn="ctr"/>
            <a:endParaRPr dirty="0" sz="1400" lang="en-US" smtClean="0">
              <a:solidFill>
                <a:schemeClr val="bg1"/>
              </a:solidFill>
            </a:endParaRPr>
          </a:p>
          <a:p>
            <a:pPr algn="ctr"/>
            <a:r>
              <a:rPr dirty="0" sz="1400" lang="en-US" smtClean="0">
                <a:solidFill>
                  <a:schemeClr val="bg1"/>
                </a:solidFill>
              </a:rPr>
              <a:t>OSSAP _O70</a:t>
            </a:r>
          </a:p>
        </p:txBody>
      </p:sp>
      <p:pic>
        <p:nvPicPr>
          <p:cNvPr id="2097155" name="Picture 14"/>
          <p:cNvPicPr>
            <a:picLocks noChangeAspect="1"/>
          </p:cNvPicPr>
          <p:nvPr/>
        </p:nvPicPr>
        <p:blipFill>
          <a:blip xmlns:r="http://schemas.openxmlformats.org/officeDocument/2006/relationships" r:embed="rId1" cstate="print"/>
          <a:stretch>
            <a:fillRect/>
          </a:stretch>
        </p:blipFill>
        <p:spPr>
          <a:xfrm>
            <a:off x="9391006" y="-41655"/>
            <a:ext cx="929577" cy="929577"/>
          </a:xfrm>
          <a:prstGeom prst="rect"/>
        </p:spPr>
      </p:pic>
      <p:pic>
        <p:nvPicPr>
          <p:cNvPr id="2097156" name="Picture 15"/>
          <p:cNvPicPr>
            <a:picLocks noChangeAspect="1"/>
          </p:cNvPicPr>
          <p:nvPr/>
        </p:nvPicPr>
        <p:blipFill>
          <a:blip xmlns:r="http://schemas.openxmlformats.org/officeDocument/2006/relationships" r:embed="rId2" cstate="print"/>
          <a:stretch>
            <a:fillRect/>
          </a:stretch>
        </p:blipFill>
        <p:spPr>
          <a:xfrm>
            <a:off x="10373879" y="74823"/>
            <a:ext cx="1010029" cy="841190"/>
          </a:xfrm>
          <a:prstGeom prst="rect"/>
        </p:spPr>
      </p:pic>
      <p:pic>
        <p:nvPicPr>
          <p:cNvPr id="2097157" name="Picture 16"/>
          <p:cNvPicPr>
            <a:picLocks noChangeAspect="1"/>
          </p:cNvPicPr>
          <p:nvPr/>
        </p:nvPicPr>
        <p:blipFill>
          <a:blip xmlns:r="http://schemas.openxmlformats.org/officeDocument/2006/relationships" r:embed="rId3" cstate="print"/>
          <a:stretch>
            <a:fillRect/>
          </a:stretch>
        </p:blipFill>
        <p:spPr>
          <a:xfrm>
            <a:off x="11321925" y="23267"/>
            <a:ext cx="892745" cy="892745"/>
          </a:xfrm>
          <a:prstGeom prst="rect"/>
        </p:spPr>
      </p:pic>
      <p:sp>
        <p:nvSpPr>
          <p:cNvPr id="1048587" name="TextBox 17"/>
          <p:cNvSpPr txBox="1"/>
          <p:nvPr/>
        </p:nvSpPr>
        <p:spPr>
          <a:xfrm>
            <a:off x="1022827" y="0"/>
            <a:ext cx="7083469" cy="231140"/>
          </a:xfrm>
          <a:prstGeom prst="rect"/>
          <a:noFill/>
        </p:spPr>
        <p:txBody>
          <a:bodyPr rtlCol="0" wrap="square">
            <a:spAutoFit/>
          </a:bodyPr>
          <a:p>
            <a:pPr algn="ctr"/>
            <a:r>
              <a:rPr b="1" dirty="0" sz="900" lang="en-US">
                <a:solidFill>
                  <a:schemeClr val="bg1"/>
                </a:solidFill>
                <a:latin typeface="Gordita "/>
              </a:rPr>
              <a:t>55</a:t>
            </a:r>
            <a:r>
              <a:rPr baseline="30000" b="1" dirty="0" sz="900" lang="en-US">
                <a:solidFill>
                  <a:schemeClr val="bg1"/>
                </a:solidFill>
                <a:latin typeface="Gordita "/>
              </a:rPr>
              <a:t>th</a:t>
            </a:r>
            <a:r>
              <a:rPr b="1" dirty="0" sz="900" lang="en-US">
                <a:solidFill>
                  <a:schemeClr val="bg1"/>
                </a:solidFill>
                <a:latin typeface="Gordita "/>
              </a:rPr>
              <a:t>   Annual Conference of Orthopedic Surgeon Society of Andhra Pradesh</a:t>
            </a:r>
            <a:endParaRPr dirty="0" sz="900"/>
          </a:p>
        </p:txBody>
      </p:sp>
      <p:sp>
        <p:nvSpPr>
          <p:cNvPr id="1048588" name="TextBox 18"/>
          <p:cNvSpPr txBox="1"/>
          <p:nvPr/>
        </p:nvSpPr>
        <p:spPr>
          <a:xfrm>
            <a:off x="2446753" y="192301"/>
            <a:ext cx="8222186" cy="230832"/>
          </a:xfrm>
          <a:prstGeom prst="rect"/>
          <a:noFill/>
        </p:spPr>
        <p:txBody>
          <a:bodyPr rtlCol="0" wrap="square">
            <a:spAutoFit/>
          </a:bodyPr>
          <a:p>
            <a:r>
              <a:rPr b="1" sz="900" lang="en-US">
                <a:solidFill>
                  <a:schemeClr val="bg1"/>
                </a:solidFill>
                <a:latin typeface="Gordita "/>
              </a:rPr>
              <a:t>Date </a:t>
            </a:r>
            <a:r>
              <a:rPr b="1" sz="900" lang="en-US" smtClean="0">
                <a:solidFill>
                  <a:schemeClr val="bg1"/>
                </a:solidFill>
                <a:latin typeface="Gordita "/>
              </a:rPr>
              <a:t>20-22 </a:t>
            </a:r>
            <a:r>
              <a:rPr b="1" sz="900" lang="en-US" smtClean="0">
                <a:solidFill>
                  <a:schemeClr val="bg1"/>
                </a:solidFill>
                <a:latin typeface="Gordita "/>
              </a:rPr>
              <a:t>February,2026</a:t>
            </a:r>
            <a:r>
              <a:rPr b="1" dirty="0" sz="900" lang="en-US">
                <a:solidFill>
                  <a:schemeClr val="bg1"/>
                </a:solidFill>
                <a:latin typeface="Gordita "/>
              </a:rPr>
              <a:t>, Venue : Kurnool Medical College</a:t>
            </a:r>
          </a:p>
        </p:txBody>
      </p:sp>
      <p:sp>
        <p:nvSpPr>
          <p:cNvPr id="1048589" name="TextBox 19"/>
          <p:cNvSpPr txBox="1"/>
          <p:nvPr/>
        </p:nvSpPr>
        <p:spPr>
          <a:xfrm>
            <a:off x="2419549" y="358531"/>
            <a:ext cx="4490706" cy="230832"/>
          </a:xfrm>
          <a:prstGeom prst="rect"/>
          <a:noFill/>
        </p:spPr>
        <p:txBody>
          <a:bodyPr rtlCol="0" wrap="square">
            <a:spAutoFit/>
          </a:bodyPr>
          <a:p>
            <a:r>
              <a:rPr b="1" dirty="0" sz="900" lang="en-US">
                <a:solidFill>
                  <a:schemeClr val="bg1"/>
                </a:solidFill>
                <a:latin typeface="Gordita "/>
              </a:rPr>
              <a:t>Organized by : Department of </a:t>
            </a:r>
            <a:r>
              <a:rPr b="1" dirty="0" sz="900" lang="en-US" err="1" smtClean="0">
                <a:solidFill>
                  <a:schemeClr val="bg1"/>
                </a:solidFill>
                <a:latin typeface="Gordita "/>
              </a:rPr>
              <a:t>Orthopaedics</a:t>
            </a:r>
            <a:r>
              <a:rPr b="1" dirty="0" sz="900" lang="en-US" smtClean="0">
                <a:solidFill>
                  <a:schemeClr val="bg1"/>
                </a:solidFill>
                <a:latin typeface="Gordita "/>
              </a:rPr>
              <a:t> , </a:t>
            </a:r>
            <a:r>
              <a:rPr b="1" dirty="0" sz="900" lang="en-US">
                <a:solidFill>
                  <a:schemeClr val="bg1"/>
                </a:solidFill>
                <a:latin typeface="Gordita "/>
              </a:rPr>
              <a:t>Kurnool Medical College Kurnool</a:t>
            </a:r>
          </a:p>
        </p:txBody>
      </p:sp>
      <p:sp>
        <p:nvSpPr>
          <p:cNvPr id="1048590" name="Rectangle 4"/>
          <p:cNvSpPr/>
          <p:nvPr/>
        </p:nvSpPr>
        <p:spPr>
          <a:xfrm>
            <a:off x="-1" y="1697408"/>
            <a:ext cx="3137837" cy="2005994"/>
          </a:xfrm>
          <a:prstGeom prst="rect"/>
          <a:noFill/>
        </p:spPr>
        <p:style>
          <a:lnRef idx="2">
            <a:schemeClr val="accent1">
              <a:shade val="50000"/>
            </a:schemeClr>
          </a:lnRef>
          <a:fillRef idx="1">
            <a:schemeClr val="accent1"/>
          </a:fillRef>
          <a:effectRef idx="0">
            <a:schemeClr val="accent1"/>
          </a:effectRef>
          <a:fontRef idx="minor">
            <a:schemeClr val="lt1"/>
          </a:fontRef>
        </p:style>
        <p:txBody>
          <a:bodyPr anchor="ctr" rtlCol="0"/>
          <a:p>
            <a:pPr algn="l"/>
            <a:endParaRPr dirty="0" sz="1000" lang="en-US">
              <a:solidFill>
                <a:schemeClr val="tx1"/>
              </a:solidFill>
            </a:endParaRPr>
          </a:p>
          <a:p>
            <a:pPr algn="l"/>
            <a:r>
              <a:rPr dirty="0" sz="1200" lang="en-US">
                <a:solidFill>
                  <a:schemeClr val="tx1"/>
                </a:solidFill>
              </a:rPr>
              <a:t>Chronic osteomyelitis following trauma remains a challenging orthopaedic condition, especially when it results from untreated or inadequately treatedcontiguous softtissueinfection. Delayed presentation often leads to sinus formation, sequestrum development, and extensive bone and soft-tissue involvement, increasing morbidity even in young, otherwise healthy individuals</a:t>
            </a:r>
          </a:p>
        </p:txBody>
      </p:sp>
      <p:sp>
        <p:nvSpPr>
          <p:cNvPr id="1048591" name="Rectangle 5"/>
          <p:cNvSpPr/>
          <p:nvPr/>
        </p:nvSpPr>
        <p:spPr>
          <a:xfrm>
            <a:off x="19681" y="4247180"/>
            <a:ext cx="3108960" cy="2583396"/>
          </a:xfrm>
          <a:prstGeom prst="rect"/>
          <a:noFill/>
        </p:spPr>
        <p:style>
          <a:lnRef idx="2">
            <a:schemeClr val="accent1">
              <a:shade val="50000"/>
            </a:schemeClr>
          </a:lnRef>
          <a:fillRef idx="1">
            <a:schemeClr val="accent1"/>
          </a:fillRef>
          <a:effectRef idx="0">
            <a:schemeClr val="accent1"/>
          </a:effectRef>
          <a:fontRef idx="minor">
            <a:schemeClr val="lt1"/>
          </a:fontRef>
        </p:style>
        <p:txBody>
          <a:bodyPr anchor="ctr" rtlCol="0"/>
          <a:p>
            <a:pPr algn="l"/>
            <a:r>
              <a:rPr dirty="0" sz="1050" lang="en-US">
                <a:solidFill>
                  <a:schemeClr val="tx1"/>
                </a:solidFill>
              </a:rPr>
              <a:t>A 29-year-old male presented with a 3-year history of persistent right foot pain and purulent discharge following a traumatic ulcer  . There was no history of diabetes, immunocompromising illness, recent trauma, </a:t>
            </a:r>
          </a:p>
          <a:p>
            <a:pPr algn="l"/>
            <a:r>
              <a:rPr dirty="0" sz="1050" lang="en-US">
                <a:solidFill>
                  <a:schemeClr val="tx1"/>
                </a:solidFill>
              </a:rPr>
              <a:t>Clinical examination revealed a chronic plantar forefoot ulcer with induration and granulation tissue.</a:t>
            </a:r>
          </a:p>
          <a:p>
            <a:pPr algn="l"/>
            <a:r>
              <a:rPr dirty="0" sz="1050" lang="en-US">
                <a:solidFill>
                  <a:schemeClr val="tx1"/>
                </a:solidFill>
              </a:rPr>
              <a:t>Active purulent discharge was noted from the ulcer site . Plain radiographs showed cortical irregularity, sclerosis, periosteal reaction, and probable sequestrum involving metatarsals .</a:t>
            </a:r>
          </a:p>
          <a:p>
            <a:pPr algn="l"/>
            <a:r>
              <a:rPr dirty="0" sz="1050" lang="en-US">
                <a:solidFill>
                  <a:schemeClr val="tx1"/>
                </a:solidFill>
              </a:rPr>
              <a:t>Sinogram demonstrated a sinus tract extending from the plantar to dorsal aspect of the foot.</a:t>
            </a:r>
          </a:p>
          <a:p>
            <a:pPr algn="l"/>
            <a:r>
              <a:rPr dirty="0" sz="1050" lang="en-US">
                <a:solidFill>
                  <a:schemeClr val="tx1"/>
                </a:solidFill>
              </a:rPr>
              <a:t>MRI confirmed chronic osteomyelitis with associated soft-tissue involvement.</a:t>
            </a:r>
          </a:p>
        </p:txBody>
      </p:sp>
      <p:sp>
        <p:nvSpPr>
          <p:cNvPr id="1048592" name="Rectangle 6"/>
          <p:cNvSpPr/>
          <p:nvPr/>
        </p:nvSpPr>
        <p:spPr>
          <a:xfrm>
            <a:off x="3137836" y="1429923"/>
            <a:ext cx="3205814" cy="3126889"/>
          </a:xfrm>
          <a:prstGeom prst="rect"/>
          <a:noFill/>
        </p:spPr>
        <p:style>
          <a:lnRef idx="2">
            <a:schemeClr val="accent1">
              <a:shade val="50000"/>
            </a:schemeClr>
          </a:lnRef>
          <a:fillRef idx="1">
            <a:schemeClr val="accent1"/>
          </a:fillRef>
          <a:effectRef idx="0">
            <a:schemeClr val="accent1"/>
          </a:effectRef>
          <a:fontRef idx="minor">
            <a:schemeClr val="lt1"/>
          </a:fontRef>
        </p:style>
        <p:txBody>
          <a:bodyPr anchor="ctr" rtlCol="0"/>
          <a:p>
            <a:pPr algn="l"/>
            <a:r>
              <a:rPr b="0" dirty="0" sz="1100" lang="en-US">
                <a:solidFill>
                  <a:schemeClr val="tx1"/>
                </a:solidFill>
              </a:rPr>
              <a:t>The patient underwent surgical management consisting of sequestrectomy, saucerization, excision of the sinus tract, and bone grafting . Intra-operative observations included  Thickened, fibrotic sinus tract extending from plantar to dorsal surface .Necrotic bone fragments (sequestrum)</a:t>
            </a:r>
            <a:r>
              <a:rPr dirty="0" sz="1000" lang="en-US">
                <a:solidFill>
                  <a:schemeClr val="tx1"/>
                </a:solidFill>
              </a:rPr>
              <a:t>,</a:t>
            </a:r>
            <a:r>
              <a:rPr b="0" dirty="0" sz="1100" lang="en-US">
                <a:solidFill>
                  <a:schemeClr val="tx1"/>
                </a:solidFill>
              </a:rPr>
              <a:t>Surrounding sclerotic bone margins </a:t>
            </a:r>
            <a:r>
              <a:rPr dirty="0" sz="1000" lang="en-US">
                <a:solidFill>
                  <a:schemeClr val="tx1"/>
                </a:solidFill>
              </a:rPr>
              <a:t>, </a:t>
            </a:r>
            <a:r>
              <a:rPr b="0" dirty="0" sz="1100" lang="en-US">
                <a:solidFill>
                  <a:schemeClr val="tx1"/>
                </a:solidFill>
              </a:rPr>
              <a:t>Infected granulation tissue and chronic inflammatory changes</a:t>
            </a:r>
            <a:r>
              <a:rPr dirty="0" sz="1000" lang="en-US">
                <a:solidFill>
                  <a:schemeClr val="tx1"/>
                </a:solidFill>
              </a:rPr>
              <a:t>, </a:t>
            </a:r>
            <a:r>
              <a:rPr b="0" dirty="0" sz="1100" lang="en-US">
                <a:solidFill>
                  <a:schemeClr val="tx1"/>
                </a:solidFill>
              </a:rPr>
              <a:t>Intra-operativ</a:t>
            </a:r>
            <a:r>
              <a:rPr dirty="0" sz="1100" lang="en-US">
                <a:solidFill>
                  <a:schemeClr val="tx1"/>
                </a:solidFill>
              </a:rPr>
              <a:t>ely sequestrum removed and saucerization done ,sinus tract removed after injection  radio opaque dye</a:t>
            </a:r>
            <a:r>
              <a:rPr b="0" dirty="0" sz="1100" lang="en-US">
                <a:solidFill>
                  <a:schemeClr val="tx1"/>
                </a:solidFill>
              </a:rPr>
              <a:t> showing sinus tract </a:t>
            </a:r>
            <a:endParaRPr b="0" dirty="0" sz="1000" lang="en-US">
              <a:solidFill>
                <a:schemeClr val="tx1"/>
              </a:solidFill>
            </a:endParaRPr>
          </a:p>
          <a:p>
            <a:pPr algn="l"/>
            <a:r>
              <a:rPr dirty="0" sz="1100" lang="en-US">
                <a:solidFill>
                  <a:schemeClr val="tx1"/>
                </a:solidFill>
              </a:rPr>
              <a:t>After thorough wound wash bone graft from iliac bone kept , wound closed on dorsal and plantar surface</a:t>
            </a:r>
            <a:endParaRPr b="0" dirty="0" lang="en-US">
              <a:solidFill>
                <a:schemeClr val="tx1"/>
              </a:solidFill>
            </a:endParaRPr>
          </a:p>
        </p:txBody>
      </p:sp>
      <p:sp>
        <p:nvSpPr>
          <p:cNvPr id="1048593" name="Rectangle 7"/>
          <p:cNvSpPr/>
          <p:nvPr/>
        </p:nvSpPr>
        <p:spPr>
          <a:xfrm>
            <a:off x="6352498" y="1429923"/>
            <a:ext cx="5839502" cy="2056227"/>
          </a:xfrm>
          <a:prstGeom prst="rect"/>
          <a:noFill/>
        </p:spPr>
        <p:style>
          <a:lnRef idx="2">
            <a:schemeClr val="accent1">
              <a:shade val="50000"/>
            </a:schemeClr>
          </a:lnRef>
          <a:fillRef idx="1">
            <a:schemeClr val="accent1"/>
          </a:fillRef>
          <a:effectRef idx="0">
            <a:schemeClr val="accent1"/>
          </a:effectRef>
          <a:fontRef idx="minor">
            <a:schemeClr val="lt1"/>
          </a:fontRef>
        </p:style>
        <p:txBody>
          <a:bodyPr anchor="ctr" rtlCol="0"/>
          <a:p>
            <a:pPr algn="l"/>
            <a:endParaRPr dirty="0" sz="1400" lang="en-US">
              <a:solidFill>
                <a:schemeClr val="tx1"/>
              </a:solidFill>
            </a:endParaRPr>
          </a:p>
          <a:p>
            <a:pPr algn="l"/>
            <a:r>
              <a:rPr dirty="0" sz="1200" lang="en-US">
                <a:solidFill>
                  <a:schemeClr val="tx1"/>
                </a:solidFill>
              </a:rPr>
              <a:t>Chronic osteomyelitis is characterized by persistent infection, devitalized bone, and compromised local vascularity. Trauma with subsequent ulceration can act as an entry point for infection, progressing insidiously over years if untreated. Imaging plays a critical role, with plain radiographs identifying chronic changes, sinograms mapping sinus tracts, and MRI delineating the full extent of bone and soft-tissue involvement.</a:t>
            </a:r>
            <a:endParaRPr dirty="0" sz="1400" lang="en-US">
              <a:solidFill>
                <a:schemeClr val="tx1"/>
              </a:solidFill>
            </a:endParaRPr>
          </a:p>
          <a:p>
            <a:pPr algn="l"/>
            <a:r>
              <a:rPr dirty="0" sz="1200" lang="en-US">
                <a:solidFill>
                  <a:schemeClr val="tx1"/>
                </a:solidFill>
              </a:rPr>
              <a:t>Definitive management requires radical debridement, complete excision of sinus tracts, removal of sequestra, and restoration of bone integrity, often supplemented with bone grafting. Failure results in recurrence and chronic morbidity.</a:t>
            </a:r>
            <a:endParaRPr dirty="0" lang="en-US">
              <a:solidFill>
                <a:schemeClr val="tx1"/>
              </a:solidFill>
            </a:endParaRPr>
          </a:p>
        </p:txBody>
      </p:sp>
      <p:sp>
        <p:nvSpPr>
          <p:cNvPr id="1048594" name="Rectangle 8"/>
          <p:cNvSpPr/>
          <p:nvPr/>
        </p:nvSpPr>
        <p:spPr>
          <a:xfrm>
            <a:off x="6362700" y="3775383"/>
            <a:ext cx="5829300" cy="1177617"/>
          </a:xfrm>
          <a:prstGeom prst="rect"/>
          <a:noFill/>
        </p:spPr>
        <p:style>
          <a:lnRef idx="2">
            <a:schemeClr val="accent1">
              <a:shade val="50000"/>
            </a:schemeClr>
          </a:lnRef>
          <a:fillRef idx="1">
            <a:schemeClr val="accent1"/>
          </a:fillRef>
          <a:effectRef idx="0">
            <a:schemeClr val="accent1"/>
          </a:effectRef>
          <a:fontRef idx="minor">
            <a:schemeClr val="lt1"/>
          </a:fontRef>
        </p:style>
        <p:txBody>
          <a:bodyPr anchor="ctr" rtlCol="0"/>
          <a:p>
            <a:pPr algn="ctr"/>
            <a:r>
              <a:rPr dirty="0" sz="1200" lang="en-US">
                <a:solidFill>
                  <a:schemeClr val="tx1"/>
                </a:solidFill>
              </a:rPr>
              <a:t>Chronic post-traumatic osteomyelitis can present insidiously even in young, healthy patients. High clinical suspicion and appropriate imaging are essential fordiagnosis</a:t>
            </a:r>
            <a:endParaRPr dirty="0" sz="1100" lang="en-US">
              <a:solidFill>
                <a:schemeClr val="tx1"/>
              </a:solidFill>
            </a:endParaRPr>
          </a:p>
          <a:p>
            <a:pPr algn="l"/>
            <a:r>
              <a:rPr dirty="0" sz="1200" lang="en-US">
                <a:solidFill>
                  <a:schemeClr val="tx1"/>
                </a:solidFill>
              </a:rPr>
              <a:t>Surgical management with thorough debridement and sequestrectomy remains the cornerstone of treatment  Early diagnosis and timely intervention are crucial to prevent long-term disabilityand recurrence</a:t>
            </a:r>
            <a:endParaRPr dirty="0" sz="1100" lang="en-US">
              <a:solidFill>
                <a:schemeClr val="tx1"/>
              </a:solidFill>
            </a:endParaRPr>
          </a:p>
        </p:txBody>
      </p:sp>
      <p:sp>
        <p:nvSpPr>
          <p:cNvPr id="1048595" name="Rectangle 9"/>
          <p:cNvSpPr/>
          <p:nvPr/>
        </p:nvSpPr>
        <p:spPr>
          <a:xfrm>
            <a:off x="0" y="1280157"/>
            <a:ext cx="3108960" cy="394637"/>
          </a:xfrm>
          <a:prstGeom prst="rect"/>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rtlCol="0"/>
          <a:p>
            <a:pPr algn="ctr"/>
            <a:r>
              <a:rPr b="1" dirty="0" lang="en-US">
                <a:solidFill>
                  <a:schemeClr val="tx1"/>
                </a:solidFill>
              </a:rPr>
              <a:t>INTRODUCTION </a:t>
            </a:r>
          </a:p>
        </p:txBody>
      </p:sp>
      <p:sp>
        <p:nvSpPr>
          <p:cNvPr id="1048596" name="Rectangle 10"/>
          <p:cNvSpPr/>
          <p:nvPr/>
        </p:nvSpPr>
        <p:spPr>
          <a:xfrm>
            <a:off x="3137836" y="1280157"/>
            <a:ext cx="3185962" cy="394637"/>
          </a:xfrm>
          <a:prstGeom prst="rect"/>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rtlCol="0"/>
          <a:p>
            <a:pPr algn="ctr"/>
            <a:r>
              <a:rPr b="1" dirty="0" lang="en-US">
                <a:solidFill>
                  <a:schemeClr val="tx1">
                    <a:lumMod val="95000"/>
                    <a:lumOff val="5000"/>
                  </a:schemeClr>
                </a:solidFill>
              </a:rPr>
              <a:t>OPERATIVE FINDINGS</a:t>
            </a:r>
          </a:p>
        </p:txBody>
      </p:sp>
      <p:sp>
        <p:nvSpPr>
          <p:cNvPr id="1048597" name="Rectangle 11"/>
          <p:cNvSpPr/>
          <p:nvPr/>
        </p:nvSpPr>
        <p:spPr>
          <a:xfrm>
            <a:off x="6352673" y="1280157"/>
            <a:ext cx="5839325" cy="394637"/>
          </a:xfrm>
          <a:prstGeom prst="rect"/>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rtlCol="0"/>
          <a:p>
            <a:pPr algn="ctr"/>
            <a:r>
              <a:rPr b="1" dirty="0" lang="en-US">
                <a:solidFill>
                  <a:schemeClr val="tx1">
                    <a:lumMod val="95000"/>
                    <a:lumOff val="5000"/>
                  </a:schemeClr>
                </a:solidFill>
              </a:rPr>
              <a:t>DISCUSSION</a:t>
            </a:r>
          </a:p>
        </p:txBody>
      </p:sp>
      <p:sp>
        <p:nvSpPr>
          <p:cNvPr id="1048598" name="Rectangle 12"/>
          <p:cNvSpPr/>
          <p:nvPr/>
        </p:nvSpPr>
        <p:spPr>
          <a:xfrm>
            <a:off x="0" y="3703402"/>
            <a:ext cx="3156580" cy="498177"/>
          </a:xfrm>
          <a:prstGeom prst="rect"/>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rtlCol="0"/>
          <a:p>
            <a:pPr algn="ctr"/>
            <a:r>
              <a:rPr b="1" dirty="0" lang="en-US">
                <a:solidFill>
                  <a:schemeClr val="tx1">
                    <a:lumMod val="95000"/>
                    <a:lumOff val="5000"/>
                  </a:schemeClr>
                </a:solidFill>
              </a:rPr>
              <a:t>CASE REPORT</a:t>
            </a:r>
          </a:p>
        </p:txBody>
      </p:sp>
      <p:sp>
        <p:nvSpPr>
          <p:cNvPr id="1048599" name="Rectangle 21"/>
          <p:cNvSpPr/>
          <p:nvPr/>
        </p:nvSpPr>
        <p:spPr>
          <a:xfrm>
            <a:off x="6352676" y="3521867"/>
            <a:ext cx="5839324" cy="293111"/>
          </a:xfrm>
          <a:prstGeom prst="rect"/>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rtlCol="0"/>
          <a:p>
            <a:pPr algn="ctr"/>
            <a:r>
              <a:rPr b="1" dirty="0" lang="en-US">
                <a:solidFill>
                  <a:schemeClr val="tx1">
                    <a:lumMod val="95000"/>
                    <a:lumOff val="5000"/>
                  </a:schemeClr>
                </a:solidFill>
              </a:rPr>
              <a:t>CONCLUSION</a:t>
            </a:r>
          </a:p>
        </p:txBody>
      </p:sp>
      <p:pic>
        <p:nvPicPr>
          <p:cNvPr id="2097158" name="Picture 2097157"/>
          <p:cNvPicPr>
            <a:picLocks/>
          </p:cNvPicPr>
          <p:nvPr/>
        </p:nvPicPr>
        <p:blipFill>
          <a:blip xmlns:r="http://schemas.openxmlformats.org/officeDocument/2006/relationships" r:embed="rId4" cstate="print"/>
          <a:stretch>
            <a:fillRect/>
          </a:stretch>
        </p:blipFill>
        <p:spPr>
          <a:xfrm>
            <a:off x="6404223" y="4953664"/>
            <a:ext cx="1273395" cy="1876911"/>
          </a:xfrm>
          <a:prstGeom prst="rect"/>
        </p:spPr>
      </p:pic>
      <p:pic>
        <p:nvPicPr>
          <p:cNvPr id="2097159" name="Picture 2097159"/>
          <p:cNvPicPr>
            <a:picLocks/>
          </p:cNvPicPr>
          <p:nvPr/>
        </p:nvPicPr>
        <p:blipFill>
          <a:blip xmlns:r="http://schemas.openxmlformats.org/officeDocument/2006/relationships" r:embed="rId5" cstate="print"/>
          <a:stretch>
            <a:fillRect/>
          </a:stretch>
        </p:blipFill>
        <p:spPr>
          <a:xfrm>
            <a:off x="7617337" y="4953664"/>
            <a:ext cx="1661524" cy="1757125"/>
          </a:xfrm>
          <a:prstGeom prst="rect"/>
        </p:spPr>
      </p:pic>
      <p:pic>
        <p:nvPicPr>
          <p:cNvPr id="2097160" name="Picture 2"/>
          <p:cNvPicPr>
            <a:picLocks noChangeAspect="1"/>
          </p:cNvPicPr>
          <p:nvPr/>
        </p:nvPicPr>
        <p:blipFill>
          <a:blip xmlns:r="http://schemas.openxmlformats.org/officeDocument/2006/relationships" r:embed="rId6" cstate="print"/>
          <a:stretch>
            <a:fillRect/>
          </a:stretch>
        </p:blipFill>
        <p:spPr>
          <a:xfrm>
            <a:off x="10553146" y="4882510"/>
            <a:ext cx="1661524" cy="1948065"/>
          </a:xfrm>
          <a:prstGeom prst="rect"/>
        </p:spPr>
      </p:pic>
      <p:pic>
        <p:nvPicPr>
          <p:cNvPr id="2097161" name="Picture 4"/>
          <p:cNvPicPr>
            <a:picLocks noChangeAspect="1"/>
          </p:cNvPicPr>
          <p:nvPr/>
        </p:nvPicPr>
        <p:blipFill>
          <a:blip xmlns:r="http://schemas.openxmlformats.org/officeDocument/2006/relationships" r:embed="rId7"/>
          <a:stretch>
            <a:fillRect/>
          </a:stretch>
        </p:blipFill>
        <p:spPr>
          <a:xfrm>
            <a:off x="3100824" y="5577842"/>
            <a:ext cx="1512233" cy="1252733"/>
          </a:xfrm>
          <a:prstGeom prst="rect"/>
        </p:spPr>
      </p:pic>
      <p:pic>
        <p:nvPicPr>
          <p:cNvPr id="2097162" name="Picture 10"/>
          <p:cNvPicPr>
            <a:picLocks noChangeAspect="1"/>
          </p:cNvPicPr>
          <p:nvPr/>
        </p:nvPicPr>
        <p:blipFill>
          <a:blip xmlns:r="http://schemas.openxmlformats.org/officeDocument/2006/relationships" r:embed="rId8" cstate="print"/>
          <a:stretch>
            <a:fillRect/>
          </a:stretch>
        </p:blipFill>
        <p:spPr>
          <a:xfrm>
            <a:off x="4613058" y="5623953"/>
            <a:ext cx="1760046" cy="1206622"/>
          </a:xfrm>
          <a:prstGeom prst="rect"/>
        </p:spPr>
      </p:pic>
      <p:pic>
        <p:nvPicPr>
          <p:cNvPr id="2097163" name="Picture 12"/>
          <p:cNvPicPr>
            <a:picLocks noChangeAspect="1"/>
          </p:cNvPicPr>
          <p:nvPr/>
        </p:nvPicPr>
        <p:blipFill>
          <a:blip xmlns:r="http://schemas.openxmlformats.org/officeDocument/2006/relationships" r:embed="rId9" cstate="print"/>
          <a:stretch>
            <a:fillRect/>
          </a:stretch>
        </p:blipFill>
        <p:spPr>
          <a:xfrm>
            <a:off x="9309980" y="4963432"/>
            <a:ext cx="1252963" cy="1768237"/>
          </a:xfrm>
          <a:prstGeom prst="rect"/>
        </p:spPr>
      </p:pic>
      <p:sp>
        <p:nvSpPr>
          <p:cNvPr id="1048600" name="TextBox 1048600"/>
          <p:cNvSpPr txBox="1"/>
          <p:nvPr/>
        </p:nvSpPr>
        <p:spPr>
          <a:xfrm>
            <a:off x="3152050" y="4556813"/>
            <a:ext cx="3200946" cy="1056640"/>
          </a:xfrm>
          <a:prstGeom prst="rect"/>
        </p:spPr>
        <p:txBody>
          <a:bodyPr rtlCol="0" wrap="square">
            <a:spAutoFit/>
          </a:bodyPr>
          <a:p>
            <a:r>
              <a:rPr dirty="0" sz="1200" lang="en-US">
                <a:solidFill>
                  <a:srgbClr val="000000"/>
                </a:solidFill>
              </a:rPr>
              <a:t>References</a:t>
            </a:r>
            <a:endParaRPr dirty="0" sz="2800" lang="en-GB">
              <a:solidFill>
                <a:srgbClr val="000000"/>
              </a:solidFill>
            </a:endParaRPr>
          </a:p>
          <a:p>
            <a:r>
              <a:rPr dirty="0" sz="800" lang="en-US" err="1">
                <a:solidFill>
                  <a:srgbClr val="000000"/>
                </a:solidFill>
              </a:rPr>
              <a:t>Cierny</a:t>
            </a:r>
            <a:r>
              <a:rPr dirty="0" sz="800" lang="en-US">
                <a:solidFill>
                  <a:srgbClr val="000000"/>
                </a:solidFill>
              </a:rPr>
              <a:t> G, </a:t>
            </a:r>
            <a:r>
              <a:rPr dirty="0" sz="800" lang="en-US" err="1">
                <a:solidFill>
                  <a:srgbClr val="000000"/>
                </a:solidFill>
              </a:rPr>
              <a:t>Mader</a:t>
            </a:r>
            <a:r>
              <a:rPr dirty="0" sz="800" lang="en-US">
                <a:solidFill>
                  <a:srgbClr val="000000"/>
                </a:solidFill>
              </a:rPr>
              <a:t> JT, </a:t>
            </a:r>
            <a:r>
              <a:rPr dirty="0" sz="800" lang="en-US" err="1">
                <a:solidFill>
                  <a:srgbClr val="000000"/>
                </a:solidFill>
              </a:rPr>
              <a:t>Penninck</a:t>
            </a:r>
            <a:r>
              <a:rPr dirty="0" sz="800" lang="en-US">
                <a:solidFill>
                  <a:srgbClr val="000000"/>
                </a:solidFill>
              </a:rPr>
              <a:t> JJ. A clinical staging system for adult </a:t>
            </a:r>
            <a:r>
              <a:rPr dirty="0" sz="800" lang="en-US" err="1">
                <a:solidFill>
                  <a:srgbClr val="000000"/>
                </a:solidFill>
              </a:rPr>
              <a:t>osteomyelitis</a:t>
            </a:r>
            <a:r>
              <a:rPr dirty="0" sz="800" lang="en-US">
                <a:solidFill>
                  <a:srgbClr val="000000"/>
                </a:solidFill>
              </a:rPr>
              <a:t>. </a:t>
            </a:r>
            <a:r>
              <a:rPr dirty="0" sz="800" lang="en-US" err="1">
                <a:solidFill>
                  <a:srgbClr val="000000"/>
                </a:solidFill>
              </a:rPr>
              <a:t>Clin</a:t>
            </a:r>
            <a:r>
              <a:rPr dirty="0" sz="800" lang="en-US">
                <a:solidFill>
                  <a:srgbClr val="000000"/>
                </a:solidFill>
              </a:rPr>
              <a:t> </a:t>
            </a:r>
            <a:r>
              <a:rPr dirty="0" sz="800" lang="en-US" err="1">
                <a:solidFill>
                  <a:srgbClr val="000000"/>
                </a:solidFill>
              </a:rPr>
              <a:t>Orthop</a:t>
            </a:r>
            <a:r>
              <a:rPr dirty="0" sz="800" lang="en-US">
                <a:solidFill>
                  <a:srgbClr val="000000"/>
                </a:solidFill>
              </a:rPr>
              <a:t> </a:t>
            </a:r>
            <a:r>
              <a:rPr dirty="0" sz="800" lang="en-US" err="1">
                <a:solidFill>
                  <a:srgbClr val="000000"/>
                </a:solidFill>
              </a:rPr>
              <a:t>Relat</a:t>
            </a:r>
            <a:r>
              <a:rPr dirty="0" sz="800" lang="en-US">
                <a:solidFill>
                  <a:srgbClr val="000000"/>
                </a:solidFill>
              </a:rPr>
              <a:t> Res. 2003;414:7–24.</a:t>
            </a:r>
            <a:endParaRPr dirty="0" sz="700" lang="en-GB">
              <a:solidFill>
                <a:srgbClr val="000000"/>
              </a:solidFill>
            </a:endParaRPr>
          </a:p>
          <a:p>
            <a:r>
              <a:rPr dirty="0" sz="800" lang="en-US">
                <a:solidFill>
                  <a:srgbClr val="000000"/>
                </a:solidFill>
              </a:rPr>
              <a:t>→ Widely used classification guiding treatment strategies in </a:t>
            </a:r>
            <a:r>
              <a:rPr dirty="0" sz="700" lang="en-US">
                <a:solidFill>
                  <a:srgbClr val="000000"/>
                </a:solidFill>
              </a:rPr>
              <a:t>chronic </a:t>
            </a:r>
            <a:r>
              <a:rPr dirty="0" sz="700" lang="en-US" err="1">
                <a:solidFill>
                  <a:srgbClr val="000000"/>
                </a:solidFill>
              </a:rPr>
              <a:t>osteomyelitis</a:t>
            </a:r>
            <a:r>
              <a:rPr dirty="0" sz="700" lang="en-US">
                <a:solidFill>
                  <a:srgbClr val="000000"/>
                </a:solidFill>
              </a:rPr>
              <a:t>.</a:t>
            </a:r>
            <a:endParaRPr dirty="0" sz="2800" lang="en-GB">
              <a:solidFill>
                <a:srgbClr val="000000"/>
              </a:solidFill>
            </a:endParaRPr>
          </a:p>
          <a:p>
            <a:r>
              <a:rPr dirty="0" sz="800" lang="en-US" err="1">
                <a:solidFill>
                  <a:srgbClr val="000000"/>
                </a:solidFill>
              </a:rPr>
              <a:t>Mauffrey</a:t>
            </a:r>
            <a:r>
              <a:rPr dirty="0" sz="800" lang="en-US">
                <a:solidFill>
                  <a:srgbClr val="000000"/>
                </a:solidFill>
              </a:rPr>
              <a:t> C, et al. Management of chronic </a:t>
            </a:r>
            <a:r>
              <a:rPr dirty="0" sz="800" lang="en-US" err="1">
                <a:solidFill>
                  <a:srgbClr val="000000"/>
                </a:solidFill>
              </a:rPr>
              <a:t>osteomyelitis</a:t>
            </a:r>
            <a:r>
              <a:rPr dirty="0" sz="800" lang="en-US">
                <a:solidFill>
                  <a:srgbClr val="000000"/>
                </a:solidFill>
              </a:rPr>
              <a:t>: current concepts. EFORT Open Rev. 2016;</a:t>
            </a:r>
            <a:endParaRPr dirty="0" sz="200" lang="en-GB">
              <a:solidFill>
                <a:srgbClr val="000000"/>
              </a:solidFill>
            </a:endParaRPr>
          </a:p>
          <a:p>
            <a:r>
              <a:rPr dirty="0" sz="300" lang="en-US">
                <a:solidFill>
                  <a:srgbClr val="000000"/>
                </a:solidFill>
              </a:rPr>
              <a:t>→ </a:t>
            </a:r>
            <a:r>
              <a:rPr dirty="0" sz="800" lang="en-US">
                <a:solidFill>
                  <a:srgbClr val="000000"/>
                </a:solidFill>
              </a:rPr>
              <a:t>surgical practice.</a:t>
            </a:r>
            <a:endParaRPr dirty="0" sz="2800" lang="en-GB">
              <a:solidFill>
                <a:srgbClr val="000000"/>
              </a:solidFill>
            </a:endParaRPr>
          </a:p>
        </p:txBody>
      </p:sp>
      <p:sp>
        <p:nvSpPr>
          <p:cNvPr id="1048601" name="TextBox 1048660"/>
          <p:cNvSpPr txBox="1"/>
          <p:nvPr/>
        </p:nvSpPr>
        <p:spPr>
          <a:xfrm>
            <a:off x="2358475" y="551260"/>
            <a:ext cx="7172310" cy="320040"/>
          </a:xfrm>
          <a:prstGeom prst="rect"/>
        </p:spPr>
        <p:txBody>
          <a:bodyPr rtlCol="0" wrap="square">
            <a:spAutoFit/>
          </a:bodyPr>
          <a:p>
            <a:pPr algn="l"/>
            <a:r>
              <a:rPr b="1" dirty="0" sz="1100" lang="en-GB">
                <a:solidFill>
                  <a:srgbClr val="FFFF00"/>
                </a:solidFill>
                <a:latin typeface="Noto Sans Syriac Western"/>
                <a:ea typeface="Noto Sans Syriac Western"/>
              </a:rPr>
              <a:t>Chronic Post-Traumatic Osteomyelitis of the Foot in a Young Adult: An Insidious Course</a:t>
            </a:r>
          </a:p>
        </p:txBody>
      </p:sp>
      <p:sp>
        <p:nvSpPr>
          <p:cNvPr id="1048602" name="TextBox 1"/>
          <p:cNvSpPr txBox="1"/>
          <p:nvPr/>
        </p:nvSpPr>
        <p:spPr>
          <a:xfrm>
            <a:off x="2380147" y="765366"/>
            <a:ext cx="9364549" cy="370841"/>
          </a:xfrm>
          <a:prstGeom prst="rect"/>
          <a:noFill/>
        </p:spPr>
        <p:txBody>
          <a:bodyPr rtlCol="0" wrap="square">
            <a:spAutoFit/>
          </a:bodyPr>
          <a:p>
            <a:r>
              <a:rPr dirty="0" sz="1000" lang="en-US" smtClean="0">
                <a:solidFill>
                  <a:schemeClr val="bg1"/>
                </a:solidFill>
              </a:rPr>
              <a:t>AUTHOR : DR .E.RAJA KUMAR:POST GRADUATE</a:t>
            </a:r>
          </a:p>
          <a:p>
            <a:r>
              <a:rPr dirty="0" sz="1000" lang="en-US" smtClean="0">
                <a:solidFill>
                  <a:schemeClr val="bg1"/>
                </a:solidFill>
              </a:rPr>
              <a:t>GUIDE:DR.K.SRINIVAS PROFESSOR &amp;HOD, COGUIDE:DR.BRAMHA MAHESHWAR REDDY ,  ASSISTANT PROFESSOR</a:t>
            </a:r>
            <a:endParaRPr dirty="0" sz="1000" lang="en-IN">
              <a:solidFill>
                <a:schemeClr val="bg1"/>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theme>
</file>

<file path=ppt/theme/theme2.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Microsoft Office PowerPoint</Application>
  <ScaleCrop>0</ScaleCrop>
  <LinksUpToDate>0</LinksUpToDate>
  <AppVersion>12.0000</AppVersion>
</Properties>
</file>

<file path=docProps/core.xml><?xml version="1.0" encoding="utf-8"?>
<cp:coreProperties xmlns:cp="http://schemas.openxmlformats.org/package/2006/metadata/core-properties" xmlns:dc="http://purl.org/dc/elements/1.1/" xmlns:dcterms="http://purl.org/dc/terms/" xmlns:xsi="http://www.w3.org/2001/XMLSchema-instance">
  <dc:title>PowerPoint Presentation</dc:title>
  <dc:creator>Virinchi Vinay</dc:creator>
  <cp:lastModifiedBy>lenovo</cp:lastModifiedBy>
  <dcterms:created xsi:type="dcterms:W3CDTF">2026-01-08T01:24:43Z</dcterms:created>
  <dcterms:modified xsi:type="dcterms:W3CDTF">2026-02-11T16:16:20Z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ca4049c2237849a0981e56f1eef4e1a9</vt:lpwstr>
  </property>
</Properties>
</file>