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0" r:id="rId1"/>
  </p:sldMasterIdLst>
  <p:notesMasterIdLst>
    <p:notesMasterId r:id="rId3"/>
  </p:notesMasterIdLst>
  <p:sldIdLst>
    <p:sldId id="256" r:id="rId2"/>
  </p:sldIdLst>
  <p:sldSz cx="32918400" cy="43891200"/>
  <p:notesSz cx="6715125" cy="923925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15:guide id="1" orient="horz" pos="13900">
          <p15:clr>
            <a:srgbClr val="A4A3A4"/>
          </p15:clr>
        </p15:guide>
        <p15:guide id="2" orient="horz" pos="26928">
          <p15:clr>
            <a:srgbClr val="A4A3A4"/>
          </p15:clr>
        </p15:guide>
        <p15:guide id="3" pos="103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A7C4FF"/>
    <a:srgbClr val="EAEAEA"/>
    <a:srgbClr val="C0C0C0"/>
    <a:srgbClr val="0046D2"/>
    <a:srgbClr val="698ED9"/>
    <a:srgbClr val="003064"/>
    <a:srgbClr val="0033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5731" autoAdjust="0"/>
    <p:restoredTop sz="94660"/>
  </p:normalViewPr>
  <p:slideViewPr>
    <p:cSldViewPr snapToGrid="0">
      <p:cViewPr>
        <p:scale>
          <a:sx n="44" d="100"/>
          <a:sy n="44" d="100"/>
        </p:scale>
        <p:origin x="-210" y="174"/>
      </p:cViewPr>
      <p:guideLst>
        <p:guide orient="horz" pos="13900"/>
        <p:guide orient="horz" pos="26928"/>
        <p:guide pos="10368"/>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 /><Relationship Id="rId7" Type="http://schemas.openxmlformats.org/officeDocument/2006/relationships/tableStyles" Target="tableStyles.xml" /><Relationship Id="rId2" Type="http://schemas.openxmlformats.org/officeDocument/2006/relationships/slide" Target="slides/slide1.xml" /><Relationship Id="rId1" Type="http://schemas.openxmlformats.org/officeDocument/2006/relationships/slideMaster" Target="slideMasters/slideMaster1.xml" /><Relationship Id="rId6" Type="http://schemas.openxmlformats.org/officeDocument/2006/relationships/theme" Target="theme/theme1.xml" /><Relationship Id="rId5" Type="http://schemas.openxmlformats.org/officeDocument/2006/relationships/viewProps" Target="viewProps.xml" /><Relationship Id="rId4" Type="http://schemas.openxmlformats.org/officeDocument/2006/relationships/presProps" Target="presProp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0CBD2187-598B-4A53-ADF4-3A25F4C1DC85}"/>
              </a:ext>
            </a:extLst>
          </p:cNvPr>
          <p:cNvSpPr>
            <a:spLocks noGrp="1" noChangeArrowheads="1"/>
          </p:cNvSpPr>
          <p:nvPr>
            <p:ph type="hdr" sz="quarter"/>
          </p:nvPr>
        </p:nvSpPr>
        <p:spPr bwMode="auto">
          <a:xfrm>
            <a:off x="0" y="0"/>
            <a:ext cx="2909888" cy="461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fontAlgn="auto" hangingPunct="1">
              <a:spcBef>
                <a:spcPts val="0"/>
              </a:spcBef>
              <a:spcAft>
                <a:spcPts val="0"/>
              </a:spcAft>
              <a:defRPr sz="1200">
                <a:latin typeface="+mn-lt"/>
              </a:defRPr>
            </a:lvl1pPr>
          </a:lstStyle>
          <a:p>
            <a:pPr>
              <a:defRPr/>
            </a:pPr>
            <a:endParaRPr lang="en-US"/>
          </a:p>
        </p:txBody>
      </p:sp>
      <p:sp>
        <p:nvSpPr>
          <p:cNvPr id="3075" name="Rectangle 3">
            <a:extLst>
              <a:ext uri="{FF2B5EF4-FFF2-40B4-BE49-F238E27FC236}">
                <a16:creationId xmlns:a16="http://schemas.microsoft.com/office/drawing/2014/main" id="{900374DE-5FD5-4AA8-A740-4735F2A9E868}"/>
              </a:ext>
            </a:extLst>
          </p:cNvPr>
          <p:cNvSpPr>
            <a:spLocks noGrp="1" noChangeArrowheads="1"/>
          </p:cNvSpPr>
          <p:nvPr>
            <p:ph type="dt" idx="1"/>
          </p:nvPr>
        </p:nvSpPr>
        <p:spPr bwMode="auto">
          <a:xfrm>
            <a:off x="3803650" y="0"/>
            <a:ext cx="2909888" cy="461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fontAlgn="auto" hangingPunct="1">
              <a:spcBef>
                <a:spcPts val="0"/>
              </a:spcBef>
              <a:spcAft>
                <a:spcPts val="0"/>
              </a:spcAft>
              <a:defRPr sz="1200">
                <a:latin typeface="+mn-lt"/>
              </a:defRPr>
            </a:lvl1pPr>
          </a:lstStyle>
          <a:p>
            <a:pPr>
              <a:defRPr/>
            </a:pPr>
            <a:endParaRPr lang="en-US"/>
          </a:p>
        </p:txBody>
      </p:sp>
      <p:sp>
        <p:nvSpPr>
          <p:cNvPr id="3076" name="Rectangle 4">
            <a:extLst>
              <a:ext uri="{FF2B5EF4-FFF2-40B4-BE49-F238E27FC236}">
                <a16:creationId xmlns:a16="http://schemas.microsoft.com/office/drawing/2014/main" id="{D4B1112E-8028-FB97-CFF6-DA84C705D0DF}"/>
              </a:ext>
            </a:extLst>
          </p:cNvPr>
          <p:cNvSpPr>
            <a:spLocks noGrp="1" noRot="1" noChangeAspect="1" noChangeArrowheads="1" noTextEdit="1"/>
          </p:cNvSpPr>
          <p:nvPr>
            <p:ph type="sldImg" idx="2"/>
          </p:nvPr>
        </p:nvSpPr>
        <p:spPr bwMode="auto">
          <a:xfrm>
            <a:off x="2058988" y="692150"/>
            <a:ext cx="2598737" cy="346551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7" name="Rectangle 5">
            <a:extLst>
              <a:ext uri="{FF2B5EF4-FFF2-40B4-BE49-F238E27FC236}">
                <a16:creationId xmlns:a16="http://schemas.microsoft.com/office/drawing/2014/main" id="{8925AF64-BAC4-4696-A901-0584963419CF}"/>
              </a:ext>
            </a:extLst>
          </p:cNvPr>
          <p:cNvSpPr>
            <a:spLocks noGrp="1" noChangeArrowheads="1"/>
          </p:cNvSpPr>
          <p:nvPr>
            <p:ph type="body" sz="quarter" idx="3"/>
          </p:nvPr>
        </p:nvSpPr>
        <p:spPr bwMode="auto">
          <a:xfrm>
            <a:off x="671513" y="4389438"/>
            <a:ext cx="5372100" cy="415766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8" name="Rectangle 6">
            <a:extLst>
              <a:ext uri="{FF2B5EF4-FFF2-40B4-BE49-F238E27FC236}">
                <a16:creationId xmlns:a16="http://schemas.microsoft.com/office/drawing/2014/main" id="{85219D94-23C8-464D-B03F-4581FBB0835E}"/>
              </a:ext>
            </a:extLst>
          </p:cNvPr>
          <p:cNvSpPr>
            <a:spLocks noGrp="1" noChangeArrowheads="1"/>
          </p:cNvSpPr>
          <p:nvPr>
            <p:ph type="ftr" sz="quarter" idx="4"/>
          </p:nvPr>
        </p:nvSpPr>
        <p:spPr bwMode="auto">
          <a:xfrm>
            <a:off x="0" y="8775700"/>
            <a:ext cx="2909888" cy="46196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fontAlgn="auto" hangingPunct="1">
              <a:spcBef>
                <a:spcPts val="0"/>
              </a:spcBef>
              <a:spcAft>
                <a:spcPts val="0"/>
              </a:spcAft>
              <a:defRPr sz="1200">
                <a:latin typeface="+mn-lt"/>
              </a:defRPr>
            </a:lvl1pPr>
          </a:lstStyle>
          <a:p>
            <a:pPr>
              <a:defRPr/>
            </a:pPr>
            <a:endParaRPr lang="en-US"/>
          </a:p>
        </p:txBody>
      </p:sp>
      <p:sp>
        <p:nvSpPr>
          <p:cNvPr id="3079" name="Rectangle 7">
            <a:extLst>
              <a:ext uri="{FF2B5EF4-FFF2-40B4-BE49-F238E27FC236}">
                <a16:creationId xmlns:a16="http://schemas.microsoft.com/office/drawing/2014/main" id="{C9DE9608-0E43-480C-983B-AC0609DC9275}"/>
              </a:ext>
            </a:extLst>
          </p:cNvPr>
          <p:cNvSpPr>
            <a:spLocks noGrp="1" noChangeArrowheads="1"/>
          </p:cNvSpPr>
          <p:nvPr>
            <p:ph type="sldNum" sz="quarter" idx="5"/>
          </p:nvPr>
        </p:nvSpPr>
        <p:spPr bwMode="auto">
          <a:xfrm>
            <a:off x="3803650" y="8775700"/>
            <a:ext cx="2909888" cy="46196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fld id="{131C5393-97D6-4ADC-A0BD-2ED1C1721B06}"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6AE8D843-ABAA-EB81-6E76-345B38D0049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56F168FA-2395-4D77-AC54-813DD264543D}" type="slidenum">
              <a:rPr lang="en-US" altLang="en-US"/>
              <a:pPr/>
              <a:t>1</a:t>
            </a:fld>
            <a:endParaRPr lang="en-US" altLang="en-US"/>
          </a:p>
        </p:txBody>
      </p:sp>
      <p:sp>
        <p:nvSpPr>
          <p:cNvPr id="5123" name="Rectangle 2">
            <a:extLst>
              <a:ext uri="{FF2B5EF4-FFF2-40B4-BE49-F238E27FC236}">
                <a16:creationId xmlns:a16="http://schemas.microsoft.com/office/drawing/2014/main" id="{055E8685-7308-89B3-0C02-B29EBDF829F4}"/>
              </a:ext>
            </a:extLst>
          </p:cNvPr>
          <p:cNvSpPr>
            <a:spLocks noGrp="1" noRot="1" noChangeAspect="1" noChangeArrowheads="1" noTextEdit="1"/>
          </p:cNvSpPr>
          <p:nvPr>
            <p:ph type="sldImg"/>
          </p:nvPr>
        </p:nvSpPr>
        <p:spPr>
          <a:ln/>
        </p:spPr>
      </p:sp>
      <p:sp>
        <p:nvSpPr>
          <p:cNvPr id="5124" name="Rectangle 3">
            <a:extLst>
              <a:ext uri="{FF2B5EF4-FFF2-40B4-BE49-F238E27FC236}">
                <a16:creationId xmlns:a16="http://schemas.microsoft.com/office/drawing/2014/main" id="{5776EF75-9F98-8971-A2E0-B36D839F26A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114800" y="7183123"/>
            <a:ext cx="24688800" cy="15280640"/>
          </a:xfrm>
        </p:spPr>
        <p:txBody>
          <a:bodyPr anchor="b"/>
          <a:lstStyle>
            <a:lvl1pPr algn="ctr">
              <a:defRPr sz="16200"/>
            </a:lvl1pPr>
          </a:lstStyle>
          <a:p>
            <a:r>
              <a:rPr lang="en-US"/>
              <a:t>Click to edit Master title style</a:t>
            </a:r>
          </a:p>
        </p:txBody>
      </p:sp>
      <p:sp>
        <p:nvSpPr>
          <p:cNvPr id="3" name="Subtitle 2"/>
          <p:cNvSpPr>
            <a:spLocks noGrp="1"/>
          </p:cNvSpPr>
          <p:nvPr>
            <p:ph type="subTitle" idx="1"/>
          </p:nvPr>
        </p:nvSpPr>
        <p:spPr>
          <a:xfrm>
            <a:off x="4114800" y="23053043"/>
            <a:ext cx="24688800" cy="10596877"/>
          </a:xfrm>
        </p:spPr>
        <p:txBody>
          <a:bodyPr/>
          <a:lstStyle>
            <a:lvl1pPr marL="0" indent="0" algn="ctr">
              <a:buNone/>
              <a:defRPr sz="6480"/>
            </a:lvl1pPr>
            <a:lvl2pPr marL="1234440" indent="0" algn="ctr">
              <a:buNone/>
              <a:defRPr sz="5400"/>
            </a:lvl2pPr>
            <a:lvl3pPr marL="2468880" indent="0" algn="ctr">
              <a:buNone/>
              <a:defRPr sz="4860"/>
            </a:lvl3pPr>
            <a:lvl4pPr marL="3703320" indent="0" algn="ctr">
              <a:buNone/>
              <a:defRPr sz="4320"/>
            </a:lvl4pPr>
            <a:lvl5pPr marL="4937760" indent="0" algn="ctr">
              <a:buNone/>
              <a:defRPr sz="4320"/>
            </a:lvl5pPr>
            <a:lvl6pPr marL="6172200" indent="0" algn="ctr">
              <a:buNone/>
              <a:defRPr sz="4320"/>
            </a:lvl6pPr>
            <a:lvl7pPr marL="7406640" indent="0" algn="ctr">
              <a:buNone/>
              <a:defRPr sz="4320"/>
            </a:lvl7pPr>
            <a:lvl8pPr marL="8641080" indent="0" algn="ctr">
              <a:buNone/>
              <a:defRPr sz="4320"/>
            </a:lvl8pPr>
            <a:lvl9pPr marL="9875520" indent="0" algn="ctr">
              <a:buNone/>
              <a:defRPr sz="4320"/>
            </a:lvl9pPr>
          </a:lstStyle>
          <a:p>
            <a:r>
              <a:rPr lang="en-US"/>
              <a:t>Click to edit Master subtitle style</a:t>
            </a:r>
          </a:p>
        </p:txBody>
      </p:sp>
      <p:sp>
        <p:nvSpPr>
          <p:cNvPr id="4" name="Date Placeholder 3">
            <a:extLst>
              <a:ext uri="{FF2B5EF4-FFF2-40B4-BE49-F238E27FC236}">
                <a16:creationId xmlns:a16="http://schemas.microsoft.com/office/drawing/2014/main" id="{264EBFAD-F20B-3472-A08B-EB8099FE69C6}"/>
              </a:ext>
            </a:extLst>
          </p:cNvPr>
          <p:cNvSpPr>
            <a:spLocks noGrp="1"/>
          </p:cNvSpPr>
          <p:nvPr>
            <p:ph type="dt" sz="half" idx="10"/>
          </p:nvPr>
        </p:nvSpPr>
        <p:spPr/>
        <p:txBody>
          <a:bodyPr/>
          <a:lstStyle>
            <a:lvl1pPr>
              <a:defRPr/>
            </a:lvl1pPr>
          </a:lstStyle>
          <a:p>
            <a:pPr>
              <a:defRPr/>
            </a:pPr>
            <a:fld id="{0706460C-D41D-49B5-A17A-E3798A66B907}" type="datetimeFigureOut">
              <a:rPr lang="en-US"/>
              <a:pPr>
                <a:defRPr/>
              </a:pPr>
              <a:t>1/31/2026</a:t>
            </a:fld>
            <a:endParaRPr lang="en-US" dirty="0"/>
          </a:p>
        </p:txBody>
      </p:sp>
      <p:sp>
        <p:nvSpPr>
          <p:cNvPr id="5" name="Footer Placeholder 4">
            <a:extLst>
              <a:ext uri="{FF2B5EF4-FFF2-40B4-BE49-F238E27FC236}">
                <a16:creationId xmlns:a16="http://schemas.microsoft.com/office/drawing/2014/main" id="{E180BB94-50ED-B2B3-E5B2-5DFB1CA2FBB3}"/>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FD9BA1CE-9D5C-C9C5-834D-23BE471792B6}"/>
              </a:ext>
            </a:extLst>
          </p:cNvPr>
          <p:cNvSpPr>
            <a:spLocks noGrp="1"/>
          </p:cNvSpPr>
          <p:nvPr>
            <p:ph type="sldNum" sz="quarter" idx="12"/>
          </p:nvPr>
        </p:nvSpPr>
        <p:spPr/>
        <p:txBody>
          <a:bodyPr/>
          <a:lstStyle>
            <a:lvl1pPr>
              <a:defRPr/>
            </a:lvl1pPr>
          </a:lstStyle>
          <a:p>
            <a:fld id="{D4544250-1765-47AF-ACB8-5FFFB39A9E2C}" type="slidenum">
              <a:rPr lang="en-US" altLang="en-US"/>
              <a:pPr/>
              <a:t>‹#›</a:t>
            </a:fld>
            <a:endParaRPr lang="en-US" altLang="en-US"/>
          </a:p>
        </p:txBody>
      </p:sp>
    </p:spTree>
    <p:extLst>
      <p:ext uri="{BB962C8B-B14F-4D97-AF65-F5344CB8AC3E}">
        <p14:creationId xmlns:p14="http://schemas.microsoft.com/office/powerpoint/2010/main" val="41478726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025424A-FB01-2C44-BF03-170CFCC4F90C}"/>
              </a:ext>
            </a:extLst>
          </p:cNvPr>
          <p:cNvSpPr>
            <a:spLocks noGrp="1"/>
          </p:cNvSpPr>
          <p:nvPr>
            <p:ph type="dt" sz="half" idx="10"/>
          </p:nvPr>
        </p:nvSpPr>
        <p:spPr/>
        <p:txBody>
          <a:bodyPr/>
          <a:lstStyle>
            <a:lvl1pPr>
              <a:defRPr/>
            </a:lvl1pPr>
          </a:lstStyle>
          <a:p>
            <a:pPr>
              <a:defRPr/>
            </a:pPr>
            <a:fld id="{420A050D-4563-4638-A6C7-26506F1D5A24}" type="datetimeFigureOut">
              <a:rPr lang="en-US"/>
              <a:pPr>
                <a:defRPr/>
              </a:pPr>
              <a:t>1/31/2026</a:t>
            </a:fld>
            <a:endParaRPr lang="en-US" dirty="0"/>
          </a:p>
        </p:txBody>
      </p:sp>
      <p:sp>
        <p:nvSpPr>
          <p:cNvPr id="5" name="Footer Placeholder 4">
            <a:extLst>
              <a:ext uri="{FF2B5EF4-FFF2-40B4-BE49-F238E27FC236}">
                <a16:creationId xmlns:a16="http://schemas.microsoft.com/office/drawing/2014/main" id="{A9C0F98A-56A3-3CFD-2B07-CA05F9C06EB3}"/>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BAFBE015-25A6-537A-85B5-8372F7628403}"/>
              </a:ext>
            </a:extLst>
          </p:cNvPr>
          <p:cNvSpPr>
            <a:spLocks noGrp="1"/>
          </p:cNvSpPr>
          <p:nvPr>
            <p:ph type="sldNum" sz="quarter" idx="12"/>
          </p:nvPr>
        </p:nvSpPr>
        <p:spPr/>
        <p:txBody>
          <a:bodyPr/>
          <a:lstStyle>
            <a:lvl1pPr>
              <a:defRPr/>
            </a:lvl1pPr>
          </a:lstStyle>
          <a:p>
            <a:fld id="{4B0360D3-64F7-4CDE-AA5E-9DEAEA271ADA}" type="slidenum">
              <a:rPr lang="en-US" altLang="en-US"/>
              <a:pPr/>
              <a:t>‹#›</a:t>
            </a:fld>
            <a:endParaRPr lang="en-US" altLang="en-US"/>
          </a:p>
        </p:txBody>
      </p:sp>
    </p:spTree>
    <p:extLst>
      <p:ext uri="{BB962C8B-B14F-4D97-AF65-F5344CB8AC3E}">
        <p14:creationId xmlns:p14="http://schemas.microsoft.com/office/powerpoint/2010/main" val="12352516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245995" y="10942326"/>
            <a:ext cx="28392120" cy="18257517"/>
          </a:xfrm>
        </p:spPr>
        <p:txBody>
          <a:bodyPr anchor="b"/>
          <a:lstStyle>
            <a:lvl1pPr>
              <a:defRPr sz="16200"/>
            </a:lvl1pPr>
          </a:lstStyle>
          <a:p>
            <a:r>
              <a:rPr lang="en-US"/>
              <a:t>Click to edit Master title style</a:t>
            </a:r>
          </a:p>
        </p:txBody>
      </p:sp>
      <p:sp>
        <p:nvSpPr>
          <p:cNvPr id="3" name="Text Placeholder 2"/>
          <p:cNvSpPr>
            <a:spLocks noGrp="1"/>
          </p:cNvSpPr>
          <p:nvPr>
            <p:ph type="body" idx="1"/>
          </p:nvPr>
        </p:nvSpPr>
        <p:spPr>
          <a:xfrm>
            <a:off x="2245995" y="29372566"/>
            <a:ext cx="28392120" cy="9601197"/>
          </a:xfrm>
        </p:spPr>
        <p:txBody>
          <a:bodyPr/>
          <a:lstStyle>
            <a:lvl1pPr marL="0" indent="0">
              <a:buNone/>
              <a:defRPr sz="6480">
                <a:solidFill>
                  <a:schemeClr val="tx1">
                    <a:tint val="75000"/>
                  </a:schemeClr>
                </a:solidFill>
              </a:defRPr>
            </a:lvl1pPr>
            <a:lvl2pPr marL="1234440" indent="0">
              <a:buNone/>
              <a:defRPr sz="5400">
                <a:solidFill>
                  <a:schemeClr val="tx1">
                    <a:tint val="75000"/>
                  </a:schemeClr>
                </a:solidFill>
              </a:defRPr>
            </a:lvl2pPr>
            <a:lvl3pPr marL="2468880" indent="0">
              <a:buNone/>
              <a:defRPr sz="4860">
                <a:solidFill>
                  <a:schemeClr val="tx1">
                    <a:tint val="75000"/>
                  </a:schemeClr>
                </a:solidFill>
              </a:defRPr>
            </a:lvl3pPr>
            <a:lvl4pPr marL="3703320" indent="0">
              <a:buNone/>
              <a:defRPr sz="4320">
                <a:solidFill>
                  <a:schemeClr val="tx1">
                    <a:tint val="75000"/>
                  </a:schemeClr>
                </a:solidFill>
              </a:defRPr>
            </a:lvl4pPr>
            <a:lvl5pPr marL="4937760" indent="0">
              <a:buNone/>
              <a:defRPr sz="4320">
                <a:solidFill>
                  <a:schemeClr val="tx1">
                    <a:tint val="75000"/>
                  </a:schemeClr>
                </a:solidFill>
              </a:defRPr>
            </a:lvl5pPr>
            <a:lvl6pPr marL="6172200" indent="0">
              <a:buNone/>
              <a:defRPr sz="4320">
                <a:solidFill>
                  <a:schemeClr val="tx1">
                    <a:tint val="75000"/>
                  </a:schemeClr>
                </a:solidFill>
              </a:defRPr>
            </a:lvl6pPr>
            <a:lvl7pPr marL="7406640" indent="0">
              <a:buNone/>
              <a:defRPr sz="4320">
                <a:solidFill>
                  <a:schemeClr val="tx1">
                    <a:tint val="75000"/>
                  </a:schemeClr>
                </a:solidFill>
              </a:defRPr>
            </a:lvl7pPr>
            <a:lvl8pPr marL="8641080" indent="0">
              <a:buNone/>
              <a:defRPr sz="4320">
                <a:solidFill>
                  <a:schemeClr val="tx1">
                    <a:tint val="75000"/>
                  </a:schemeClr>
                </a:solidFill>
              </a:defRPr>
            </a:lvl8pPr>
            <a:lvl9pPr marL="9875520" indent="0">
              <a:buNone/>
              <a:defRPr sz="432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ED5BADA8-3A27-8247-39FB-0225E1D6AE82}"/>
              </a:ext>
            </a:extLst>
          </p:cNvPr>
          <p:cNvSpPr>
            <a:spLocks noGrp="1"/>
          </p:cNvSpPr>
          <p:nvPr>
            <p:ph type="dt" sz="half" idx="10"/>
          </p:nvPr>
        </p:nvSpPr>
        <p:spPr/>
        <p:txBody>
          <a:bodyPr/>
          <a:lstStyle>
            <a:lvl1pPr>
              <a:defRPr/>
            </a:lvl1pPr>
          </a:lstStyle>
          <a:p>
            <a:pPr>
              <a:defRPr/>
            </a:pPr>
            <a:fld id="{93367187-2C59-4C2F-ACBB-4602DF76257C}" type="datetimeFigureOut">
              <a:rPr lang="en-US"/>
              <a:pPr>
                <a:defRPr/>
              </a:pPr>
              <a:t>1/31/2026</a:t>
            </a:fld>
            <a:endParaRPr lang="en-US" dirty="0"/>
          </a:p>
        </p:txBody>
      </p:sp>
      <p:sp>
        <p:nvSpPr>
          <p:cNvPr id="5" name="Footer Placeholder 4">
            <a:extLst>
              <a:ext uri="{FF2B5EF4-FFF2-40B4-BE49-F238E27FC236}">
                <a16:creationId xmlns:a16="http://schemas.microsoft.com/office/drawing/2014/main" id="{948A6616-EFA1-62E0-D57A-4463123C83FD}"/>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226D3B07-1BF7-0C7A-D6DF-D1F8518E55BF}"/>
              </a:ext>
            </a:extLst>
          </p:cNvPr>
          <p:cNvSpPr>
            <a:spLocks noGrp="1"/>
          </p:cNvSpPr>
          <p:nvPr>
            <p:ph type="sldNum" sz="quarter" idx="12"/>
          </p:nvPr>
        </p:nvSpPr>
        <p:spPr/>
        <p:txBody>
          <a:bodyPr/>
          <a:lstStyle>
            <a:lvl1pPr>
              <a:defRPr/>
            </a:lvl1pPr>
          </a:lstStyle>
          <a:p>
            <a:fld id="{329028F0-3223-4A92-BA7E-A7C20EB840CE}" type="slidenum">
              <a:rPr lang="en-US" altLang="en-US"/>
              <a:pPr/>
              <a:t>‹#›</a:t>
            </a:fld>
            <a:endParaRPr lang="en-US" altLang="en-US"/>
          </a:p>
        </p:txBody>
      </p:sp>
    </p:spTree>
    <p:extLst>
      <p:ext uri="{BB962C8B-B14F-4D97-AF65-F5344CB8AC3E}">
        <p14:creationId xmlns:p14="http://schemas.microsoft.com/office/powerpoint/2010/main" val="1868590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263140" y="11684000"/>
            <a:ext cx="13990320" cy="2784856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6664940" y="11684000"/>
            <a:ext cx="13990320" cy="2784856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C812D43F-48EB-47D7-0D82-42C962DB2C99}"/>
              </a:ext>
            </a:extLst>
          </p:cNvPr>
          <p:cNvSpPr>
            <a:spLocks noGrp="1"/>
          </p:cNvSpPr>
          <p:nvPr>
            <p:ph type="dt" sz="half" idx="10"/>
          </p:nvPr>
        </p:nvSpPr>
        <p:spPr/>
        <p:txBody>
          <a:bodyPr/>
          <a:lstStyle>
            <a:lvl1pPr>
              <a:defRPr/>
            </a:lvl1pPr>
          </a:lstStyle>
          <a:p>
            <a:pPr>
              <a:defRPr/>
            </a:pPr>
            <a:fld id="{63ED7B6A-0B3A-491A-8BB8-FA9712155003}" type="datetimeFigureOut">
              <a:rPr lang="en-US"/>
              <a:pPr>
                <a:defRPr/>
              </a:pPr>
              <a:t>1/31/2026</a:t>
            </a:fld>
            <a:endParaRPr lang="en-US" dirty="0"/>
          </a:p>
        </p:txBody>
      </p:sp>
      <p:sp>
        <p:nvSpPr>
          <p:cNvPr id="6" name="Footer Placeholder 4">
            <a:extLst>
              <a:ext uri="{FF2B5EF4-FFF2-40B4-BE49-F238E27FC236}">
                <a16:creationId xmlns:a16="http://schemas.microsoft.com/office/drawing/2014/main" id="{02CBB60C-C180-D76D-FBA9-FA3DA4F6C613}"/>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F2FD8108-1409-1E53-6C0F-FAF468B100C1}"/>
              </a:ext>
            </a:extLst>
          </p:cNvPr>
          <p:cNvSpPr>
            <a:spLocks noGrp="1"/>
          </p:cNvSpPr>
          <p:nvPr>
            <p:ph type="sldNum" sz="quarter" idx="12"/>
          </p:nvPr>
        </p:nvSpPr>
        <p:spPr/>
        <p:txBody>
          <a:bodyPr/>
          <a:lstStyle>
            <a:lvl1pPr>
              <a:defRPr/>
            </a:lvl1pPr>
          </a:lstStyle>
          <a:p>
            <a:fld id="{4FF828A4-E9AB-474E-BDE7-6261B9BB6680}" type="slidenum">
              <a:rPr lang="en-US" altLang="en-US"/>
              <a:pPr/>
              <a:t>‹#›</a:t>
            </a:fld>
            <a:endParaRPr lang="en-US" altLang="en-US"/>
          </a:p>
        </p:txBody>
      </p:sp>
    </p:spTree>
    <p:extLst>
      <p:ext uri="{BB962C8B-B14F-4D97-AF65-F5344CB8AC3E}">
        <p14:creationId xmlns:p14="http://schemas.microsoft.com/office/powerpoint/2010/main" val="30035462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267428" y="2336803"/>
            <a:ext cx="28392120" cy="8483603"/>
          </a:xfrm>
        </p:spPr>
        <p:txBody>
          <a:bodyPr/>
          <a:lstStyle/>
          <a:p>
            <a:r>
              <a:rPr lang="en-US"/>
              <a:t>Click to edit Master title style</a:t>
            </a:r>
          </a:p>
        </p:txBody>
      </p:sp>
      <p:sp>
        <p:nvSpPr>
          <p:cNvPr id="3" name="Text Placeholder 2"/>
          <p:cNvSpPr>
            <a:spLocks noGrp="1"/>
          </p:cNvSpPr>
          <p:nvPr>
            <p:ph type="body" idx="1"/>
          </p:nvPr>
        </p:nvSpPr>
        <p:spPr>
          <a:xfrm>
            <a:off x="2267429" y="10759443"/>
            <a:ext cx="13926025" cy="5273037"/>
          </a:xfrm>
        </p:spPr>
        <p:txBody>
          <a:bodyPr anchor="b"/>
          <a:lstStyle>
            <a:lvl1pPr marL="0" indent="0">
              <a:buNone/>
              <a:defRPr sz="6480" b="1"/>
            </a:lvl1pPr>
            <a:lvl2pPr marL="1234440" indent="0">
              <a:buNone/>
              <a:defRPr sz="5400" b="1"/>
            </a:lvl2pPr>
            <a:lvl3pPr marL="2468880" indent="0">
              <a:buNone/>
              <a:defRPr sz="4860" b="1"/>
            </a:lvl3pPr>
            <a:lvl4pPr marL="3703320" indent="0">
              <a:buNone/>
              <a:defRPr sz="4320" b="1"/>
            </a:lvl4pPr>
            <a:lvl5pPr marL="4937760" indent="0">
              <a:buNone/>
              <a:defRPr sz="4320" b="1"/>
            </a:lvl5pPr>
            <a:lvl6pPr marL="6172200" indent="0">
              <a:buNone/>
              <a:defRPr sz="4320" b="1"/>
            </a:lvl6pPr>
            <a:lvl7pPr marL="7406640" indent="0">
              <a:buNone/>
              <a:defRPr sz="4320" b="1"/>
            </a:lvl7pPr>
            <a:lvl8pPr marL="8641080" indent="0">
              <a:buNone/>
              <a:defRPr sz="4320" b="1"/>
            </a:lvl8pPr>
            <a:lvl9pPr marL="9875520" indent="0">
              <a:buNone/>
              <a:defRPr sz="4320" b="1"/>
            </a:lvl9pPr>
          </a:lstStyle>
          <a:p>
            <a:pPr lvl="0"/>
            <a:r>
              <a:rPr lang="en-US"/>
              <a:t>Edit Master text styles</a:t>
            </a:r>
          </a:p>
        </p:txBody>
      </p:sp>
      <p:sp>
        <p:nvSpPr>
          <p:cNvPr id="4" name="Content Placeholder 3"/>
          <p:cNvSpPr>
            <a:spLocks noGrp="1"/>
          </p:cNvSpPr>
          <p:nvPr>
            <p:ph sz="half" idx="2"/>
          </p:nvPr>
        </p:nvSpPr>
        <p:spPr>
          <a:xfrm>
            <a:off x="2267429" y="16032480"/>
            <a:ext cx="13926025" cy="2358136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6664940" y="10759443"/>
            <a:ext cx="13994608" cy="5273037"/>
          </a:xfrm>
        </p:spPr>
        <p:txBody>
          <a:bodyPr anchor="b"/>
          <a:lstStyle>
            <a:lvl1pPr marL="0" indent="0">
              <a:buNone/>
              <a:defRPr sz="6480" b="1"/>
            </a:lvl1pPr>
            <a:lvl2pPr marL="1234440" indent="0">
              <a:buNone/>
              <a:defRPr sz="5400" b="1"/>
            </a:lvl2pPr>
            <a:lvl3pPr marL="2468880" indent="0">
              <a:buNone/>
              <a:defRPr sz="4860" b="1"/>
            </a:lvl3pPr>
            <a:lvl4pPr marL="3703320" indent="0">
              <a:buNone/>
              <a:defRPr sz="4320" b="1"/>
            </a:lvl4pPr>
            <a:lvl5pPr marL="4937760" indent="0">
              <a:buNone/>
              <a:defRPr sz="4320" b="1"/>
            </a:lvl5pPr>
            <a:lvl6pPr marL="6172200" indent="0">
              <a:buNone/>
              <a:defRPr sz="4320" b="1"/>
            </a:lvl6pPr>
            <a:lvl7pPr marL="7406640" indent="0">
              <a:buNone/>
              <a:defRPr sz="4320" b="1"/>
            </a:lvl7pPr>
            <a:lvl8pPr marL="8641080" indent="0">
              <a:buNone/>
              <a:defRPr sz="4320" b="1"/>
            </a:lvl8pPr>
            <a:lvl9pPr marL="9875520" indent="0">
              <a:buNone/>
              <a:defRPr sz="4320" b="1"/>
            </a:lvl9pPr>
          </a:lstStyle>
          <a:p>
            <a:pPr lvl="0"/>
            <a:r>
              <a:rPr lang="en-US"/>
              <a:t>Edit Master text styles</a:t>
            </a:r>
          </a:p>
        </p:txBody>
      </p:sp>
      <p:sp>
        <p:nvSpPr>
          <p:cNvPr id="6" name="Content Placeholder 5"/>
          <p:cNvSpPr>
            <a:spLocks noGrp="1"/>
          </p:cNvSpPr>
          <p:nvPr>
            <p:ph sz="quarter" idx="4"/>
          </p:nvPr>
        </p:nvSpPr>
        <p:spPr>
          <a:xfrm>
            <a:off x="16664940" y="16032480"/>
            <a:ext cx="13994608" cy="2358136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4B12746E-1123-84AB-DD87-F6379B207299}"/>
              </a:ext>
            </a:extLst>
          </p:cNvPr>
          <p:cNvSpPr>
            <a:spLocks noGrp="1"/>
          </p:cNvSpPr>
          <p:nvPr>
            <p:ph type="dt" sz="half" idx="10"/>
          </p:nvPr>
        </p:nvSpPr>
        <p:spPr/>
        <p:txBody>
          <a:bodyPr/>
          <a:lstStyle>
            <a:lvl1pPr>
              <a:defRPr/>
            </a:lvl1pPr>
          </a:lstStyle>
          <a:p>
            <a:pPr>
              <a:defRPr/>
            </a:pPr>
            <a:fld id="{9DC1493B-8F46-481D-94A4-D973CEC2EC13}" type="datetimeFigureOut">
              <a:rPr lang="en-US"/>
              <a:pPr>
                <a:defRPr/>
              </a:pPr>
              <a:t>1/31/2026</a:t>
            </a:fld>
            <a:endParaRPr lang="en-US" dirty="0"/>
          </a:p>
        </p:txBody>
      </p:sp>
      <p:sp>
        <p:nvSpPr>
          <p:cNvPr id="8" name="Footer Placeholder 4">
            <a:extLst>
              <a:ext uri="{FF2B5EF4-FFF2-40B4-BE49-F238E27FC236}">
                <a16:creationId xmlns:a16="http://schemas.microsoft.com/office/drawing/2014/main" id="{0D743EA5-EB21-A892-463E-A763263AAFC1}"/>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19CC0E40-9E6D-BE7A-E36B-DDCAD614DE22}"/>
              </a:ext>
            </a:extLst>
          </p:cNvPr>
          <p:cNvSpPr>
            <a:spLocks noGrp="1"/>
          </p:cNvSpPr>
          <p:nvPr>
            <p:ph type="sldNum" sz="quarter" idx="12"/>
          </p:nvPr>
        </p:nvSpPr>
        <p:spPr/>
        <p:txBody>
          <a:bodyPr/>
          <a:lstStyle>
            <a:lvl1pPr>
              <a:defRPr/>
            </a:lvl1pPr>
          </a:lstStyle>
          <a:p>
            <a:fld id="{A8A969FF-9366-4726-AE9A-9229CE5E619C}" type="slidenum">
              <a:rPr lang="en-US" altLang="en-US"/>
              <a:pPr/>
              <a:t>‹#›</a:t>
            </a:fld>
            <a:endParaRPr lang="en-US" altLang="en-US"/>
          </a:p>
        </p:txBody>
      </p:sp>
    </p:spTree>
    <p:extLst>
      <p:ext uri="{BB962C8B-B14F-4D97-AF65-F5344CB8AC3E}">
        <p14:creationId xmlns:p14="http://schemas.microsoft.com/office/powerpoint/2010/main" val="2980942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EB1C7B5D-8E39-8C60-462F-514C3C4C6B19}"/>
              </a:ext>
            </a:extLst>
          </p:cNvPr>
          <p:cNvSpPr>
            <a:spLocks noGrp="1"/>
          </p:cNvSpPr>
          <p:nvPr>
            <p:ph type="dt" sz="half" idx="10"/>
          </p:nvPr>
        </p:nvSpPr>
        <p:spPr/>
        <p:txBody>
          <a:bodyPr/>
          <a:lstStyle>
            <a:lvl1pPr>
              <a:defRPr/>
            </a:lvl1pPr>
          </a:lstStyle>
          <a:p>
            <a:pPr>
              <a:defRPr/>
            </a:pPr>
            <a:fld id="{0A7F63BE-408B-4645-B2B3-6488730EFDF9}" type="datetimeFigureOut">
              <a:rPr lang="en-US"/>
              <a:pPr>
                <a:defRPr/>
              </a:pPr>
              <a:t>1/31/2026</a:t>
            </a:fld>
            <a:endParaRPr lang="en-US" dirty="0"/>
          </a:p>
        </p:txBody>
      </p:sp>
      <p:sp>
        <p:nvSpPr>
          <p:cNvPr id="4" name="Footer Placeholder 4">
            <a:extLst>
              <a:ext uri="{FF2B5EF4-FFF2-40B4-BE49-F238E27FC236}">
                <a16:creationId xmlns:a16="http://schemas.microsoft.com/office/drawing/2014/main" id="{A92EC1D3-2452-2BAB-CB84-1C862812E342}"/>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169F9156-4B76-967B-701C-E7F9853E4D66}"/>
              </a:ext>
            </a:extLst>
          </p:cNvPr>
          <p:cNvSpPr>
            <a:spLocks noGrp="1"/>
          </p:cNvSpPr>
          <p:nvPr>
            <p:ph type="sldNum" sz="quarter" idx="12"/>
          </p:nvPr>
        </p:nvSpPr>
        <p:spPr/>
        <p:txBody>
          <a:bodyPr/>
          <a:lstStyle>
            <a:lvl1pPr>
              <a:defRPr/>
            </a:lvl1pPr>
          </a:lstStyle>
          <a:p>
            <a:fld id="{D746D856-21F5-4031-82B9-2FA6A3A6A14B}" type="slidenum">
              <a:rPr lang="en-US" altLang="en-US"/>
              <a:pPr/>
              <a:t>‹#›</a:t>
            </a:fld>
            <a:endParaRPr lang="en-US" altLang="en-US"/>
          </a:p>
        </p:txBody>
      </p:sp>
    </p:spTree>
    <p:extLst>
      <p:ext uri="{BB962C8B-B14F-4D97-AF65-F5344CB8AC3E}">
        <p14:creationId xmlns:p14="http://schemas.microsoft.com/office/powerpoint/2010/main" val="8648915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BEC9421A-9EB3-97B4-30D0-E7A3E5F262C6}"/>
              </a:ext>
            </a:extLst>
          </p:cNvPr>
          <p:cNvSpPr>
            <a:spLocks noGrp="1"/>
          </p:cNvSpPr>
          <p:nvPr>
            <p:ph type="dt" sz="half" idx="10"/>
          </p:nvPr>
        </p:nvSpPr>
        <p:spPr/>
        <p:txBody>
          <a:bodyPr/>
          <a:lstStyle>
            <a:lvl1pPr>
              <a:defRPr/>
            </a:lvl1pPr>
          </a:lstStyle>
          <a:p>
            <a:pPr>
              <a:defRPr/>
            </a:pPr>
            <a:fld id="{8B0E8878-44E1-4132-945D-90515B3F27C6}" type="datetimeFigureOut">
              <a:rPr lang="en-US"/>
              <a:pPr>
                <a:defRPr/>
              </a:pPr>
              <a:t>1/31/2026</a:t>
            </a:fld>
            <a:endParaRPr lang="en-US" dirty="0"/>
          </a:p>
        </p:txBody>
      </p:sp>
      <p:sp>
        <p:nvSpPr>
          <p:cNvPr id="3" name="Footer Placeholder 4">
            <a:extLst>
              <a:ext uri="{FF2B5EF4-FFF2-40B4-BE49-F238E27FC236}">
                <a16:creationId xmlns:a16="http://schemas.microsoft.com/office/drawing/2014/main" id="{1CAFF344-1779-B195-E44A-243820EAB3D2}"/>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6ACAA304-3C89-BBEC-B65C-19CFA858B6AD}"/>
              </a:ext>
            </a:extLst>
          </p:cNvPr>
          <p:cNvSpPr>
            <a:spLocks noGrp="1"/>
          </p:cNvSpPr>
          <p:nvPr>
            <p:ph type="sldNum" sz="quarter" idx="12"/>
          </p:nvPr>
        </p:nvSpPr>
        <p:spPr/>
        <p:txBody>
          <a:bodyPr/>
          <a:lstStyle>
            <a:lvl1pPr>
              <a:defRPr/>
            </a:lvl1pPr>
          </a:lstStyle>
          <a:p>
            <a:fld id="{2DE8FCB1-D66C-461E-9C15-03646387453B}" type="slidenum">
              <a:rPr lang="en-US" altLang="en-US"/>
              <a:pPr/>
              <a:t>‹#›</a:t>
            </a:fld>
            <a:endParaRPr lang="en-US" altLang="en-US"/>
          </a:p>
        </p:txBody>
      </p:sp>
    </p:spTree>
    <p:extLst>
      <p:ext uri="{BB962C8B-B14F-4D97-AF65-F5344CB8AC3E}">
        <p14:creationId xmlns:p14="http://schemas.microsoft.com/office/powerpoint/2010/main" val="13531702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67429" y="2926080"/>
            <a:ext cx="10617040" cy="10241280"/>
          </a:xfrm>
        </p:spPr>
        <p:txBody>
          <a:bodyPr anchor="b"/>
          <a:lstStyle>
            <a:lvl1pPr>
              <a:defRPr sz="8640"/>
            </a:lvl1pPr>
          </a:lstStyle>
          <a:p>
            <a:r>
              <a:rPr lang="en-US"/>
              <a:t>Click to edit Master title style</a:t>
            </a:r>
          </a:p>
        </p:txBody>
      </p:sp>
      <p:sp>
        <p:nvSpPr>
          <p:cNvPr id="3" name="Content Placeholder 2"/>
          <p:cNvSpPr>
            <a:spLocks noGrp="1"/>
          </p:cNvSpPr>
          <p:nvPr>
            <p:ph idx="1"/>
          </p:nvPr>
        </p:nvSpPr>
        <p:spPr>
          <a:xfrm>
            <a:off x="13994608" y="6319523"/>
            <a:ext cx="16664940" cy="31191200"/>
          </a:xfrm>
        </p:spPr>
        <p:txBody>
          <a:bodyPr/>
          <a:lstStyle>
            <a:lvl1pPr>
              <a:defRPr sz="8640"/>
            </a:lvl1pPr>
            <a:lvl2pPr>
              <a:defRPr sz="7560"/>
            </a:lvl2pPr>
            <a:lvl3pPr>
              <a:defRPr sz="6480"/>
            </a:lvl3pPr>
            <a:lvl4pPr>
              <a:defRPr sz="5400"/>
            </a:lvl4pPr>
            <a:lvl5pPr>
              <a:defRPr sz="5400"/>
            </a:lvl5pPr>
            <a:lvl6pPr>
              <a:defRPr sz="5400"/>
            </a:lvl6pPr>
            <a:lvl7pPr>
              <a:defRPr sz="5400"/>
            </a:lvl7pPr>
            <a:lvl8pPr>
              <a:defRPr sz="5400"/>
            </a:lvl8pPr>
            <a:lvl9pPr>
              <a:defRPr sz="5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267429" y="13167360"/>
            <a:ext cx="10617040" cy="24394163"/>
          </a:xfrm>
        </p:spPr>
        <p:txBody>
          <a:bodyPr/>
          <a:lstStyle>
            <a:lvl1pPr marL="0" indent="0">
              <a:buNone/>
              <a:defRPr sz="4320"/>
            </a:lvl1pPr>
            <a:lvl2pPr marL="1234440" indent="0">
              <a:buNone/>
              <a:defRPr sz="3780"/>
            </a:lvl2pPr>
            <a:lvl3pPr marL="2468880" indent="0">
              <a:buNone/>
              <a:defRPr sz="3240"/>
            </a:lvl3pPr>
            <a:lvl4pPr marL="3703320" indent="0">
              <a:buNone/>
              <a:defRPr sz="2700"/>
            </a:lvl4pPr>
            <a:lvl5pPr marL="4937760" indent="0">
              <a:buNone/>
              <a:defRPr sz="2700"/>
            </a:lvl5pPr>
            <a:lvl6pPr marL="6172200" indent="0">
              <a:buNone/>
              <a:defRPr sz="2700"/>
            </a:lvl6pPr>
            <a:lvl7pPr marL="7406640" indent="0">
              <a:buNone/>
              <a:defRPr sz="2700"/>
            </a:lvl7pPr>
            <a:lvl8pPr marL="8641080" indent="0">
              <a:buNone/>
              <a:defRPr sz="2700"/>
            </a:lvl8pPr>
            <a:lvl9pPr marL="9875520" indent="0">
              <a:buNone/>
              <a:defRPr sz="2700"/>
            </a:lvl9pPr>
          </a:lstStyle>
          <a:p>
            <a:pPr lvl="0"/>
            <a:r>
              <a:rPr lang="en-US"/>
              <a:t>Edit Master text styles</a:t>
            </a:r>
          </a:p>
        </p:txBody>
      </p:sp>
      <p:sp>
        <p:nvSpPr>
          <p:cNvPr id="5" name="Date Placeholder 3">
            <a:extLst>
              <a:ext uri="{FF2B5EF4-FFF2-40B4-BE49-F238E27FC236}">
                <a16:creationId xmlns:a16="http://schemas.microsoft.com/office/drawing/2014/main" id="{E7731483-495C-8FA2-1A62-BF195EFCE040}"/>
              </a:ext>
            </a:extLst>
          </p:cNvPr>
          <p:cNvSpPr>
            <a:spLocks noGrp="1"/>
          </p:cNvSpPr>
          <p:nvPr>
            <p:ph type="dt" sz="half" idx="10"/>
          </p:nvPr>
        </p:nvSpPr>
        <p:spPr/>
        <p:txBody>
          <a:bodyPr/>
          <a:lstStyle>
            <a:lvl1pPr>
              <a:defRPr/>
            </a:lvl1pPr>
          </a:lstStyle>
          <a:p>
            <a:pPr>
              <a:defRPr/>
            </a:pPr>
            <a:fld id="{6F97223A-C00C-45CE-9A82-F00F316E8D0A}" type="datetimeFigureOut">
              <a:rPr lang="en-US"/>
              <a:pPr>
                <a:defRPr/>
              </a:pPr>
              <a:t>1/31/2026</a:t>
            </a:fld>
            <a:endParaRPr lang="en-US" dirty="0"/>
          </a:p>
        </p:txBody>
      </p:sp>
      <p:sp>
        <p:nvSpPr>
          <p:cNvPr id="6" name="Footer Placeholder 4">
            <a:extLst>
              <a:ext uri="{FF2B5EF4-FFF2-40B4-BE49-F238E27FC236}">
                <a16:creationId xmlns:a16="http://schemas.microsoft.com/office/drawing/2014/main" id="{A8C42822-DEE7-A69A-9A2C-52D19598D4E5}"/>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444C5B46-4D82-8940-3198-1BB225B85983}"/>
              </a:ext>
            </a:extLst>
          </p:cNvPr>
          <p:cNvSpPr>
            <a:spLocks noGrp="1"/>
          </p:cNvSpPr>
          <p:nvPr>
            <p:ph type="sldNum" sz="quarter" idx="12"/>
          </p:nvPr>
        </p:nvSpPr>
        <p:spPr/>
        <p:txBody>
          <a:bodyPr/>
          <a:lstStyle>
            <a:lvl1pPr>
              <a:defRPr/>
            </a:lvl1pPr>
          </a:lstStyle>
          <a:p>
            <a:fld id="{38F2B59B-28C5-4FDB-B68D-8F96F0110F0C}" type="slidenum">
              <a:rPr lang="en-US" altLang="en-US"/>
              <a:pPr/>
              <a:t>‹#›</a:t>
            </a:fld>
            <a:endParaRPr lang="en-US" altLang="en-US"/>
          </a:p>
        </p:txBody>
      </p:sp>
    </p:spTree>
    <p:extLst>
      <p:ext uri="{BB962C8B-B14F-4D97-AF65-F5344CB8AC3E}">
        <p14:creationId xmlns:p14="http://schemas.microsoft.com/office/powerpoint/2010/main" val="29605037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67429" y="2926080"/>
            <a:ext cx="10617040" cy="10241280"/>
          </a:xfrm>
        </p:spPr>
        <p:txBody>
          <a:bodyPr anchor="b"/>
          <a:lstStyle>
            <a:lvl1pPr>
              <a:defRPr sz="8640"/>
            </a:lvl1pPr>
          </a:lstStyle>
          <a:p>
            <a:r>
              <a:rPr lang="en-US"/>
              <a:t>Click to edit Master title style</a:t>
            </a:r>
          </a:p>
        </p:txBody>
      </p:sp>
      <p:sp>
        <p:nvSpPr>
          <p:cNvPr id="3" name="Picture Placeholder 2"/>
          <p:cNvSpPr>
            <a:spLocks noGrp="1"/>
          </p:cNvSpPr>
          <p:nvPr>
            <p:ph type="pic" idx="1"/>
          </p:nvPr>
        </p:nvSpPr>
        <p:spPr>
          <a:xfrm>
            <a:off x="13994608" y="6319523"/>
            <a:ext cx="16664940" cy="31191200"/>
          </a:xfrm>
        </p:spPr>
        <p:txBody>
          <a:bodyPr rtlCol="0">
            <a:normAutofit/>
          </a:bodyPr>
          <a:lstStyle>
            <a:lvl1pPr marL="0" indent="0">
              <a:buNone/>
              <a:defRPr sz="8640"/>
            </a:lvl1pPr>
            <a:lvl2pPr marL="1234440" indent="0">
              <a:buNone/>
              <a:defRPr sz="7560"/>
            </a:lvl2pPr>
            <a:lvl3pPr marL="2468880" indent="0">
              <a:buNone/>
              <a:defRPr sz="6480"/>
            </a:lvl3pPr>
            <a:lvl4pPr marL="3703320" indent="0">
              <a:buNone/>
              <a:defRPr sz="5400"/>
            </a:lvl4pPr>
            <a:lvl5pPr marL="4937760" indent="0">
              <a:buNone/>
              <a:defRPr sz="5400"/>
            </a:lvl5pPr>
            <a:lvl6pPr marL="6172200" indent="0">
              <a:buNone/>
              <a:defRPr sz="5400"/>
            </a:lvl6pPr>
            <a:lvl7pPr marL="7406640" indent="0">
              <a:buNone/>
              <a:defRPr sz="5400"/>
            </a:lvl7pPr>
            <a:lvl8pPr marL="8641080" indent="0">
              <a:buNone/>
              <a:defRPr sz="5400"/>
            </a:lvl8pPr>
            <a:lvl9pPr marL="9875520" indent="0">
              <a:buNone/>
              <a:defRPr sz="5400"/>
            </a:lvl9pPr>
          </a:lstStyle>
          <a:p>
            <a:pPr lvl="0"/>
            <a:endParaRPr lang="en-US" noProof="0"/>
          </a:p>
        </p:txBody>
      </p:sp>
      <p:sp>
        <p:nvSpPr>
          <p:cNvPr id="4" name="Text Placeholder 3"/>
          <p:cNvSpPr>
            <a:spLocks noGrp="1"/>
          </p:cNvSpPr>
          <p:nvPr>
            <p:ph type="body" sz="half" idx="2"/>
          </p:nvPr>
        </p:nvSpPr>
        <p:spPr>
          <a:xfrm>
            <a:off x="2267429" y="13167360"/>
            <a:ext cx="10617040" cy="24394163"/>
          </a:xfrm>
        </p:spPr>
        <p:txBody>
          <a:bodyPr/>
          <a:lstStyle>
            <a:lvl1pPr marL="0" indent="0">
              <a:buNone/>
              <a:defRPr sz="4320"/>
            </a:lvl1pPr>
            <a:lvl2pPr marL="1234440" indent="0">
              <a:buNone/>
              <a:defRPr sz="3780"/>
            </a:lvl2pPr>
            <a:lvl3pPr marL="2468880" indent="0">
              <a:buNone/>
              <a:defRPr sz="3240"/>
            </a:lvl3pPr>
            <a:lvl4pPr marL="3703320" indent="0">
              <a:buNone/>
              <a:defRPr sz="2700"/>
            </a:lvl4pPr>
            <a:lvl5pPr marL="4937760" indent="0">
              <a:buNone/>
              <a:defRPr sz="2700"/>
            </a:lvl5pPr>
            <a:lvl6pPr marL="6172200" indent="0">
              <a:buNone/>
              <a:defRPr sz="2700"/>
            </a:lvl6pPr>
            <a:lvl7pPr marL="7406640" indent="0">
              <a:buNone/>
              <a:defRPr sz="2700"/>
            </a:lvl7pPr>
            <a:lvl8pPr marL="8641080" indent="0">
              <a:buNone/>
              <a:defRPr sz="2700"/>
            </a:lvl8pPr>
            <a:lvl9pPr marL="9875520" indent="0">
              <a:buNone/>
              <a:defRPr sz="2700"/>
            </a:lvl9pPr>
          </a:lstStyle>
          <a:p>
            <a:pPr lvl="0"/>
            <a:r>
              <a:rPr lang="en-US"/>
              <a:t>Edit Master text styles</a:t>
            </a:r>
          </a:p>
        </p:txBody>
      </p:sp>
      <p:sp>
        <p:nvSpPr>
          <p:cNvPr id="5" name="Date Placeholder 3">
            <a:extLst>
              <a:ext uri="{FF2B5EF4-FFF2-40B4-BE49-F238E27FC236}">
                <a16:creationId xmlns:a16="http://schemas.microsoft.com/office/drawing/2014/main" id="{BC33438C-6CE3-7CCB-14FD-C30B7A56739D}"/>
              </a:ext>
            </a:extLst>
          </p:cNvPr>
          <p:cNvSpPr>
            <a:spLocks noGrp="1"/>
          </p:cNvSpPr>
          <p:nvPr>
            <p:ph type="dt" sz="half" idx="10"/>
          </p:nvPr>
        </p:nvSpPr>
        <p:spPr/>
        <p:txBody>
          <a:bodyPr/>
          <a:lstStyle>
            <a:lvl1pPr>
              <a:defRPr/>
            </a:lvl1pPr>
          </a:lstStyle>
          <a:p>
            <a:pPr>
              <a:defRPr/>
            </a:pPr>
            <a:fld id="{E4B35246-3C3F-412E-BCD1-5B4A617B98B6}" type="datetimeFigureOut">
              <a:rPr lang="en-US"/>
              <a:pPr>
                <a:defRPr/>
              </a:pPr>
              <a:t>1/31/2026</a:t>
            </a:fld>
            <a:endParaRPr lang="en-US" dirty="0"/>
          </a:p>
        </p:txBody>
      </p:sp>
      <p:sp>
        <p:nvSpPr>
          <p:cNvPr id="6" name="Footer Placeholder 4">
            <a:extLst>
              <a:ext uri="{FF2B5EF4-FFF2-40B4-BE49-F238E27FC236}">
                <a16:creationId xmlns:a16="http://schemas.microsoft.com/office/drawing/2014/main" id="{30554F8B-11CD-544F-DC3B-7F1BC0585266}"/>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3BD75961-21A9-3ABE-32FE-BBB5B605C82C}"/>
              </a:ext>
            </a:extLst>
          </p:cNvPr>
          <p:cNvSpPr>
            <a:spLocks noGrp="1"/>
          </p:cNvSpPr>
          <p:nvPr>
            <p:ph type="sldNum" sz="quarter" idx="12"/>
          </p:nvPr>
        </p:nvSpPr>
        <p:spPr/>
        <p:txBody>
          <a:bodyPr/>
          <a:lstStyle>
            <a:lvl1pPr>
              <a:defRPr/>
            </a:lvl1pPr>
          </a:lstStyle>
          <a:p>
            <a:fld id="{A8AA4189-0AF1-49BE-9835-032B85BEE656}" type="slidenum">
              <a:rPr lang="en-US" altLang="en-US"/>
              <a:pPr/>
              <a:t>‹#›</a:t>
            </a:fld>
            <a:endParaRPr lang="en-US" altLang="en-US"/>
          </a:p>
        </p:txBody>
      </p:sp>
    </p:spTree>
    <p:extLst>
      <p:ext uri="{BB962C8B-B14F-4D97-AF65-F5344CB8AC3E}">
        <p14:creationId xmlns:p14="http://schemas.microsoft.com/office/powerpoint/2010/main" val="11660612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117A73-F94A-C297-C7B9-40AA7CC155A8}"/>
              </a:ext>
            </a:extLst>
          </p:cNvPr>
          <p:cNvSpPr>
            <a:spLocks noGrp="1"/>
          </p:cNvSpPr>
          <p:nvPr>
            <p:ph type="dt" sz="half" idx="10"/>
          </p:nvPr>
        </p:nvSpPr>
        <p:spPr/>
        <p:txBody>
          <a:bodyPr/>
          <a:lstStyle>
            <a:lvl1pPr>
              <a:defRPr/>
            </a:lvl1pPr>
          </a:lstStyle>
          <a:p>
            <a:pPr>
              <a:defRPr/>
            </a:pPr>
            <a:fld id="{30389648-0C31-41CE-8285-9B79FBFC14DC}" type="datetimeFigureOut">
              <a:rPr lang="en-US"/>
              <a:pPr>
                <a:defRPr/>
              </a:pPr>
              <a:t>1/31/2026</a:t>
            </a:fld>
            <a:endParaRPr lang="en-US" dirty="0"/>
          </a:p>
        </p:txBody>
      </p:sp>
      <p:sp>
        <p:nvSpPr>
          <p:cNvPr id="5" name="Footer Placeholder 4">
            <a:extLst>
              <a:ext uri="{FF2B5EF4-FFF2-40B4-BE49-F238E27FC236}">
                <a16:creationId xmlns:a16="http://schemas.microsoft.com/office/drawing/2014/main" id="{3596510A-3435-EAB9-9DFF-235493CE966A}"/>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D9D674D2-9E19-36A8-3402-AD387D2DE640}"/>
              </a:ext>
            </a:extLst>
          </p:cNvPr>
          <p:cNvSpPr>
            <a:spLocks noGrp="1"/>
          </p:cNvSpPr>
          <p:nvPr>
            <p:ph type="sldNum" sz="quarter" idx="12"/>
          </p:nvPr>
        </p:nvSpPr>
        <p:spPr/>
        <p:txBody>
          <a:bodyPr/>
          <a:lstStyle>
            <a:lvl1pPr>
              <a:defRPr/>
            </a:lvl1pPr>
          </a:lstStyle>
          <a:p>
            <a:fld id="{8BF9C74F-23F9-4278-B542-A3C6A8F2E314}" type="slidenum">
              <a:rPr lang="en-US" altLang="en-US"/>
              <a:pPr/>
              <a:t>‹#›</a:t>
            </a:fld>
            <a:endParaRPr lang="en-US" altLang="en-US"/>
          </a:p>
        </p:txBody>
      </p:sp>
    </p:spTree>
    <p:extLst>
      <p:ext uri="{BB962C8B-B14F-4D97-AF65-F5344CB8AC3E}">
        <p14:creationId xmlns:p14="http://schemas.microsoft.com/office/powerpoint/2010/main" val="20042512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3557230" y="2336800"/>
            <a:ext cx="7098030" cy="371957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63140" y="2336800"/>
            <a:ext cx="20882610" cy="37195763"/>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98783B9-C541-88AF-F630-9F1BA554443A}"/>
              </a:ext>
            </a:extLst>
          </p:cNvPr>
          <p:cNvSpPr>
            <a:spLocks noGrp="1"/>
          </p:cNvSpPr>
          <p:nvPr>
            <p:ph type="dt" sz="half" idx="10"/>
          </p:nvPr>
        </p:nvSpPr>
        <p:spPr/>
        <p:txBody>
          <a:bodyPr/>
          <a:lstStyle>
            <a:lvl1pPr>
              <a:defRPr/>
            </a:lvl1pPr>
          </a:lstStyle>
          <a:p>
            <a:pPr>
              <a:defRPr/>
            </a:pPr>
            <a:fld id="{14897E14-3EC6-4F2F-A703-AFFA6F981D95}" type="datetimeFigureOut">
              <a:rPr lang="en-US"/>
              <a:pPr>
                <a:defRPr/>
              </a:pPr>
              <a:t>1/31/2026</a:t>
            </a:fld>
            <a:endParaRPr lang="en-US" dirty="0"/>
          </a:p>
        </p:txBody>
      </p:sp>
      <p:sp>
        <p:nvSpPr>
          <p:cNvPr id="5" name="Footer Placeholder 4">
            <a:extLst>
              <a:ext uri="{FF2B5EF4-FFF2-40B4-BE49-F238E27FC236}">
                <a16:creationId xmlns:a16="http://schemas.microsoft.com/office/drawing/2014/main" id="{9AA86759-71E2-360F-D387-9158AD67D94B}"/>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9B257F0B-F7B7-928F-92DC-2C08DCF8AC97}"/>
              </a:ext>
            </a:extLst>
          </p:cNvPr>
          <p:cNvSpPr>
            <a:spLocks noGrp="1"/>
          </p:cNvSpPr>
          <p:nvPr>
            <p:ph type="sldNum" sz="quarter" idx="12"/>
          </p:nvPr>
        </p:nvSpPr>
        <p:spPr/>
        <p:txBody>
          <a:bodyPr/>
          <a:lstStyle>
            <a:lvl1pPr>
              <a:defRPr/>
            </a:lvl1pPr>
          </a:lstStyle>
          <a:p>
            <a:fld id="{EA40F18A-EC43-4EE6-9110-5DA67371BB17}" type="slidenum">
              <a:rPr lang="en-US" altLang="en-US"/>
              <a:pPr/>
              <a:t>‹#›</a:t>
            </a:fld>
            <a:endParaRPr lang="en-US" altLang="en-US"/>
          </a:p>
        </p:txBody>
      </p:sp>
    </p:spTree>
    <p:extLst>
      <p:ext uri="{BB962C8B-B14F-4D97-AF65-F5344CB8AC3E}">
        <p14:creationId xmlns:p14="http://schemas.microsoft.com/office/powerpoint/2010/main" val="5214096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0492931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theme" Target="../theme/theme1.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image" Target="../media/image1.wmf"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hyperlink" Target="http://www.megaprint.com/" TargetMode="Externa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1">
          <a:gsLst>
            <a:gs pos="0">
              <a:srgbClr val="A9CEFD"/>
            </a:gs>
            <a:gs pos="50000">
              <a:srgbClr val="A6C7F5"/>
            </a:gs>
            <a:gs pos="100000">
              <a:srgbClr val="85A4D1"/>
            </a:gs>
          </a:gsLst>
          <a:lin ang="5400000"/>
        </a:gra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4388CF4C-AB45-1370-5961-1F9A83E1C5FC}"/>
              </a:ext>
            </a:extLst>
          </p:cNvPr>
          <p:cNvSpPr>
            <a:spLocks noGrp="1"/>
          </p:cNvSpPr>
          <p:nvPr>
            <p:ph type="title"/>
          </p:nvPr>
        </p:nvSpPr>
        <p:spPr bwMode="auto">
          <a:xfrm>
            <a:off x="2263775" y="2336800"/>
            <a:ext cx="28390850" cy="848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4EBF41A4-92F3-4BF3-4D0F-2134DF7409FE}"/>
              </a:ext>
            </a:extLst>
          </p:cNvPr>
          <p:cNvSpPr>
            <a:spLocks noGrp="1"/>
          </p:cNvSpPr>
          <p:nvPr>
            <p:ph type="body" idx="1"/>
          </p:nvPr>
        </p:nvSpPr>
        <p:spPr bwMode="auto">
          <a:xfrm>
            <a:off x="2263775" y="11684000"/>
            <a:ext cx="28390850" cy="2784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7E659FD1-1F01-4647-9F8A-BE7AA2DE1F94}"/>
              </a:ext>
            </a:extLst>
          </p:cNvPr>
          <p:cNvSpPr>
            <a:spLocks noGrp="1"/>
          </p:cNvSpPr>
          <p:nvPr>
            <p:ph type="dt" sz="half" idx="2"/>
          </p:nvPr>
        </p:nvSpPr>
        <p:spPr>
          <a:xfrm>
            <a:off x="2263775" y="40681275"/>
            <a:ext cx="7405688" cy="2336800"/>
          </a:xfrm>
          <a:prstGeom prst="rect">
            <a:avLst/>
          </a:prstGeom>
        </p:spPr>
        <p:txBody>
          <a:bodyPr vert="horz" lIns="91440" tIns="45720" rIns="91440" bIns="45720" rtlCol="0" anchor="ctr"/>
          <a:lstStyle>
            <a:lvl1pPr algn="l" eaLnBrk="1" fontAlgn="auto" hangingPunct="1">
              <a:spcBef>
                <a:spcPts val="0"/>
              </a:spcBef>
              <a:spcAft>
                <a:spcPts val="0"/>
              </a:spcAft>
              <a:defRPr sz="3240">
                <a:solidFill>
                  <a:schemeClr val="tx1">
                    <a:tint val="75000"/>
                  </a:schemeClr>
                </a:solidFill>
                <a:latin typeface="+mn-lt"/>
              </a:defRPr>
            </a:lvl1pPr>
          </a:lstStyle>
          <a:p>
            <a:pPr>
              <a:defRPr/>
            </a:pPr>
            <a:fld id="{5B3EC326-B836-4225-AD78-DEF604F6701B}" type="datetimeFigureOut">
              <a:rPr lang="en-US"/>
              <a:pPr>
                <a:defRPr/>
              </a:pPr>
              <a:t>1/31/2026</a:t>
            </a:fld>
            <a:endParaRPr lang="en-US" dirty="0"/>
          </a:p>
        </p:txBody>
      </p:sp>
      <p:sp>
        <p:nvSpPr>
          <p:cNvPr id="5" name="Footer Placeholder 4">
            <a:extLst>
              <a:ext uri="{FF2B5EF4-FFF2-40B4-BE49-F238E27FC236}">
                <a16:creationId xmlns:a16="http://schemas.microsoft.com/office/drawing/2014/main" id="{94EE31D6-8BAD-480C-A92C-F4E3DA244D3D}"/>
              </a:ext>
            </a:extLst>
          </p:cNvPr>
          <p:cNvSpPr>
            <a:spLocks noGrp="1"/>
          </p:cNvSpPr>
          <p:nvPr>
            <p:ph type="ftr" sz="quarter" idx="3"/>
          </p:nvPr>
        </p:nvSpPr>
        <p:spPr>
          <a:xfrm>
            <a:off x="10904538" y="40681275"/>
            <a:ext cx="11109325" cy="2336800"/>
          </a:xfrm>
          <a:prstGeom prst="rect">
            <a:avLst/>
          </a:prstGeom>
        </p:spPr>
        <p:txBody>
          <a:bodyPr vert="horz" lIns="91440" tIns="45720" rIns="91440" bIns="45720" rtlCol="0" anchor="ctr"/>
          <a:lstStyle>
            <a:lvl1pPr algn="ctr" eaLnBrk="1" fontAlgn="auto" hangingPunct="1">
              <a:spcBef>
                <a:spcPts val="0"/>
              </a:spcBef>
              <a:spcAft>
                <a:spcPts val="0"/>
              </a:spcAft>
              <a:defRPr sz="3240">
                <a:solidFill>
                  <a:schemeClr val="tx1">
                    <a:tint val="75000"/>
                  </a:schemeClr>
                </a:solidFill>
                <a:latin typeface="+mn-lt"/>
              </a:defRPr>
            </a:lvl1pPr>
          </a:lstStyle>
          <a:p>
            <a:pPr>
              <a:defRPr/>
            </a:pPr>
            <a:endParaRPr lang="en-US"/>
          </a:p>
        </p:txBody>
      </p:sp>
      <p:sp>
        <p:nvSpPr>
          <p:cNvPr id="6" name="Slide Number Placeholder 5">
            <a:extLst>
              <a:ext uri="{FF2B5EF4-FFF2-40B4-BE49-F238E27FC236}">
                <a16:creationId xmlns:a16="http://schemas.microsoft.com/office/drawing/2014/main" id="{70DE01D2-82F7-425D-A229-AC426B42D64B}"/>
              </a:ext>
            </a:extLst>
          </p:cNvPr>
          <p:cNvSpPr>
            <a:spLocks noGrp="1"/>
          </p:cNvSpPr>
          <p:nvPr>
            <p:ph type="sldNum" sz="quarter" idx="4"/>
          </p:nvPr>
        </p:nvSpPr>
        <p:spPr>
          <a:xfrm>
            <a:off x="23248938" y="40681275"/>
            <a:ext cx="7405687" cy="2336800"/>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3200">
                <a:solidFill>
                  <a:srgbClr val="898989"/>
                </a:solidFill>
              </a:defRPr>
            </a:lvl1pPr>
          </a:lstStyle>
          <a:p>
            <a:fld id="{FF15773C-01F8-400E-8870-68A2785662CB}" type="slidenum">
              <a:rPr lang="en-US" altLang="en-US"/>
              <a:pPr/>
              <a:t>‹#›</a:t>
            </a:fld>
            <a:endParaRPr lang="en-US" altLang="en-US"/>
          </a:p>
        </p:txBody>
      </p:sp>
      <p:pic>
        <p:nvPicPr>
          <p:cNvPr id="1031" name="Picture 6">
            <a:hlinkClick r:id="rId14"/>
            <a:extLst>
              <a:ext uri="{FF2B5EF4-FFF2-40B4-BE49-F238E27FC236}">
                <a16:creationId xmlns:a16="http://schemas.microsoft.com/office/drawing/2014/main" id="{7229ACC5-EA3B-DD15-3EF5-1CC8C8EBF6C4}"/>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r="38727"/>
          <a:stretch>
            <a:fillRect/>
          </a:stretch>
        </p:blipFill>
        <p:spPr bwMode="auto">
          <a:xfrm>
            <a:off x="24904700" y="43214925"/>
            <a:ext cx="4141788" cy="2127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1">
            <a:extLst>
              <a:ext uri="{FF2B5EF4-FFF2-40B4-BE49-F238E27FC236}">
                <a16:creationId xmlns:a16="http://schemas.microsoft.com/office/drawing/2014/main" id="{0E9EC72D-C876-469D-9682-1F9D0E900634}"/>
              </a:ext>
            </a:extLst>
          </p:cNvPr>
          <p:cNvSpPr txBox="1"/>
          <p:nvPr userDrawn="1"/>
        </p:nvSpPr>
        <p:spPr>
          <a:xfrm>
            <a:off x="29046488" y="43138725"/>
            <a:ext cx="2382837" cy="338138"/>
          </a:xfrm>
          <a:prstGeom prst="rect">
            <a:avLst/>
          </a:prstGeom>
          <a:noFill/>
        </p:spPr>
        <p:txBody>
          <a:bodyPr wrap="none">
            <a:spAutoFit/>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eaLnBrk="1" hangingPunct="1">
              <a:defRPr/>
            </a:pPr>
            <a:r>
              <a:rPr lang="en-US" sz="1600" dirty="0">
                <a:solidFill>
                  <a:schemeClr val="bg1"/>
                </a:solidFill>
              </a:rPr>
              <a:t>www.postersession.com</a:t>
            </a:r>
          </a:p>
        </p:txBody>
      </p:sp>
      <p:sp>
        <p:nvSpPr>
          <p:cNvPr id="9" name="TextBox 8">
            <a:extLst>
              <a:ext uri="{FF2B5EF4-FFF2-40B4-BE49-F238E27FC236}">
                <a16:creationId xmlns:a16="http://schemas.microsoft.com/office/drawing/2014/main" id="{A6ADEDE3-791B-4060-977B-A7C8CA876AC1}"/>
              </a:ext>
            </a:extLst>
          </p:cNvPr>
          <p:cNvSpPr txBox="1"/>
          <p:nvPr userDrawn="1"/>
        </p:nvSpPr>
        <p:spPr>
          <a:xfrm>
            <a:off x="152400" y="43781663"/>
            <a:ext cx="482600" cy="122237"/>
          </a:xfrm>
          <a:prstGeom prst="rect">
            <a:avLst/>
          </a:prstGeom>
          <a:noFill/>
        </p:spPr>
        <p:txBody>
          <a:bodyPr wrap="none">
            <a:spAutoFit/>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eaLnBrk="1" hangingPunct="1">
              <a:defRPr/>
            </a:pPr>
            <a:r>
              <a:rPr lang="en-US" sz="200" b="1" dirty="0">
                <a:solidFill>
                  <a:srgbClr val="003064"/>
                </a:solidFill>
              </a:rPr>
              <a:t>www.postersession.com</a:t>
            </a:r>
          </a:p>
        </p:txBody>
      </p:sp>
    </p:spTree>
  </p:cSld>
  <p:clrMap bg1="lt1" tx1="dk1" bg2="lt2" tx2="dk2" accent1="accent1" accent2="accent2" accent3="accent3" accent4="accent4" accent5="accent5" accent6="accent6" hlink="hlink" folHlink="folHlink"/>
  <p:sldLayoutIdLst>
    <p:sldLayoutId id="2147483806" r:id="rId1"/>
    <p:sldLayoutId id="2147483807" r:id="rId2"/>
    <p:sldLayoutId id="2147483808" r:id="rId3"/>
    <p:sldLayoutId id="2147483809" r:id="rId4"/>
    <p:sldLayoutId id="2147483810" r:id="rId5"/>
    <p:sldLayoutId id="2147483811" r:id="rId6"/>
    <p:sldLayoutId id="2147483812" r:id="rId7"/>
    <p:sldLayoutId id="2147483813" r:id="rId8"/>
    <p:sldLayoutId id="2147483814" r:id="rId9"/>
    <p:sldLayoutId id="2147483815" r:id="rId10"/>
    <p:sldLayoutId id="2147483816" r:id="rId11"/>
    <p:sldLayoutId id="2147483817" r:id="rId12"/>
  </p:sldLayoutIdLst>
  <p:txStyles>
    <p:titleStyle>
      <a:lvl1pPr algn="l" defTabSz="2468563" rtl="0" eaLnBrk="0" fontAlgn="base" hangingPunct="0">
        <a:lnSpc>
          <a:spcPct val="90000"/>
        </a:lnSpc>
        <a:spcBef>
          <a:spcPct val="0"/>
        </a:spcBef>
        <a:spcAft>
          <a:spcPct val="0"/>
        </a:spcAft>
        <a:defRPr sz="11800" kern="1200">
          <a:solidFill>
            <a:schemeClr val="tx1"/>
          </a:solidFill>
          <a:latin typeface="+mj-lt"/>
          <a:ea typeface="+mj-ea"/>
          <a:cs typeface="+mj-cs"/>
        </a:defRPr>
      </a:lvl1pPr>
      <a:lvl2pPr algn="l" defTabSz="2468563" rtl="0" eaLnBrk="0" fontAlgn="base" hangingPunct="0">
        <a:lnSpc>
          <a:spcPct val="90000"/>
        </a:lnSpc>
        <a:spcBef>
          <a:spcPct val="0"/>
        </a:spcBef>
        <a:spcAft>
          <a:spcPct val="0"/>
        </a:spcAft>
        <a:defRPr sz="11800">
          <a:solidFill>
            <a:schemeClr val="tx1"/>
          </a:solidFill>
          <a:latin typeface="Calibri Light" panose="020F0302020204030204" pitchFamily="34" charset="0"/>
        </a:defRPr>
      </a:lvl2pPr>
      <a:lvl3pPr algn="l" defTabSz="2468563" rtl="0" eaLnBrk="0" fontAlgn="base" hangingPunct="0">
        <a:lnSpc>
          <a:spcPct val="90000"/>
        </a:lnSpc>
        <a:spcBef>
          <a:spcPct val="0"/>
        </a:spcBef>
        <a:spcAft>
          <a:spcPct val="0"/>
        </a:spcAft>
        <a:defRPr sz="11800">
          <a:solidFill>
            <a:schemeClr val="tx1"/>
          </a:solidFill>
          <a:latin typeface="Calibri Light" panose="020F0302020204030204" pitchFamily="34" charset="0"/>
        </a:defRPr>
      </a:lvl3pPr>
      <a:lvl4pPr algn="l" defTabSz="2468563" rtl="0" eaLnBrk="0" fontAlgn="base" hangingPunct="0">
        <a:lnSpc>
          <a:spcPct val="90000"/>
        </a:lnSpc>
        <a:spcBef>
          <a:spcPct val="0"/>
        </a:spcBef>
        <a:spcAft>
          <a:spcPct val="0"/>
        </a:spcAft>
        <a:defRPr sz="11800">
          <a:solidFill>
            <a:schemeClr val="tx1"/>
          </a:solidFill>
          <a:latin typeface="Calibri Light" panose="020F0302020204030204" pitchFamily="34" charset="0"/>
        </a:defRPr>
      </a:lvl4pPr>
      <a:lvl5pPr algn="l" defTabSz="2468563" rtl="0" eaLnBrk="0" fontAlgn="base" hangingPunct="0">
        <a:lnSpc>
          <a:spcPct val="90000"/>
        </a:lnSpc>
        <a:spcBef>
          <a:spcPct val="0"/>
        </a:spcBef>
        <a:spcAft>
          <a:spcPct val="0"/>
        </a:spcAft>
        <a:defRPr sz="11800">
          <a:solidFill>
            <a:schemeClr val="tx1"/>
          </a:solidFill>
          <a:latin typeface="Calibri Light" panose="020F0302020204030204" pitchFamily="34" charset="0"/>
        </a:defRPr>
      </a:lvl5pPr>
      <a:lvl6pPr marL="457200" algn="l" defTabSz="2468563" rtl="0" fontAlgn="base">
        <a:lnSpc>
          <a:spcPct val="90000"/>
        </a:lnSpc>
        <a:spcBef>
          <a:spcPct val="0"/>
        </a:spcBef>
        <a:spcAft>
          <a:spcPct val="0"/>
        </a:spcAft>
        <a:defRPr sz="11800">
          <a:solidFill>
            <a:schemeClr val="tx1"/>
          </a:solidFill>
          <a:latin typeface="Calibri Light" panose="020F0302020204030204" pitchFamily="34" charset="0"/>
        </a:defRPr>
      </a:lvl6pPr>
      <a:lvl7pPr marL="914400" algn="l" defTabSz="2468563" rtl="0" fontAlgn="base">
        <a:lnSpc>
          <a:spcPct val="90000"/>
        </a:lnSpc>
        <a:spcBef>
          <a:spcPct val="0"/>
        </a:spcBef>
        <a:spcAft>
          <a:spcPct val="0"/>
        </a:spcAft>
        <a:defRPr sz="11800">
          <a:solidFill>
            <a:schemeClr val="tx1"/>
          </a:solidFill>
          <a:latin typeface="Calibri Light" panose="020F0302020204030204" pitchFamily="34" charset="0"/>
        </a:defRPr>
      </a:lvl7pPr>
      <a:lvl8pPr marL="1371600" algn="l" defTabSz="2468563" rtl="0" fontAlgn="base">
        <a:lnSpc>
          <a:spcPct val="90000"/>
        </a:lnSpc>
        <a:spcBef>
          <a:spcPct val="0"/>
        </a:spcBef>
        <a:spcAft>
          <a:spcPct val="0"/>
        </a:spcAft>
        <a:defRPr sz="11800">
          <a:solidFill>
            <a:schemeClr val="tx1"/>
          </a:solidFill>
          <a:latin typeface="Calibri Light" panose="020F0302020204030204" pitchFamily="34" charset="0"/>
        </a:defRPr>
      </a:lvl8pPr>
      <a:lvl9pPr marL="1828800" algn="l" defTabSz="2468563" rtl="0" fontAlgn="base">
        <a:lnSpc>
          <a:spcPct val="90000"/>
        </a:lnSpc>
        <a:spcBef>
          <a:spcPct val="0"/>
        </a:spcBef>
        <a:spcAft>
          <a:spcPct val="0"/>
        </a:spcAft>
        <a:defRPr sz="11800">
          <a:solidFill>
            <a:schemeClr val="tx1"/>
          </a:solidFill>
          <a:latin typeface="Calibri Light" panose="020F0302020204030204" pitchFamily="34" charset="0"/>
        </a:defRPr>
      </a:lvl9pPr>
    </p:titleStyle>
    <p:bodyStyle>
      <a:lvl1pPr marL="615950" indent="-615950" algn="l" defTabSz="2468563" rtl="0" eaLnBrk="0" fontAlgn="base" hangingPunct="0">
        <a:lnSpc>
          <a:spcPct val="90000"/>
        </a:lnSpc>
        <a:spcBef>
          <a:spcPts val="2700"/>
        </a:spcBef>
        <a:spcAft>
          <a:spcPct val="0"/>
        </a:spcAft>
        <a:buFont typeface="Arial" panose="020B0604020202020204" pitchFamily="34" charset="0"/>
        <a:buChar char="•"/>
        <a:defRPr sz="7500" kern="1200">
          <a:solidFill>
            <a:schemeClr val="tx1"/>
          </a:solidFill>
          <a:latin typeface="+mn-lt"/>
          <a:ea typeface="+mn-ea"/>
          <a:cs typeface="+mn-cs"/>
        </a:defRPr>
      </a:lvl1pPr>
      <a:lvl2pPr marL="1851025" indent="-615950" algn="l" defTabSz="2468563" rtl="0" eaLnBrk="0" fontAlgn="base" hangingPunct="0">
        <a:lnSpc>
          <a:spcPct val="90000"/>
        </a:lnSpc>
        <a:spcBef>
          <a:spcPts val="1350"/>
        </a:spcBef>
        <a:spcAft>
          <a:spcPct val="0"/>
        </a:spcAft>
        <a:buFont typeface="Arial" panose="020B0604020202020204" pitchFamily="34" charset="0"/>
        <a:buChar char="•"/>
        <a:defRPr sz="6400" kern="1200">
          <a:solidFill>
            <a:schemeClr val="tx1"/>
          </a:solidFill>
          <a:latin typeface="+mn-lt"/>
          <a:ea typeface="+mn-ea"/>
          <a:cs typeface="+mn-cs"/>
        </a:defRPr>
      </a:lvl2pPr>
      <a:lvl3pPr marL="3086100" indent="-615950" algn="l" defTabSz="2468563" rtl="0" eaLnBrk="0" fontAlgn="base" hangingPunct="0">
        <a:lnSpc>
          <a:spcPct val="90000"/>
        </a:lnSpc>
        <a:spcBef>
          <a:spcPts val="1350"/>
        </a:spcBef>
        <a:spcAft>
          <a:spcPct val="0"/>
        </a:spcAft>
        <a:buFont typeface="Arial" panose="020B0604020202020204" pitchFamily="34" charset="0"/>
        <a:buChar char="•"/>
        <a:defRPr sz="5400" kern="1200">
          <a:solidFill>
            <a:schemeClr val="tx1"/>
          </a:solidFill>
          <a:latin typeface="+mn-lt"/>
          <a:ea typeface="+mn-ea"/>
          <a:cs typeface="+mn-cs"/>
        </a:defRPr>
      </a:lvl3pPr>
      <a:lvl4pPr marL="4319588" indent="-615950" algn="l" defTabSz="2468563" rtl="0" eaLnBrk="0" fontAlgn="base" hangingPunct="0">
        <a:lnSpc>
          <a:spcPct val="90000"/>
        </a:lnSpc>
        <a:spcBef>
          <a:spcPts val="1350"/>
        </a:spcBef>
        <a:spcAft>
          <a:spcPct val="0"/>
        </a:spcAft>
        <a:buFont typeface="Arial" panose="020B0604020202020204" pitchFamily="34" charset="0"/>
        <a:buChar char="•"/>
        <a:defRPr sz="4800" kern="1200">
          <a:solidFill>
            <a:schemeClr val="tx1"/>
          </a:solidFill>
          <a:latin typeface="+mn-lt"/>
          <a:ea typeface="+mn-ea"/>
          <a:cs typeface="+mn-cs"/>
        </a:defRPr>
      </a:lvl4pPr>
      <a:lvl5pPr marL="5554663" indent="-615950" algn="l" defTabSz="2468563" rtl="0" eaLnBrk="0" fontAlgn="base" hangingPunct="0">
        <a:lnSpc>
          <a:spcPct val="90000"/>
        </a:lnSpc>
        <a:spcBef>
          <a:spcPts val="1350"/>
        </a:spcBef>
        <a:spcAft>
          <a:spcPct val="0"/>
        </a:spcAft>
        <a:buFont typeface="Arial" panose="020B0604020202020204" pitchFamily="34" charset="0"/>
        <a:buChar char="•"/>
        <a:defRPr sz="4800" kern="1200">
          <a:solidFill>
            <a:schemeClr val="tx1"/>
          </a:solidFill>
          <a:latin typeface="+mn-lt"/>
          <a:ea typeface="+mn-ea"/>
          <a:cs typeface="+mn-cs"/>
        </a:defRPr>
      </a:lvl5pPr>
      <a:lvl6pPr marL="6789420" indent="-617220" algn="l" defTabSz="2468880" rtl="0" eaLnBrk="1" latinLnBrk="0" hangingPunct="1">
        <a:lnSpc>
          <a:spcPct val="90000"/>
        </a:lnSpc>
        <a:spcBef>
          <a:spcPts val="1350"/>
        </a:spcBef>
        <a:buFont typeface="Arial" panose="020B0604020202020204" pitchFamily="34" charset="0"/>
        <a:buChar char="•"/>
        <a:defRPr sz="4860" kern="1200">
          <a:solidFill>
            <a:schemeClr val="tx1"/>
          </a:solidFill>
          <a:latin typeface="+mn-lt"/>
          <a:ea typeface="+mn-ea"/>
          <a:cs typeface="+mn-cs"/>
        </a:defRPr>
      </a:lvl6pPr>
      <a:lvl7pPr marL="8023860" indent="-617220" algn="l" defTabSz="2468880" rtl="0" eaLnBrk="1" latinLnBrk="0" hangingPunct="1">
        <a:lnSpc>
          <a:spcPct val="90000"/>
        </a:lnSpc>
        <a:spcBef>
          <a:spcPts val="1350"/>
        </a:spcBef>
        <a:buFont typeface="Arial" panose="020B0604020202020204" pitchFamily="34" charset="0"/>
        <a:buChar char="•"/>
        <a:defRPr sz="4860" kern="1200">
          <a:solidFill>
            <a:schemeClr val="tx1"/>
          </a:solidFill>
          <a:latin typeface="+mn-lt"/>
          <a:ea typeface="+mn-ea"/>
          <a:cs typeface="+mn-cs"/>
        </a:defRPr>
      </a:lvl7pPr>
      <a:lvl8pPr marL="9258300" indent="-617220" algn="l" defTabSz="2468880" rtl="0" eaLnBrk="1" latinLnBrk="0" hangingPunct="1">
        <a:lnSpc>
          <a:spcPct val="90000"/>
        </a:lnSpc>
        <a:spcBef>
          <a:spcPts val="1350"/>
        </a:spcBef>
        <a:buFont typeface="Arial" panose="020B0604020202020204" pitchFamily="34" charset="0"/>
        <a:buChar char="•"/>
        <a:defRPr sz="4860" kern="1200">
          <a:solidFill>
            <a:schemeClr val="tx1"/>
          </a:solidFill>
          <a:latin typeface="+mn-lt"/>
          <a:ea typeface="+mn-ea"/>
          <a:cs typeface="+mn-cs"/>
        </a:defRPr>
      </a:lvl8pPr>
      <a:lvl9pPr marL="10492740" indent="-617220" algn="l" defTabSz="2468880" rtl="0" eaLnBrk="1" latinLnBrk="0" hangingPunct="1">
        <a:lnSpc>
          <a:spcPct val="90000"/>
        </a:lnSpc>
        <a:spcBef>
          <a:spcPts val="1350"/>
        </a:spcBef>
        <a:buFont typeface="Arial" panose="020B0604020202020204" pitchFamily="34" charset="0"/>
        <a:buChar char="•"/>
        <a:defRPr sz="4860" kern="1200">
          <a:solidFill>
            <a:schemeClr val="tx1"/>
          </a:solidFill>
          <a:latin typeface="+mn-lt"/>
          <a:ea typeface="+mn-ea"/>
          <a:cs typeface="+mn-cs"/>
        </a:defRPr>
      </a:lvl9pPr>
    </p:bodyStyle>
    <p:otherStyle>
      <a:defPPr>
        <a:defRPr lang="en-US"/>
      </a:defPPr>
      <a:lvl1pPr marL="0" algn="l" defTabSz="2468880" rtl="0" eaLnBrk="1" latinLnBrk="0" hangingPunct="1">
        <a:defRPr sz="4860" kern="1200">
          <a:solidFill>
            <a:schemeClr val="tx1"/>
          </a:solidFill>
          <a:latin typeface="+mn-lt"/>
          <a:ea typeface="+mn-ea"/>
          <a:cs typeface="+mn-cs"/>
        </a:defRPr>
      </a:lvl1pPr>
      <a:lvl2pPr marL="1234440" algn="l" defTabSz="2468880" rtl="0" eaLnBrk="1" latinLnBrk="0" hangingPunct="1">
        <a:defRPr sz="4860" kern="1200">
          <a:solidFill>
            <a:schemeClr val="tx1"/>
          </a:solidFill>
          <a:latin typeface="+mn-lt"/>
          <a:ea typeface="+mn-ea"/>
          <a:cs typeface="+mn-cs"/>
        </a:defRPr>
      </a:lvl2pPr>
      <a:lvl3pPr marL="2468880" algn="l" defTabSz="2468880" rtl="0" eaLnBrk="1" latinLnBrk="0" hangingPunct="1">
        <a:defRPr sz="4860" kern="1200">
          <a:solidFill>
            <a:schemeClr val="tx1"/>
          </a:solidFill>
          <a:latin typeface="+mn-lt"/>
          <a:ea typeface="+mn-ea"/>
          <a:cs typeface="+mn-cs"/>
        </a:defRPr>
      </a:lvl3pPr>
      <a:lvl4pPr marL="3703320" algn="l" defTabSz="2468880" rtl="0" eaLnBrk="1" latinLnBrk="0" hangingPunct="1">
        <a:defRPr sz="4860" kern="1200">
          <a:solidFill>
            <a:schemeClr val="tx1"/>
          </a:solidFill>
          <a:latin typeface="+mn-lt"/>
          <a:ea typeface="+mn-ea"/>
          <a:cs typeface="+mn-cs"/>
        </a:defRPr>
      </a:lvl4pPr>
      <a:lvl5pPr marL="4937760" algn="l" defTabSz="2468880" rtl="0" eaLnBrk="1" latinLnBrk="0" hangingPunct="1">
        <a:defRPr sz="4860" kern="1200">
          <a:solidFill>
            <a:schemeClr val="tx1"/>
          </a:solidFill>
          <a:latin typeface="+mn-lt"/>
          <a:ea typeface="+mn-ea"/>
          <a:cs typeface="+mn-cs"/>
        </a:defRPr>
      </a:lvl5pPr>
      <a:lvl6pPr marL="6172200" algn="l" defTabSz="2468880" rtl="0" eaLnBrk="1" latinLnBrk="0" hangingPunct="1">
        <a:defRPr sz="4860" kern="1200">
          <a:solidFill>
            <a:schemeClr val="tx1"/>
          </a:solidFill>
          <a:latin typeface="+mn-lt"/>
          <a:ea typeface="+mn-ea"/>
          <a:cs typeface="+mn-cs"/>
        </a:defRPr>
      </a:lvl6pPr>
      <a:lvl7pPr marL="7406640" algn="l" defTabSz="2468880" rtl="0" eaLnBrk="1" latinLnBrk="0" hangingPunct="1">
        <a:defRPr sz="4860" kern="1200">
          <a:solidFill>
            <a:schemeClr val="tx1"/>
          </a:solidFill>
          <a:latin typeface="+mn-lt"/>
          <a:ea typeface="+mn-ea"/>
          <a:cs typeface="+mn-cs"/>
        </a:defRPr>
      </a:lvl7pPr>
      <a:lvl8pPr marL="8641080" algn="l" defTabSz="2468880" rtl="0" eaLnBrk="1" latinLnBrk="0" hangingPunct="1">
        <a:defRPr sz="4860" kern="1200">
          <a:solidFill>
            <a:schemeClr val="tx1"/>
          </a:solidFill>
          <a:latin typeface="+mn-lt"/>
          <a:ea typeface="+mn-ea"/>
          <a:cs typeface="+mn-cs"/>
        </a:defRPr>
      </a:lvl8pPr>
      <a:lvl9pPr marL="9875520" algn="l" defTabSz="2468880" rtl="0" eaLnBrk="1" latinLnBrk="0" hangingPunct="1">
        <a:defRPr sz="48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jpeg" /><Relationship Id="rId13" Type="http://schemas.openxmlformats.org/officeDocument/2006/relationships/image" Target="../media/image12.png" /><Relationship Id="rId3" Type="http://schemas.openxmlformats.org/officeDocument/2006/relationships/image" Target="../media/image2.jpeg" /><Relationship Id="rId7" Type="http://schemas.openxmlformats.org/officeDocument/2006/relationships/image" Target="../media/image6.png" /><Relationship Id="rId12" Type="http://schemas.openxmlformats.org/officeDocument/2006/relationships/image" Target="../media/image11.png" /><Relationship Id="rId2" Type="http://schemas.openxmlformats.org/officeDocument/2006/relationships/notesSlide" Target="../notesSlides/notesSlide1.xml" /><Relationship Id="rId1" Type="http://schemas.openxmlformats.org/officeDocument/2006/relationships/slideLayout" Target="../slideLayouts/slideLayout12.xml" /><Relationship Id="rId6" Type="http://schemas.openxmlformats.org/officeDocument/2006/relationships/image" Target="../media/image5.png" /><Relationship Id="rId11" Type="http://schemas.openxmlformats.org/officeDocument/2006/relationships/image" Target="../media/image10.png" /><Relationship Id="rId5" Type="http://schemas.openxmlformats.org/officeDocument/2006/relationships/image" Target="../media/image4.jpeg" /><Relationship Id="rId10" Type="http://schemas.openxmlformats.org/officeDocument/2006/relationships/image" Target="../media/image9.jpeg" /><Relationship Id="rId4" Type="http://schemas.openxmlformats.org/officeDocument/2006/relationships/image" Target="../media/image3.jpeg" /><Relationship Id="rId9" Type="http://schemas.openxmlformats.org/officeDocument/2006/relationships/image" Target="../media/image8.png"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AutoShape 50">
            <a:extLst>
              <a:ext uri="{FF2B5EF4-FFF2-40B4-BE49-F238E27FC236}">
                <a16:creationId xmlns:a16="http://schemas.microsoft.com/office/drawing/2014/main" id="{68AFC4CF-50F3-8634-F1B0-FBFF8788295C}"/>
              </a:ext>
            </a:extLst>
          </p:cNvPr>
          <p:cNvSpPr>
            <a:spLocks noChangeArrowheads="1"/>
          </p:cNvSpPr>
          <p:nvPr/>
        </p:nvSpPr>
        <p:spPr bwMode="auto">
          <a:xfrm>
            <a:off x="16530638" y="8607425"/>
            <a:ext cx="15487650" cy="34645600"/>
          </a:xfrm>
          <a:prstGeom prst="roundRect">
            <a:avLst>
              <a:gd name="adj" fmla="val 7000"/>
            </a:avLst>
          </a:prstGeom>
          <a:solidFill>
            <a:schemeClr val="bg1"/>
          </a:solidFill>
          <a:ln w="9525">
            <a:solidFill>
              <a:schemeClr val="tx1"/>
            </a:solidFill>
            <a:round/>
            <a:headEnd/>
            <a:tailEnd/>
          </a:ln>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en-US" sz="3600"/>
          </a:p>
        </p:txBody>
      </p:sp>
      <p:sp>
        <p:nvSpPr>
          <p:cNvPr id="2052" name="AutoShape 4">
            <a:extLst>
              <a:ext uri="{FF2B5EF4-FFF2-40B4-BE49-F238E27FC236}">
                <a16:creationId xmlns:a16="http://schemas.microsoft.com/office/drawing/2014/main" id="{0AFF15E5-9138-4F97-B464-A1A0C36C5555}"/>
              </a:ext>
            </a:extLst>
          </p:cNvPr>
          <p:cNvSpPr>
            <a:spLocks noChangeArrowheads="1"/>
          </p:cNvSpPr>
          <p:nvPr/>
        </p:nvSpPr>
        <p:spPr bwMode="auto">
          <a:xfrm>
            <a:off x="1044575" y="8751888"/>
            <a:ext cx="15509875" cy="34645600"/>
          </a:xfrm>
          <a:prstGeom prst="roundRect">
            <a:avLst>
              <a:gd name="adj" fmla="val 7000"/>
            </a:avLst>
          </a:prstGeom>
          <a:solidFill>
            <a:schemeClr val="bg1"/>
          </a:solidFill>
          <a:ln w="9525">
            <a:solidFill>
              <a:schemeClr val="tx1"/>
            </a:solidFill>
            <a:round/>
            <a:headEnd/>
            <a:tailEnd/>
          </a:ln>
          <a:effectLst/>
        </p:spPr>
        <p:txBody>
          <a:bodyPr wrap="none" anchor="ctr"/>
          <a:lstStyle/>
          <a:p>
            <a:pPr algn="just" eaLnBrk="1" fontAlgn="auto" hangingPunct="1">
              <a:spcBef>
                <a:spcPts val="0"/>
              </a:spcBef>
              <a:spcAft>
                <a:spcPts val="0"/>
              </a:spcAft>
              <a:defRPr/>
            </a:pPr>
            <a:r>
              <a:rPr lang="en-US" sz="3600" b="1" u="sng" dirty="0">
                <a:latin typeface="+mn-lt"/>
              </a:rPr>
              <a:t>CASE REPORT:</a:t>
            </a:r>
          </a:p>
          <a:p>
            <a:pPr marL="342900" indent="-342900" eaLnBrk="1" fontAlgn="auto" hangingPunct="1">
              <a:spcBef>
                <a:spcPts val="0"/>
              </a:spcBef>
              <a:spcAft>
                <a:spcPts val="0"/>
              </a:spcAft>
              <a:buFont typeface="Arial" panose="020B0604020202020204" pitchFamily="34" charset="0"/>
              <a:buChar char="•"/>
              <a:defRPr/>
            </a:pPr>
            <a:r>
              <a:rPr lang="en-IN" sz="3200" dirty="0">
                <a:cs typeface="Calibri" panose="020F0502020204030204" pitchFamily="34" charset="0"/>
              </a:rPr>
              <a:t>A 31yr/m patient was admitted at our hospital following a road traffic accident. </a:t>
            </a:r>
          </a:p>
          <a:p>
            <a:pPr marL="342900" indent="-342900" eaLnBrk="1" fontAlgn="auto" hangingPunct="1">
              <a:spcBef>
                <a:spcPts val="0"/>
              </a:spcBef>
              <a:spcAft>
                <a:spcPts val="0"/>
              </a:spcAft>
              <a:buFont typeface="Arial" panose="020B0604020202020204" pitchFamily="34" charset="0"/>
              <a:buChar char="•"/>
              <a:defRPr/>
            </a:pPr>
            <a:r>
              <a:rPr lang="en-IN" sz="3200" dirty="0">
                <a:cs typeface="Calibri" panose="020F0502020204030204" pitchFamily="34" charset="0"/>
              </a:rPr>
              <a:t>Antero-posterior plain radiographs were used for Schatzker classification. </a:t>
            </a:r>
          </a:p>
          <a:p>
            <a:pPr marL="342900" indent="-342900" eaLnBrk="1" fontAlgn="auto" hangingPunct="1">
              <a:spcBef>
                <a:spcPts val="0"/>
              </a:spcBef>
              <a:spcAft>
                <a:spcPts val="0"/>
              </a:spcAft>
              <a:buFont typeface="Arial" panose="020B0604020202020204" pitchFamily="34" charset="0"/>
              <a:buChar char="•"/>
              <a:defRPr/>
            </a:pPr>
            <a:r>
              <a:rPr lang="en-IN" sz="3200" dirty="0">
                <a:cs typeface="Calibri" panose="020F0502020204030204" pitchFamily="34" charset="0"/>
              </a:rPr>
              <a:t>CT imaging was used to further classify the fracture types with axial views dividing the </a:t>
            </a:r>
          </a:p>
          <a:p>
            <a:pPr eaLnBrk="1" fontAlgn="auto" hangingPunct="1">
              <a:spcBef>
                <a:spcPts val="0"/>
              </a:spcBef>
              <a:spcAft>
                <a:spcPts val="0"/>
              </a:spcAft>
              <a:defRPr/>
            </a:pPr>
            <a:r>
              <a:rPr lang="en-IN" sz="3200" dirty="0">
                <a:cs typeface="Calibri" panose="020F0502020204030204" pitchFamily="34" charset="0"/>
              </a:rPr>
              <a:t>    plateau into three columns: a lateral, medial, and posterior. </a:t>
            </a:r>
          </a:p>
          <a:p>
            <a:pPr marL="342900" indent="-342900" eaLnBrk="1" fontAlgn="auto" hangingPunct="1">
              <a:spcBef>
                <a:spcPts val="0"/>
              </a:spcBef>
              <a:spcAft>
                <a:spcPts val="0"/>
              </a:spcAft>
              <a:buFont typeface="Arial" panose="020B0604020202020204" pitchFamily="34" charset="0"/>
              <a:buChar char="•"/>
              <a:defRPr/>
            </a:pPr>
            <a:r>
              <a:rPr lang="en-IN" sz="3200" dirty="0">
                <a:cs typeface="Calibri" panose="020F0502020204030204" pitchFamily="34" charset="0"/>
              </a:rPr>
              <a:t>Posterior tibial plateau fracture (PTPF) was defined as a fracture with an independent </a:t>
            </a:r>
          </a:p>
          <a:p>
            <a:pPr eaLnBrk="1" fontAlgn="auto" hangingPunct="1">
              <a:spcBef>
                <a:spcPts val="0"/>
              </a:spcBef>
              <a:spcAft>
                <a:spcPts val="0"/>
              </a:spcAft>
              <a:defRPr/>
            </a:pPr>
            <a:r>
              <a:rPr lang="en-IN" sz="3200" dirty="0">
                <a:cs typeface="Calibri" panose="020F0502020204030204" pitchFamily="34" charset="0"/>
              </a:rPr>
              <a:t>    fragment of the posterior column</a:t>
            </a:r>
          </a:p>
          <a:p>
            <a:pPr eaLnBrk="1" fontAlgn="auto" hangingPunct="1">
              <a:spcBef>
                <a:spcPts val="0"/>
              </a:spcBef>
              <a:spcAft>
                <a:spcPts val="0"/>
              </a:spcAft>
              <a:defRPr/>
            </a:pPr>
            <a:r>
              <a:rPr lang="en-IN" sz="3200" b="1" u="sng" dirty="0">
                <a:cs typeface="Calibri" panose="020F0502020204030204" pitchFamily="34" charset="0"/>
              </a:rPr>
              <a:t>RADIOGRAPH :</a:t>
            </a:r>
          </a:p>
          <a:p>
            <a:pPr eaLnBrk="1" fontAlgn="auto" hangingPunct="1">
              <a:spcBef>
                <a:spcPts val="0"/>
              </a:spcBef>
              <a:spcAft>
                <a:spcPts val="0"/>
              </a:spcAft>
              <a:defRPr/>
            </a:pPr>
            <a:endParaRPr lang="en-US" sz="2800" dirty="0">
              <a:latin typeface="+mn-lt"/>
            </a:endParaRPr>
          </a:p>
          <a:p>
            <a:pPr algn="just" eaLnBrk="1" fontAlgn="auto" hangingPunct="1">
              <a:spcBef>
                <a:spcPts val="0"/>
              </a:spcBef>
              <a:spcAft>
                <a:spcPts val="0"/>
              </a:spcAft>
              <a:defRPr/>
            </a:pPr>
            <a:endParaRPr lang="en-US" sz="2800" dirty="0">
              <a:latin typeface="+mn-lt"/>
            </a:endParaRPr>
          </a:p>
          <a:p>
            <a:pPr algn="just" eaLnBrk="1" fontAlgn="auto" hangingPunct="1">
              <a:spcBef>
                <a:spcPts val="0"/>
              </a:spcBef>
              <a:spcAft>
                <a:spcPts val="0"/>
              </a:spcAft>
              <a:defRPr/>
            </a:pPr>
            <a:endParaRPr lang="en-US" sz="2800" dirty="0">
              <a:latin typeface="+mn-lt"/>
            </a:endParaRPr>
          </a:p>
          <a:p>
            <a:pPr algn="just" eaLnBrk="1" fontAlgn="auto" hangingPunct="1">
              <a:spcBef>
                <a:spcPts val="0"/>
              </a:spcBef>
              <a:spcAft>
                <a:spcPts val="0"/>
              </a:spcAft>
              <a:defRPr/>
            </a:pPr>
            <a:endParaRPr lang="en-US" sz="2800" dirty="0">
              <a:latin typeface="+mn-lt"/>
            </a:endParaRPr>
          </a:p>
          <a:p>
            <a:pPr algn="just" eaLnBrk="1" fontAlgn="auto" hangingPunct="1">
              <a:spcBef>
                <a:spcPts val="0"/>
              </a:spcBef>
              <a:spcAft>
                <a:spcPts val="0"/>
              </a:spcAft>
              <a:defRPr/>
            </a:pPr>
            <a:endParaRPr lang="en-US" sz="2800" dirty="0">
              <a:latin typeface="+mn-lt"/>
            </a:endParaRPr>
          </a:p>
          <a:p>
            <a:pPr algn="just" eaLnBrk="1" fontAlgn="auto" hangingPunct="1">
              <a:spcBef>
                <a:spcPts val="0"/>
              </a:spcBef>
              <a:spcAft>
                <a:spcPts val="0"/>
              </a:spcAft>
              <a:defRPr/>
            </a:pPr>
            <a:endParaRPr lang="en-US" sz="2800" dirty="0">
              <a:latin typeface="+mn-lt"/>
            </a:endParaRPr>
          </a:p>
          <a:p>
            <a:pPr algn="just" eaLnBrk="1" fontAlgn="auto" hangingPunct="1">
              <a:spcBef>
                <a:spcPts val="0"/>
              </a:spcBef>
              <a:spcAft>
                <a:spcPts val="0"/>
              </a:spcAft>
              <a:defRPr/>
            </a:pPr>
            <a:endParaRPr lang="en-US" sz="2800" dirty="0">
              <a:latin typeface="+mn-lt"/>
            </a:endParaRPr>
          </a:p>
          <a:p>
            <a:pPr algn="just" eaLnBrk="1" fontAlgn="auto" hangingPunct="1">
              <a:spcBef>
                <a:spcPts val="0"/>
              </a:spcBef>
              <a:spcAft>
                <a:spcPts val="0"/>
              </a:spcAft>
              <a:defRPr/>
            </a:pPr>
            <a:endParaRPr lang="en-US" sz="2800" dirty="0">
              <a:latin typeface="+mn-lt"/>
            </a:endParaRPr>
          </a:p>
          <a:p>
            <a:pPr algn="just" eaLnBrk="1" fontAlgn="auto" hangingPunct="1">
              <a:spcBef>
                <a:spcPts val="0"/>
              </a:spcBef>
              <a:spcAft>
                <a:spcPts val="0"/>
              </a:spcAft>
              <a:defRPr/>
            </a:pPr>
            <a:endParaRPr lang="en-US" sz="2800" dirty="0">
              <a:latin typeface="+mn-lt"/>
            </a:endParaRPr>
          </a:p>
          <a:p>
            <a:pPr algn="just" eaLnBrk="1" fontAlgn="auto" hangingPunct="1">
              <a:spcBef>
                <a:spcPts val="0"/>
              </a:spcBef>
              <a:spcAft>
                <a:spcPts val="0"/>
              </a:spcAft>
              <a:defRPr/>
            </a:pPr>
            <a:endParaRPr lang="en-US" sz="2800" dirty="0">
              <a:latin typeface="+mn-lt"/>
            </a:endParaRPr>
          </a:p>
          <a:p>
            <a:pPr algn="just" eaLnBrk="1" fontAlgn="auto" hangingPunct="1">
              <a:spcBef>
                <a:spcPts val="0"/>
              </a:spcBef>
              <a:spcAft>
                <a:spcPts val="0"/>
              </a:spcAft>
              <a:defRPr/>
            </a:pPr>
            <a:endParaRPr lang="en-US" sz="2800" dirty="0">
              <a:latin typeface="+mn-lt"/>
            </a:endParaRPr>
          </a:p>
          <a:p>
            <a:pPr algn="just" eaLnBrk="1" fontAlgn="auto" hangingPunct="1">
              <a:spcBef>
                <a:spcPts val="0"/>
              </a:spcBef>
              <a:spcAft>
                <a:spcPts val="0"/>
              </a:spcAft>
              <a:defRPr/>
            </a:pPr>
            <a:endParaRPr lang="en-US" sz="2800" dirty="0">
              <a:latin typeface="+mn-lt"/>
            </a:endParaRPr>
          </a:p>
          <a:p>
            <a:pPr algn="just" eaLnBrk="1" fontAlgn="auto" hangingPunct="1">
              <a:spcBef>
                <a:spcPts val="0"/>
              </a:spcBef>
              <a:spcAft>
                <a:spcPts val="0"/>
              </a:spcAft>
              <a:defRPr/>
            </a:pPr>
            <a:endParaRPr lang="en-US" sz="2800" dirty="0">
              <a:latin typeface="+mn-lt"/>
            </a:endParaRPr>
          </a:p>
          <a:p>
            <a:pPr algn="just" eaLnBrk="1" fontAlgn="auto" hangingPunct="1">
              <a:spcBef>
                <a:spcPts val="0"/>
              </a:spcBef>
              <a:spcAft>
                <a:spcPts val="0"/>
              </a:spcAft>
              <a:defRPr/>
            </a:pPr>
            <a:endParaRPr lang="en-US" sz="2800" dirty="0">
              <a:latin typeface="+mn-lt"/>
            </a:endParaRPr>
          </a:p>
          <a:p>
            <a:pPr algn="just" eaLnBrk="1" fontAlgn="auto" hangingPunct="1">
              <a:spcBef>
                <a:spcPts val="0"/>
              </a:spcBef>
              <a:spcAft>
                <a:spcPts val="0"/>
              </a:spcAft>
              <a:defRPr/>
            </a:pPr>
            <a:endParaRPr lang="en-US" sz="2800" dirty="0">
              <a:latin typeface="+mn-lt"/>
            </a:endParaRPr>
          </a:p>
          <a:p>
            <a:pPr algn="just" eaLnBrk="1" fontAlgn="auto" hangingPunct="1">
              <a:spcBef>
                <a:spcPts val="0"/>
              </a:spcBef>
              <a:spcAft>
                <a:spcPts val="0"/>
              </a:spcAft>
              <a:defRPr/>
            </a:pPr>
            <a:endParaRPr lang="en-US" sz="2800" dirty="0">
              <a:latin typeface="+mn-lt"/>
            </a:endParaRPr>
          </a:p>
          <a:p>
            <a:pPr algn="just" eaLnBrk="1" fontAlgn="auto" hangingPunct="1">
              <a:spcBef>
                <a:spcPts val="0"/>
              </a:spcBef>
              <a:spcAft>
                <a:spcPts val="0"/>
              </a:spcAft>
              <a:defRPr/>
            </a:pPr>
            <a:endParaRPr lang="en-US" sz="2800" dirty="0">
              <a:latin typeface="+mn-lt"/>
            </a:endParaRPr>
          </a:p>
          <a:p>
            <a:pPr algn="just" eaLnBrk="1" fontAlgn="auto" hangingPunct="1">
              <a:spcBef>
                <a:spcPts val="0"/>
              </a:spcBef>
              <a:spcAft>
                <a:spcPts val="0"/>
              </a:spcAft>
              <a:defRPr/>
            </a:pPr>
            <a:endParaRPr lang="en-US" sz="2800" dirty="0">
              <a:latin typeface="+mn-lt"/>
            </a:endParaRPr>
          </a:p>
          <a:p>
            <a:pPr algn="just" eaLnBrk="1" fontAlgn="auto" hangingPunct="1">
              <a:spcBef>
                <a:spcPts val="0"/>
              </a:spcBef>
              <a:spcAft>
                <a:spcPts val="0"/>
              </a:spcAft>
              <a:defRPr/>
            </a:pPr>
            <a:endParaRPr lang="en-US" sz="2800" dirty="0">
              <a:latin typeface="+mn-lt"/>
            </a:endParaRPr>
          </a:p>
          <a:p>
            <a:pPr algn="just" eaLnBrk="1" fontAlgn="auto" hangingPunct="1">
              <a:spcBef>
                <a:spcPts val="0"/>
              </a:spcBef>
              <a:spcAft>
                <a:spcPts val="0"/>
              </a:spcAft>
              <a:defRPr/>
            </a:pPr>
            <a:endParaRPr lang="en-US" sz="2800" dirty="0">
              <a:latin typeface="+mn-lt"/>
            </a:endParaRPr>
          </a:p>
          <a:p>
            <a:pPr algn="just" eaLnBrk="1" fontAlgn="auto" hangingPunct="1">
              <a:spcBef>
                <a:spcPts val="0"/>
              </a:spcBef>
              <a:spcAft>
                <a:spcPts val="0"/>
              </a:spcAft>
              <a:defRPr/>
            </a:pPr>
            <a:endParaRPr lang="en-US" sz="2800" dirty="0">
              <a:latin typeface="+mn-lt"/>
            </a:endParaRPr>
          </a:p>
          <a:p>
            <a:pPr algn="just" eaLnBrk="1" fontAlgn="auto" hangingPunct="1">
              <a:spcBef>
                <a:spcPts val="0"/>
              </a:spcBef>
              <a:spcAft>
                <a:spcPts val="0"/>
              </a:spcAft>
              <a:defRPr/>
            </a:pPr>
            <a:endParaRPr lang="en-US" sz="2800" dirty="0">
              <a:latin typeface="+mn-lt"/>
            </a:endParaRPr>
          </a:p>
        </p:txBody>
      </p:sp>
      <p:sp>
        <p:nvSpPr>
          <p:cNvPr id="4100" name="Text Box 9">
            <a:extLst>
              <a:ext uri="{FF2B5EF4-FFF2-40B4-BE49-F238E27FC236}">
                <a16:creationId xmlns:a16="http://schemas.microsoft.com/office/drawing/2014/main" id="{95CA7D7F-8700-31FA-EE8F-9BE79A84B9BA}"/>
              </a:ext>
            </a:extLst>
          </p:cNvPr>
          <p:cNvSpPr txBox="1">
            <a:spLocks noChangeArrowheads="1"/>
          </p:cNvSpPr>
          <p:nvPr/>
        </p:nvSpPr>
        <p:spPr bwMode="auto">
          <a:xfrm>
            <a:off x="790575" y="10348913"/>
            <a:ext cx="14935200"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389438">
              <a:defRPr>
                <a:solidFill>
                  <a:schemeClr val="tx1"/>
                </a:solidFill>
                <a:latin typeface="Calibri" panose="020F0502020204030204" pitchFamily="34" charset="0"/>
              </a:defRPr>
            </a:lvl1pPr>
            <a:lvl2pPr marL="742950" indent="-285750" defTabSz="4389438">
              <a:defRPr>
                <a:solidFill>
                  <a:schemeClr val="tx1"/>
                </a:solidFill>
                <a:latin typeface="Calibri" panose="020F0502020204030204" pitchFamily="34" charset="0"/>
              </a:defRPr>
            </a:lvl2pPr>
            <a:lvl3pPr marL="1143000" indent="-228600" defTabSz="4389438">
              <a:defRPr>
                <a:solidFill>
                  <a:schemeClr val="tx1"/>
                </a:solidFill>
                <a:latin typeface="Calibri" panose="020F0502020204030204" pitchFamily="34" charset="0"/>
              </a:defRPr>
            </a:lvl3pPr>
            <a:lvl4pPr marL="1600200" indent="-228600" defTabSz="4389438">
              <a:defRPr>
                <a:solidFill>
                  <a:schemeClr val="tx1"/>
                </a:solidFill>
                <a:latin typeface="Calibri" panose="020F0502020204030204" pitchFamily="34" charset="0"/>
              </a:defRPr>
            </a:lvl4pPr>
            <a:lvl5pPr marL="2057400" indent="-228600" defTabSz="4389438">
              <a:defRPr>
                <a:solidFill>
                  <a:schemeClr val="tx1"/>
                </a:solidFill>
                <a:latin typeface="Calibri" panose="020F0502020204030204" pitchFamily="34" charset="0"/>
              </a:defRPr>
            </a:lvl5pPr>
            <a:lvl6pPr marL="2514600" indent="-228600" defTabSz="4389438" eaLnBrk="0" fontAlgn="base" hangingPunct="0">
              <a:spcBef>
                <a:spcPct val="0"/>
              </a:spcBef>
              <a:spcAft>
                <a:spcPct val="0"/>
              </a:spcAft>
              <a:defRPr>
                <a:solidFill>
                  <a:schemeClr val="tx1"/>
                </a:solidFill>
                <a:latin typeface="Calibri" panose="020F0502020204030204" pitchFamily="34" charset="0"/>
              </a:defRPr>
            </a:lvl6pPr>
            <a:lvl7pPr marL="2971800" indent="-228600" defTabSz="4389438" eaLnBrk="0" fontAlgn="base" hangingPunct="0">
              <a:spcBef>
                <a:spcPct val="0"/>
              </a:spcBef>
              <a:spcAft>
                <a:spcPct val="0"/>
              </a:spcAft>
              <a:defRPr>
                <a:solidFill>
                  <a:schemeClr val="tx1"/>
                </a:solidFill>
                <a:latin typeface="Calibri" panose="020F0502020204030204" pitchFamily="34" charset="0"/>
              </a:defRPr>
            </a:lvl7pPr>
            <a:lvl8pPr marL="3429000" indent="-228600" defTabSz="4389438" eaLnBrk="0" fontAlgn="base" hangingPunct="0">
              <a:spcBef>
                <a:spcPct val="0"/>
              </a:spcBef>
              <a:spcAft>
                <a:spcPct val="0"/>
              </a:spcAft>
              <a:defRPr>
                <a:solidFill>
                  <a:schemeClr val="tx1"/>
                </a:solidFill>
                <a:latin typeface="Calibri" panose="020F0502020204030204" pitchFamily="34" charset="0"/>
              </a:defRPr>
            </a:lvl8pPr>
            <a:lvl9pPr marL="3886200" indent="-228600" defTabSz="4389438" eaLnBrk="0" fontAlgn="base" hangingPunct="0">
              <a:spcBef>
                <a:spcPct val="0"/>
              </a:spcBef>
              <a:spcAft>
                <a:spcPct val="0"/>
              </a:spcAft>
              <a:defRPr>
                <a:solidFill>
                  <a:schemeClr val="tx1"/>
                </a:solidFill>
                <a:latin typeface="Calibri" panose="020F0502020204030204" pitchFamily="34" charset="0"/>
              </a:defRPr>
            </a:lvl9pPr>
          </a:lstStyle>
          <a:p>
            <a:pPr>
              <a:lnSpc>
                <a:spcPct val="95000"/>
              </a:lnSpc>
            </a:pPr>
            <a:endParaRPr lang="en-US" altLang="en-US" sz="2800" b="1">
              <a:latin typeface="Times New Roman" panose="02020603050405020304" pitchFamily="18" charset="0"/>
            </a:endParaRPr>
          </a:p>
        </p:txBody>
      </p:sp>
      <p:sp>
        <p:nvSpPr>
          <p:cNvPr id="4101" name="AutoShape 13">
            <a:extLst>
              <a:ext uri="{FF2B5EF4-FFF2-40B4-BE49-F238E27FC236}">
                <a16:creationId xmlns:a16="http://schemas.microsoft.com/office/drawing/2014/main" id="{426DA189-D613-3B60-107A-FEB09988910D}"/>
              </a:ext>
            </a:extLst>
          </p:cNvPr>
          <p:cNvSpPr>
            <a:spLocks noChangeArrowheads="1"/>
          </p:cNvSpPr>
          <p:nvPr/>
        </p:nvSpPr>
        <p:spPr bwMode="auto">
          <a:xfrm>
            <a:off x="514350" y="508000"/>
            <a:ext cx="31889700" cy="7010400"/>
          </a:xfrm>
          <a:prstGeom prst="roundRect">
            <a:avLst>
              <a:gd name="adj" fmla="val 10870"/>
            </a:avLst>
          </a:prstGeom>
          <a:gradFill rotWithShape="1">
            <a:gsLst>
              <a:gs pos="0">
                <a:srgbClr val="A7C4FF"/>
              </a:gs>
              <a:gs pos="100000">
                <a:schemeClr val="bg1"/>
              </a:gs>
            </a:gsLst>
            <a:lin ang="5400000" scaled="1"/>
          </a:gradFill>
          <a:ln w="9525">
            <a:solidFill>
              <a:schemeClr val="tx1"/>
            </a:solidFill>
            <a:round/>
            <a:headEnd/>
            <a:tailEnd/>
          </a:ln>
        </p:spPr>
        <p:txBody>
          <a:bodyPr wrap="none" anchor="ctr"/>
          <a:lstStyle>
            <a:lvl1pPr defTabSz="4389438">
              <a:defRPr>
                <a:solidFill>
                  <a:schemeClr val="tx1"/>
                </a:solidFill>
                <a:latin typeface="Calibri" panose="020F0502020204030204" pitchFamily="34" charset="0"/>
              </a:defRPr>
            </a:lvl1pPr>
            <a:lvl2pPr marL="742950" indent="-285750" defTabSz="4389438">
              <a:defRPr>
                <a:solidFill>
                  <a:schemeClr val="tx1"/>
                </a:solidFill>
                <a:latin typeface="Calibri" panose="020F0502020204030204" pitchFamily="34" charset="0"/>
              </a:defRPr>
            </a:lvl2pPr>
            <a:lvl3pPr marL="1143000" indent="-228600" defTabSz="4389438">
              <a:defRPr>
                <a:solidFill>
                  <a:schemeClr val="tx1"/>
                </a:solidFill>
                <a:latin typeface="Calibri" panose="020F0502020204030204" pitchFamily="34" charset="0"/>
              </a:defRPr>
            </a:lvl3pPr>
            <a:lvl4pPr marL="1600200" indent="-228600" defTabSz="4389438">
              <a:defRPr>
                <a:solidFill>
                  <a:schemeClr val="tx1"/>
                </a:solidFill>
                <a:latin typeface="Calibri" panose="020F0502020204030204" pitchFamily="34" charset="0"/>
              </a:defRPr>
            </a:lvl4pPr>
            <a:lvl5pPr marL="2057400" indent="-228600" defTabSz="4389438">
              <a:defRPr>
                <a:solidFill>
                  <a:schemeClr val="tx1"/>
                </a:solidFill>
                <a:latin typeface="Calibri" panose="020F0502020204030204" pitchFamily="34" charset="0"/>
              </a:defRPr>
            </a:lvl5pPr>
            <a:lvl6pPr marL="2514600" indent="-228600" defTabSz="4389438" eaLnBrk="0" fontAlgn="base" hangingPunct="0">
              <a:spcBef>
                <a:spcPct val="0"/>
              </a:spcBef>
              <a:spcAft>
                <a:spcPct val="0"/>
              </a:spcAft>
              <a:defRPr>
                <a:solidFill>
                  <a:schemeClr val="tx1"/>
                </a:solidFill>
                <a:latin typeface="Calibri" panose="020F0502020204030204" pitchFamily="34" charset="0"/>
              </a:defRPr>
            </a:lvl6pPr>
            <a:lvl7pPr marL="2971800" indent="-228600" defTabSz="4389438" eaLnBrk="0" fontAlgn="base" hangingPunct="0">
              <a:spcBef>
                <a:spcPct val="0"/>
              </a:spcBef>
              <a:spcAft>
                <a:spcPct val="0"/>
              </a:spcAft>
              <a:defRPr>
                <a:solidFill>
                  <a:schemeClr val="tx1"/>
                </a:solidFill>
                <a:latin typeface="Calibri" panose="020F0502020204030204" pitchFamily="34" charset="0"/>
              </a:defRPr>
            </a:lvl7pPr>
            <a:lvl8pPr marL="3429000" indent="-228600" defTabSz="4389438" eaLnBrk="0" fontAlgn="base" hangingPunct="0">
              <a:spcBef>
                <a:spcPct val="0"/>
              </a:spcBef>
              <a:spcAft>
                <a:spcPct val="0"/>
              </a:spcAft>
              <a:defRPr>
                <a:solidFill>
                  <a:schemeClr val="tx1"/>
                </a:solidFill>
                <a:latin typeface="Calibri" panose="020F0502020204030204" pitchFamily="34" charset="0"/>
              </a:defRPr>
            </a:lvl8pPr>
            <a:lvl9pPr marL="3886200" indent="-228600" defTabSz="4389438"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en-US">
              <a:solidFill>
                <a:schemeClr val="bg1"/>
              </a:solidFill>
            </a:endParaRPr>
          </a:p>
        </p:txBody>
      </p:sp>
      <p:sp>
        <p:nvSpPr>
          <p:cNvPr id="4102" name="Text Box 14">
            <a:extLst>
              <a:ext uri="{FF2B5EF4-FFF2-40B4-BE49-F238E27FC236}">
                <a16:creationId xmlns:a16="http://schemas.microsoft.com/office/drawing/2014/main" id="{9050F36C-EEFC-00E6-A241-D0F9F3456A4B}"/>
              </a:ext>
            </a:extLst>
          </p:cNvPr>
          <p:cNvSpPr txBox="1">
            <a:spLocks noChangeArrowheads="1"/>
          </p:cNvSpPr>
          <p:nvPr/>
        </p:nvSpPr>
        <p:spPr bwMode="auto">
          <a:xfrm>
            <a:off x="1016000" y="61913"/>
            <a:ext cx="30689550" cy="5694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endParaRPr lang="en-US" altLang="en-US" sz="4800" b="1" u="sng"/>
          </a:p>
          <a:p>
            <a:pPr algn="ctr" eaLnBrk="1" hangingPunct="1"/>
            <a:r>
              <a:rPr lang="en-US" altLang="en-US" sz="4800" b="1"/>
              <a:t> </a:t>
            </a:r>
            <a:r>
              <a:rPr lang="en-IN" altLang="en-US" sz="5400" b="1"/>
              <a:t>POSTERIOR TIBIAL PLATEAU FRACTURE: A CASE REPORT</a:t>
            </a:r>
            <a:br>
              <a:rPr lang="en-IN" altLang="en-US" sz="5400" b="1"/>
            </a:br>
            <a:r>
              <a:rPr lang="en-IN" altLang="en-US" b="1"/>
              <a:t>  </a:t>
            </a:r>
            <a:r>
              <a:rPr lang="en-IN" altLang="en-US" sz="5400" b="1"/>
              <a:t>LUO CF ET AL; THREE-COLUMN CLASSIFICATION FOR A BETTER UNDERSTANDING </a:t>
            </a:r>
          </a:p>
          <a:p>
            <a:pPr algn="ctr" eaLnBrk="1" hangingPunct="1"/>
            <a:r>
              <a:rPr lang="en-IN" altLang="en-US" sz="5400" b="1"/>
              <a:t>OF THE FRACTURE MORPHOLOGY AND SURGICAL PLANNING</a:t>
            </a:r>
          </a:p>
          <a:p>
            <a:pPr eaLnBrk="1" hangingPunct="1">
              <a:spcBef>
                <a:spcPct val="50000"/>
              </a:spcBef>
            </a:pPr>
            <a:r>
              <a:rPr lang="en-IN" altLang="en-US" sz="4400" b="1">
                <a:solidFill>
                  <a:srgbClr val="FF0000"/>
                </a:solidFill>
              </a:rPr>
              <a:t>Dr Y.SURESH., Postgraduate, </a:t>
            </a:r>
            <a:r>
              <a:rPr lang="en-IN" altLang="en-US" sz="4400"/>
              <a:t>			       							</a:t>
            </a:r>
            <a:r>
              <a:rPr lang="en-IN" altLang="en-US" sz="4400" b="1">
                <a:solidFill>
                  <a:srgbClr val="00B050"/>
                </a:solidFill>
              </a:rPr>
              <a:t>Dr.Riyaz Babu.Shaik. Professor and Hod.</a:t>
            </a:r>
          </a:p>
          <a:p>
            <a:pPr eaLnBrk="1" hangingPunct="1"/>
            <a:r>
              <a:rPr lang="en-IN" altLang="en-US" sz="4400"/>
              <a:t>Dept of Orthopaedics</a:t>
            </a:r>
            <a:r>
              <a:rPr lang="en-US" altLang="en-US" sz="4400"/>
              <a:t>												</a:t>
            </a:r>
            <a:r>
              <a:rPr lang="en-IN" altLang="en-US" sz="4400"/>
              <a:t>Dept of Orthopaedics</a:t>
            </a:r>
            <a:endParaRPr lang="en-US" altLang="en-US" sz="4400"/>
          </a:p>
          <a:p>
            <a:pPr eaLnBrk="1" hangingPunct="1"/>
            <a:r>
              <a:rPr lang="en-US" altLang="en-US" sz="4400"/>
              <a:t>NRI Medical College. Chinakakani.	      					 			NRI Medical College. Chinakakani.</a:t>
            </a:r>
            <a:r>
              <a:rPr lang="en-IN" altLang="en-US" sz="4400"/>
              <a:t>		</a:t>
            </a:r>
            <a:endParaRPr lang="en-US" altLang="en-US" sz="4800"/>
          </a:p>
        </p:txBody>
      </p:sp>
      <p:sp>
        <p:nvSpPr>
          <p:cNvPr id="4103" name="Text Box 16">
            <a:extLst>
              <a:ext uri="{FF2B5EF4-FFF2-40B4-BE49-F238E27FC236}">
                <a16:creationId xmlns:a16="http://schemas.microsoft.com/office/drawing/2014/main" id="{73DEFBD6-AF48-32E1-5235-88139AC7823A}"/>
              </a:ext>
            </a:extLst>
          </p:cNvPr>
          <p:cNvSpPr txBox="1">
            <a:spLocks noChangeArrowheads="1"/>
          </p:cNvSpPr>
          <p:nvPr/>
        </p:nvSpPr>
        <p:spPr bwMode="auto">
          <a:xfrm>
            <a:off x="514350" y="2946400"/>
            <a:ext cx="4114800" cy="204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389438">
              <a:defRPr>
                <a:solidFill>
                  <a:schemeClr val="tx1"/>
                </a:solidFill>
                <a:latin typeface="Calibri" panose="020F0502020204030204" pitchFamily="34" charset="0"/>
              </a:defRPr>
            </a:lvl1pPr>
            <a:lvl2pPr marL="742950" indent="-285750" defTabSz="4389438">
              <a:defRPr>
                <a:solidFill>
                  <a:schemeClr val="tx1"/>
                </a:solidFill>
                <a:latin typeface="Calibri" panose="020F0502020204030204" pitchFamily="34" charset="0"/>
              </a:defRPr>
            </a:lvl2pPr>
            <a:lvl3pPr marL="1143000" indent="-228600" defTabSz="4389438">
              <a:defRPr>
                <a:solidFill>
                  <a:schemeClr val="tx1"/>
                </a:solidFill>
                <a:latin typeface="Calibri" panose="020F0502020204030204" pitchFamily="34" charset="0"/>
              </a:defRPr>
            </a:lvl3pPr>
            <a:lvl4pPr marL="1600200" indent="-228600" defTabSz="4389438">
              <a:defRPr>
                <a:solidFill>
                  <a:schemeClr val="tx1"/>
                </a:solidFill>
                <a:latin typeface="Calibri" panose="020F0502020204030204" pitchFamily="34" charset="0"/>
              </a:defRPr>
            </a:lvl4pPr>
            <a:lvl5pPr marL="2057400" indent="-228600" defTabSz="4389438">
              <a:defRPr>
                <a:solidFill>
                  <a:schemeClr val="tx1"/>
                </a:solidFill>
                <a:latin typeface="Calibri" panose="020F0502020204030204" pitchFamily="34" charset="0"/>
              </a:defRPr>
            </a:lvl5pPr>
            <a:lvl6pPr marL="2514600" indent="-228600" defTabSz="4389438" eaLnBrk="0" fontAlgn="base" hangingPunct="0">
              <a:spcBef>
                <a:spcPct val="0"/>
              </a:spcBef>
              <a:spcAft>
                <a:spcPct val="0"/>
              </a:spcAft>
              <a:defRPr>
                <a:solidFill>
                  <a:schemeClr val="tx1"/>
                </a:solidFill>
                <a:latin typeface="Calibri" panose="020F0502020204030204" pitchFamily="34" charset="0"/>
              </a:defRPr>
            </a:lvl6pPr>
            <a:lvl7pPr marL="2971800" indent="-228600" defTabSz="4389438" eaLnBrk="0" fontAlgn="base" hangingPunct="0">
              <a:spcBef>
                <a:spcPct val="0"/>
              </a:spcBef>
              <a:spcAft>
                <a:spcPct val="0"/>
              </a:spcAft>
              <a:defRPr>
                <a:solidFill>
                  <a:schemeClr val="tx1"/>
                </a:solidFill>
                <a:latin typeface="Calibri" panose="020F0502020204030204" pitchFamily="34" charset="0"/>
              </a:defRPr>
            </a:lvl7pPr>
            <a:lvl8pPr marL="3429000" indent="-228600" defTabSz="4389438" eaLnBrk="0" fontAlgn="base" hangingPunct="0">
              <a:spcBef>
                <a:spcPct val="0"/>
              </a:spcBef>
              <a:spcAft>
                <a:spcPct val="0"/>
              </a:spcAft>
              <a:defRPr>
                <a:solidFill>
                  <a:schemeClr val="tx1"/>
                </a:solidFill>
                <a:latin typeface="Calibri" panose="020F0502020204030204" pitchFamily="34" charset="0"/>
              </a:defRPr>
            </a:lvl8pPr>
            <a:lvl9pPr marL="3886200" indent="-228600" defTabSz="4389438"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ct val="50000"/>
              </a:spcBef>
            </a:pPr>
            <a:endParaRPr lang="en-US" altLang="en-US" b="1"/>
          </a:p>
          <a:p>
            <a:pPr eaLnBrk="1" hangingPunct="1">
              <a:spcBef>
                <a:spcPct val="50000"/>
              </a:spcBef>
            </a:pPr>
            <a:endParaRPr lang="en-US" altLang="en-US" sz="2800">
              <a:solidFill>
                <a:srgbClr val="FF0000"/>
              </a:solidFill>
            </a:endParaRPr>
          </a:p>
        </p:txBody>
      </p:sp>
      <p:sp>
        <p:nvSpPr>
          <p:cNvPr id="4104" name="Text Box 36">
            <a:extLst>
              <a:ext uri="{FF2B5EF4-FFF2-40B4-BE49-F238E27FC236}">
                <a16:creationId xmlns:a16="http://schemas.microsoft.com/office/drawing/2014/main" id="{12AE8E91-FF29-7025-AB79-CD650E5480A9}"/>
              </a:ext>
            </a:extLst>
          </p:cNvPr>
          <p:cNvSpPr txBox="1">
            <a:spLocks noChangeArrowheads="1"/>
          </p:cNvSpPr>
          <p:nvPr/>
        </p:nvSpPr>
        <p:spPr bwMode="auto">
          <a:xfrm>
            <a:off x="1211263" y="26479500"/>
            <a:ext cx="15213012" cy="14835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mpd="thinThick">
                <a:solidFill>
                  <a:srgbClr val="000000"/>
                </a:solidFill>
                <a:miter lim="800000"/>
                <a:headEnd/>
                <a:tailEnd/>
              </a14:hiddenLine>
            </a:ext>
          </a:extLst>
        </p:spPr>
        <p:txBody>
          <a:bodyPr lIns="61170" tIns="30584" rIns="61170" bIns="30584">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en-US" sz="3200"/>
          </a:p>
          <a:p>
            <a:pPr eaLnBrk="1" hangingPunct="1"/>
            <a:r>
              <a:rPr lang="en-US" altLang="en-US" sz="3200" b="1" u="sng"/>
              <a:t>CT SCAN :</a:t>
            </a:r>
          </a:p>
          <a:p>
            <a:pPr eaLnBrk="1" hangingPunct="1"/>
            <a:endParaRPr lang="en-US" altLang="en-US" sz="3200" b="1" u="sng"/>
          </a:p>
          <a:p>
            <a:pPr eaLnBrk="1" hangingPunct="1"/>
            <a:endParaRPr lang="en-US" altLang="en-US" sz="3200" b="1" u="sng"/>
          </a:p>
          <a:p>
            <a:pPr eaLnBrk="1" hangingPunct="1"/>
            <a:endParaRPr lang="en-US" altLang="en-US" sz="3200" b="1" u="sng"/>
          </a:p>
          <a:p>
            <a:pPr eaLnBrk="1" hangingPunct="1"/>
            <a:endParaRPr lang="en-US" altLang="en-US" sz="3200" b="1" u="sng"/>
          </a:p>
          <a:p>
            <a:pPr eaLnBrk="1" hangingPunct="1"/>
            <a:endParaRPr lang="en-US" altLang="en-US" sz="3200" b="1" u="sng"/>
          </a:p>
          <a:p>
            <a:pPr eaLnBrk="1" hangingPunct="1"/>
            <a:endParaRPr lang="en-US" altLang="en-US" sz="3200" b="1" u="sng"/>
          </a:p>
          <a:p>
            <a:pPr eaLnBrk="1" hangingPunct="1"/>
            <a:endParaRPr lang="en-US" altLang="en-US" sz="3200" b="1" u="sng"/>
          </a:p>
          <a:p>
            <a:pPr eaLnBrk="1" hangingPunct="1"/>
            <a:endParaRPr lang="en-US" altLang="en-US" sz="3200" b="1" u="sng"/>
          </a:p>
          <a:p>
            <a:pPr eaLnBrk="1" hangingPunct="1"/>
            <a:endParaRPr lang="en-US" altLang="en-US" sz="3200" b="1" u="sng"/>
          </a:p>
          <a:p>
            <a:pPr eaLnBrk="1" hangingPunct="1"/>
            <a:r>
              <a:rPr lang="en-US" altLang="en-US" sz="3200" b="1" u="sng"/>
              <a:t>THE SCHAT</a:t>
            </a:r>
            <a:r>
              <a:rPr lang="en-IN" altLang="en-US" sz="3200" b="1" u="sng">
                <a:cs typeface="Calibri" panose="020F0502020204030204" pitchFamily="34" charset="0"/>
              </a:rPr>
              <a:t>ZKER CLASSIFICATION:</a:t>
            </a:r>
            <a:endParaRPr lang="en-US" altLang="en-US" sz="3200" b="1" u="sng"/>
          </a:p>
          <a:p>
            <a:pPr eaLnBrk="1" hangingPunct="1"/>
            <a:r>
              <a:rPr lang="en-US" altLang="en-US" sz="3200"/>
              <a:t> </a:t>
            </a:r>
            <a:r>
              <a:rPr lang="en-IN" altLang="en-US" sz="3200">
                <a:cs typeface="Calibri" panose="020F0502020204030204" pitchFamily="34" charset="0"/>
              </a:rPr>
              <a:t>The six principle tibial plateau fracture types as described by Schatzker. </a:t>
            </a:r>
          </a:p>
          <a:p>
            <a:pPr eaLnBrk="1" hangingPunct="1">
              <a:buFont typeface="Wingdings" panose="05000000000000000000" pitchFamily="2" charset="2"/>
              <a:buChar char="Ø"/>
            </a:pPr>
            <a:r>
              <a:rPr lang="en-IN" altLang="en-US" sz="3200">
                <a:cs typeface="Calibri" panose="020F0502020204030204" pitchFamily="34" charset="0"/>
              </a:rPr>
              <a:t>Type I, split wedge of the lateral tibial plateau; </a:t>
            </a:r>
          </a:p>
          <a:p>
            <a:pPr eaLnBrk="1" hangingPunct="1">
              <a:buFont typeface="Wingdings" panose="05000000000000000000" pitchFamily="2" charset="2"/>
              <a:buChar char="Ø"/>
            </a:pPr>
            <a:r>
              <a:rPr lang="en-IN" altLang="en-US" sz="3200">
                <a:cs typeface="Calibri" panose="020F0502020204030204" pitchFamily="34" charset="0"/>
              </a:rPr>
              <a:t>Type II, split wedge depression of the lateral tibial plateau; </a:t>
            </a:r>
          </a:p>
          <a:p>
            <a:pPr eaLnBrk="1" hangingPunct="1">
              <a:buFont typeface="Wingdings" panose="05000000000000000000" pitchFamily="2" charset="2"/>
              <a:buChar char="Ø"/>
            </a:pPr>
            <a:r>
              <a:rPr lang="en-IN" altLang="en-US" sz="3200">
                <a:cs typeface="Calibri" panose="020F0502020204030204" pitchFamily="34" charset="0"/>
              </a:rPr>
              <a:t>Type III, pure depression of the lateral tibial plateau; </a:t>
            </a:r>
          </a:p>
          <a:p>
            <a:pPr eaLnBrk="1" hangingPunct="1">
              <a:buFont typeface="Wingdings" panose="05000000000000000000" pitchFamily="2" charset="2"/>
              <a:buChar char="Ø"/>
            </a:pPr>
            <a:r>
              <a:rPr lang="en-IN" altLang="en-US" sz="3200">
                <a:cs typeface="Calibri" panose="020F0502020204030204" pitchFamily="34" charset="0"/>
              </a:rPr>
              <a:t>Type IV: split wedge of the medial tibial plateau; </a:t>
            </a:r>
          </a:p>
          <a:p>
            <a:pPr eaLnBrk="1" hangingPunct="1">
              <a:buFont typeface="Wingdings" panose="05000000000000000000" pitchFamily="2" charset="2"/>
              <a:buChar char="Ø"/>
            </a:pPr>
            <a:r>
              <a:rPr lang="en-IN" altLang="en-US" sz="3200">
                <a:cs typeface="Calibri" panose="020F0502020204030204" pitchFamily="34" charset="0"/>
              </a:rPr>
              <a:t>Type V: bicondylar tibial plateau fracture, where there is continuity between the epiphysis and the diaphysis; </a:t>
            </a:r>
          </a:p>
          <a:p>
            <a:pPr eaLnBrk="1" hangingPunct="1">
              <a:buFont typeface="Wingdings" panose="05000000000000000000" pitchFamily="2" charset="2"/>
              <a:buChar char="Ø"/>
            </a:pPr>
            <a:r>
              <a:rPr lang="en-IN" altLang="en-US" sz="3200">
                <a:cs typeface="Calibri" panose="020F0502020204030204" pitchFamily="34" charset="0"/>
              </a:rPr>
              <a:t>Type VI: bicondylar fracture with complete dissociation between the epiphysis and the diaphysis.</a:t>
            </a:r>
          </a:p>
          <a:p>
            <a:pPr eaLnBrk="1" hangingPunct="1">
              <a:buFont typeface="Wingdings" panose="05000000000000000000" pitchFamily="2" charset="2"/>
              <a:buChar char="Ø"/>
            </a:pPr>
            <a:endParaRPr lang="en-IN" altLang="en-US" sz="3200">
              <a:cs typeface="Calibri" panose="020F0502020204030204" pitchFamily="34" charset="0"/>
            </a:endParaRPr>
          </a:p>
          <a:p>
            <a:pPr eaLnBrk="1" hangingPunct="1"/>
            <a:r>
              <a:rPr lang="en-IN" altLang="en-US" sz="3200">
                <a:cs typeface="Calibri" panose="020F0502020204030204" pitchFamily="34" charset="0"/>
              </a:rPr>
              <a:t>The Schatzker classification was based on a two-dimensional representation of the fracture from antero posterior radiographs</a:t>
            </a:r>
          </a:p>
          <a:p>
            <a:pPr eaLnBrk="1" hangingPunct="1"/>
            <a:endParaRPr lang="en-IN" altLang="en-US" sz="3200">
              <a:cs typeface="Calibri" panose="020F0502020204030204" pitchFamily="34" charset="0"/>
            </a:endParaRPr>
          </a:p>
          <a:p>
            <a:pPr eaLnBrk="1" hangingPunct="1"/>
            <a:r>
              <a:rPr lang="en-IN" altLang="en-US" sz="3200">
                <a:cs typeface="Calibri" panose="020F0502020204030204" pitchFamily="34" charset="0"/>
              </a:rPr>
              <a:t>Before the advent of the CT scan many of the fractures in the coronal plane, often the result of high velocity trauma, were not recognized. </a:t>
            </a:r>
          </a:p>
          <a:p>
            <a:pPr eaLnBrk="1" hangingPunct="1"/>
            <a:endParaRPr lang="en-US" altLang="en-US" sz="3200" b="1" u="sng"/>
          </a:p>
          <a:p>
            <a:pPr eaLnBrk="1" hangingPunct="1"/>
            <a:endParaRPr lang="en-US" altLang="en-US" sz="3200"/>
          </a:p>
          <a:p>
            <a:endParaRPr lang="en-US" altLang="en-US" sz="3200">
              <a:latin typeface="Times New Roman" panose="02020603050405020304" pitchFamily="18" charset="0"/>
            </a:endParaRPr>
          </a:p>
        </p:txBody>
      </p:sp>
      <p:sp>
        <p:nvSpPr>
          <p:cNvPr id="2088" name="Text Box 40">
            <a:extLst>
              <a:ext uri="{FF2B5EF4-FFF2-40B4-BE49-F238E27FC236}">
                <a16:creationId xmlns:a16="http://schemas.microsoft.com/office/drawing/2014/main" id="{D11C5B05-E2FA-4C88-AC1C-736385522F2E}"/>
              </a:ext>
            </a:extLst>
          </p:cNvPr>
          <p:cNvSpPr txBox="1">
            <a:spLocks noChangeArrowheads="1"/>
          </p:cNvSpPr>
          <p:nvPr/>
        </p:nvSpPr>
        <p:spPr bwMode="auto">
          <a:xfrm>
            <a:off x="16633825" y="11852275"/>
            <a:ext cx="15071725" cy="37487225"/>
          </a:xfrm>
          <a:prstGeom prst="rect">
            <a:avLst/>
          </a:prstGeom>
          <a:noFill/>
          <a:ln w="57150" cmpd="thinThick">
            <a:noFill/>
            <a:miter lim="800000"/>
            <a:headEnd/>
            <a:tailEnd/>
          </a:ln>
          <a:effectLst/>
        </p:spPr>
        <p:txBody>
          <a:bodyPr lIns="61170" tIns="30584" rIns="61170" bIns="30584">
            <a:spAutoFit/>
          </a:bodyPr>
          <a:lstStyle/>
          <a:p>
            <a:pPr eaLnBrk="1" fontAlgn="auto" hangingPunct="1">
              <a:spcBef>
                <a:spcPts val="0"/>
              </a:spcBef>
              <a:spcAft>
                <a:spcPts val="0"/>
              </a:spcAft>
              <a:defRPr/>
            </a:pPr>
            <a:r>
              <a:rPr lang="en-IN" sz="3200" b="1" u="sng" dirty="0">
                <a:cs typeface="Calibri" panose="020F0502020204030204" pitchFamily="34" charset="0"/>
              </a:rPr>
              <a:t>VIRTUAL EQUATOR OF THE TIBIAL PLATEAU:</a:t>
            </a:r>
            <a:endParaRPr lang="en-US" sz="3200" b="1" u="sng" dirty="0">
              <a:latin typeface="+mn-lt"/>
            </a:endParaRPr>
          </a:p>
          <a:p>
            <a:pPr eaLnBrk="1" fontAlgn="auto" hangingPunct="1">
              <a:spcBef>
                <a:spcPts val="0"/>
              </a:spcBef>
              <a:spcAft>
                <a:spcPts val="0"/>
              </a:spcAft>
              <a:defRPr/>
            </a:pPr>
            <a:r>
              <a:rPr lang="en-IN" sz="3200" dirty="0">
                <a:cs typeface="Calibri" panose="020F0502020204030204" pitchFamily="34" charset="0"/>
              </a:rPr>
              <a:t>Plane determined by joining the insertion of the fibular collateral ligament on the lateral tubercle of the fibular head and the posterior aspect of the insertion of the superficial medial collateral ligament, which is distal to the joint in the </a:t>
            </a:r>
            <a:r>
              <a:rPr lang="en-IN" sz="3200" dirty="0" err="1">
                <a:cs typeface="Calibri" panose="020F0502020204030204" pitchFamily="34" charset="0"/>
              </a:rPr>
              <a:t>metaphyseal</a:t>
            </a:r>
            <a:r>
              <a:rPr lang="en-IN" sz="3200" dirty="0">
                <a:cs typeface="Calibri" panose="020F0502020204030204" pitchFamily="34" charset="0"/>
              </a:rPr>
              <a:t> area and coincides with the posterior tibial crest.</a:t>
            </a:r>
          </a:p>
          <a:p>
            <a:pPr eaLnBrk="1" fontAlgn="auto" hangingPunct="1">
              <a:spcBef>
                <a:spcPts val="0"/>
              </a:spcBef>
              <a:spcAft>
                <a:spcPts val="0"/>
              </a:spcAft>
              <a:defRPr/>
            </a:pPr>
            <a:endParaRPr lang="en-IN" sz="3200" dirty="0">
              <a:cs typeface="Calibri" panose="020F0502020204030204" pitchFamily="34" charset="0"/>
            </a:endParaRPr>
          </a:p>
          <a:p>
            <a:pPr eaLnBrk="1" fontAlgn="auto" hangingPunct="1">
              <a:spcBef>
                <a:spcPts val="0"/>
              </a:spcBef>
              <a:spcAft>
                <a:spcPts val="0"/>
              </a:spcAft>
              <a:defRPr/>
            </a:pPr>
            <a:endParaRPr lang="en-US" sz="3200" dirty="0">
              <a:latin typeface="+mn-lt"/>
            </a:endParaRPr>
          </a:p>
          <a:p>
            <a:pPr eaLnBrk="1" fontAlgn="auto" hangingPunct="1">
              <a:spcBef>
                <a:spcPts val="0"/>
              </a:spcBef>
              <a:spcAft>
                <a:spcPts val="0"/>
              </a:spcAft>
              <a:defRPr/>
            </a:pPr>
            <a:endParaRPr lang="en-US" sz="3200" dirty="0">
              <a:latin typeface="+mn-lt"/>
            </a:endParaRPr>
          </a:p>
          <a:p>
            <a:pPr eaLnBrk="1" fontAlgn="auto" hangingPunct="1">
              <a:spcBef>
                <a:spcPts val="0"/>
              </a:spcBef>
              <a:spcAft>
                <a:spcPts val="0"/>
              </a:spcAft>
              <a:defRPr/>
            </a:pPr>
            <a:endParaRPr lang="en-US" sz="3200" dirty="0">
              <a:latin typeface="+mn-lt"/>
            </a:endParaRPr>
          </a:p>
          <a:p>
            <a:pPr eaLnBrk="1" fontAlgn="auto" hangingPunct="1">
              <a:spcBef>
                <a:spcPts val="0"/>
              </a:spcBef>
              <a:spcAft>
                <a:spcPts val="0"/>
              </a:spcAft>
              <a:defRPr/>
            </a:pPr>
            <a:endParaRPr lang="en-US" sz="3200" dirty="0">
              <a:latin typeface="+mn-lt"/>
            </a:endParaRPr>
          </a:p>
          <a:p>
            <a:pPr eaLnBrk="1" fontAlgn="auto" hangingPunct="1">
              <a:spcBef>
                <a:spcPts val="0"/>
              </a:spcBef>
              <a:spcAft>
                <a:spcPts val="0"/>
              </a:spcAft>
              <a:defRPr/>
            </a:pPr>
            <a:r>
              <a:rPr lang="en-IN" sz="3200" b="1" u="sng" dirty="0">
                <a:latin typeface="+mn-lt"/>
              </a:rPr>
              <a:t>QUADRANTS :</a:t>
            </a:r>
          </a:p>
          <a:p>
            <a:pPr eaLnBrk="1" fontAlgn="auto" hangingPunct="1">
              <a:spcBef>
                <a:spcPts val="0"/>
              </a:spcBef>
              <a:spcAft>
                <a:spcPts val="0"/>
              </a:spcAft>
              <a:defRPr/>
            </a:pPr>
            <a:r>
              <a:rPr lang="en-IN" sz="3200" dirty="0">
                <a:cs typeface="Calibri" panose="020F0502020204030204" pitchFamily="34" charset="0"/>
              </a:rPr>
              <a:t>The virtual equator divides the tibial plateau condyles into two halves. The anterior one is designated by a capital “A”, and the posterior one is designated by a capital “P”. The tibial plateau has two columns, each one supporting its corresponding articular surface. The articular surfaces are separated by the extra-articular tibial spines. Since there are two columns which are split by a virtual equator, this results in the four anatomical quadrants, as follows: AL- anterolateral; AM – </a:t>
            </a:r>
            <a:r>
              <a:rPr lang="en-IN" sz="3200" dirty="0" err="1">
                <a:cs typeface="Calibri" panose="020F0502020204030204" pitchFamily="34" charset="0"/>
              </a:rPr>
              <a:t>anteromedial</a:t>
            </a:r>
            <a:r>
              <a:rPr lang="en-IN" sz="3200" dirty="0">
                <a:cs typeface="Calibri" panose="020F0502020204030204" pitchFamily="34" charset="0"/>
              </a:rPr>
              <a:t>; PL – </a:t>
            </a:r>
            <a:r>
              <a:rPr lang="en-IN" sz="3200" dirty="0" err="1">
                <a:cs typeface="Calibri" panose="020F0502020204030204" pitchFamily="34" charset="0"/>
              </a:rPr>
              <a:t>posterolateral</a:t>
            </a:r>
            <a:r>
              <a:rPr lang="en-IN" sz="3200" dirty="0">
                <a:cs typeface="Calibri" panose="020F0502020204030204" pitchFamily="34" charset="0"/>
              </a:rPr>
              <a:t>; PM – posteromedial</a:t>
            </a:r>
          </a:p>
          <a:p>
            <a:pPr eaLnBrk="1" fontAlgn="auto" hangingPunct="1">
              <a:spcBef>
                <a:spcPts val="0"/>
              </a:spcBef>
              <a:spcAft>
                <a:spcPts val="0"/>
              </a:spcAft>
              <a:defRPr/>
            </a:pPr>
            <a:endParaRPr lang="en-US" sz="3200" dirty="0">
              <a:latin typeface="+mn-lt"/>
            </a:endParaRPr>
          </a:p>
          <a:p>
            <a:pPr eaLnBrk="1" fontAlgn="auto" hangingPunct="1">
              <a:spcBef>
                <a:spcPts val="0"/>
              </a:spcBef>
              <a:spcAft>
                <a:spcPts val="0"/>
              </a:spcAft>
              <a:defRPr/>
            </a:pPr>
            <a:endParaRPr lang="en-US" sz="3200" dirty="0">
              <a:latin typeface="+mn-lt"/>
            </a:endParaRPr>
          </a:p>
          <a:p>
            <a:pPr eaLnBrk="1" fontAlgn="auto" hangingPunct="1">
              <a:spcBef>
                <a:spcPts val="0"/>
              </a:spcBef>
              <a:spcAft>
                <a:spcPts val="0"/>
              </a:spcAft>
              <a:defRPr/>
            </a:pPr>
            <a:endParaRPr lang="en-US" sz="3200" dirty="0">
              <a:latin typeface="+mn-lt"/>
            </a:endParaRPr>
          </a:p>
          <a:p>
            <a:pPr eaLnBrk="1" fontAlgn="auto" hangingPunct="1">
              <a:spcBef>
                <a:spcPts val="0"/>
              </a:spcBef>
              <a:spcAft>
                <a:spcPts val="0"/>
              </a:spcAft>
              <a:defRPr/>
            </a:pPr>
            <a:endParaRPr lang="en-US" sz="3200" dirty="0">
              <a:latin typeface="+mn-lt"/>
            </a:endParaRPr>
          </a:p>
          <a:p>
            <a:pPr eaLnBrk="1" fontAlgn="auto" hangingPunct="1">
              <a:spcBef>
                <a:spcPts val="0"/>
              </a:spcBef>
              <a:spcAft>
                <a:spcPts val="0"/>
              </a:spcAft>
              <a:defRPr/>
            </a:pPr>
            <a:endParaRPr lang="en-US" sz="3200" dirty="0">
              <a:latin typeface="+mn-lt"/>
            </a:endParaRPr>
          </a:p>
          <a:p>
            <a:pPr eaLnBrk="1" fontAlgn="auto" hangingPunct="1">
              <a:spcBef>
                <a:spcPts val="0"/>
              </a:spcBef>
              <a:spcAft>
                <a:spcPts val="0"/>
              </a:spcAft>
              <a:defRPr/>
            </a:pPr>
            <a:endParaRPr lang="en-US" sz="3200" dirty="0">
              <a:latin typeface="+mn-lt"/>
            </a:endParaRPr>
          </a:p>
          <a:p>
            <a:pPr eaLnBrk="1" fontAlgn="auto" hangingPunct="1">
              <a:spcBef>
                <a:spcPts val="0"/>
              </a:spcBef>
              <a:spcAft>
                <a:spcPts val="0"/>
              </a:spcAft>
              <a:defRPr/>
            </a:pPr>
            <a:endParaRPr lang="en-US" sz="3200" dirty="0">
              <a:latin typeface="+mn-lt"/>
            </a:endParaRPr>
          </a:p>
          <a:p>
            <a:pPr eaLnBrk="1" fontAlgn="auto" hangingPunct="1">
              <a:spcBef>
                <a:spcPts val="0"/>
              </a:spcBef>
              <a:spcAft>
                <a:spcPts val="0"/>
              </a:spcAft>
              <a:defRPr/>
            </a:pPr>
            <a:r>
              <a:rPr lang="en-US" sz="3200" b="1" u="sng" dirty="0">
                <a:latin typeface="+mn-lt"/>
              </a:rPr>
              <a:t>CLINICAL APPLICATION :</a:t>
            </a:r>
          </a:p>
          <a:p>
            <a:pPr marL="342900" indent="-342900" eaLnBrk="1" fontAlgn="auto" hangingPunct="1">
              <a:spcBef>
                <a:spcPts val="0"/>
              </a:spcBef>
              <a:spcAft>
                <a:spcPts val="0"/>
              </a:spcAft>
              <a:buFont typeface="Arial" panose="020B0604020202020204" pitchFamily="34" charset="0"/>
              <a:buChar char="•"/>
              <a:defRPr/>
            </a:pPr>
            <a:r>
              <a:rPr lang="en-IN" sz="3200" dirty="0">
                <a:cs typeface="Calibri" panose="020F0502020204030204" pitchFamily="34" charset="0"/>
              </a:rPr>
              <a:t>According to the three-dimensional anatomical classification this would be - one wedge anterior and one posterior.</a:t>
            </a:r>
          </a:p>
          <a:p>
            <a:pPr marL="342900" indent="-342900" eaLnBrk="1" fontAlgn="auto" hangingPunct="1">
              <a:spcBef>
                <a:spcPts val="0"/>
              </a:spcBef>
              <a:spcAft>
                <a:spcPts val="0"/>
              </a:spcAft>
              <a:buFont typeface="Arial" panose="020B0604020202020204" pitchFamily="34" charset="0"/>
              <a:buChar char="•"/>
              <a:defRPr/>
            </a:pPr>
            <a:r>
              <a:rPr lang="en-IN" sz="3200" dirty="0">
                <a:cs typeface="Calibri" panose="020F0502020204030204" pitchFamily="34" charset="0"/>
              </a:rPr>
              <a:t>The identification of the posterior wedge is of great importance.</a:t>
            </a:r>
          </a:p>
          <a:p>
            <a:pPr marL="342900" indent="-342900" eaLnBrk="1" fontAlgn="auto" hangingPunct="1">
              <a:spcBef>
                <a:spcPts val="0"/>
              </a:spcBef>
              <a:spcAft>
                <a:spcPts val="0"/>
              </a:spcAft>
              <a:buFont typeface="Arial" panose="020B0604020202020204" pitchFamily="34" charset="0"/>
              <a:buChar char="•"/>
              <a:defRPr/>
            </a:pPr>
            <a:r>
              <a:rPr lang="en-IN" sz="3200" dirty="0">
                <a:cs typeface="Calibri" panose="020F0502020204030204" pitchFamily="34" charset="0"/>
              </a:rPr>
              <a:t>To deal only with the anterior wedge would leave the joint unstable posteriorly. </a:t>
            </a:r>
          </a:p>
          <a:p>
            <a:pPr marL="342900" indent="-342900" eaLnBrk="1" fontAlgn="auto" hangingPunct="1">
              <a:spcBef>
                <a:spcPts val="0"/>
              </a:spcBef>
              <a:spcAft>
                <a:spcPts val="0"/>
              </a:spcAft>
              <a:buFont typeface="Arial" panose="020B0604020202020204" pitchFamily="34" charset="0"/>
              <a:buChar char="•"/>
              <a:defRPr/>
            </a:pPr>
            <a:endParaRPr lang="en-IN" sz="3200" dirty="0">
              <a:cs typeface="Calibri" panose="020F0502020204030204" pitchFamily="34" charset="0"/>
            </a:endParaRPr>
          </a:p>
          <a:p>
            <a:pPr marL="342900" indent="-342900" eaLnBrk="1" fontAlgn="auto" hangingPunct="1">
              <a:spcBef>
                <a:spcPts val="0"/>
              </a:spcBef>
              <a:spcAft>
                <a:spcPts val="0"/>
              </a:spcAft>
              <a:buFont typeface="Arial" panose="020B0604020202020204" pitchFamily="34" charset="0"/>
              <a:buChar char="•"/>
              <a:defRPr/>
            </a:pPr>
            <a:endParaRPr lang="en-IN" sz="3200" dirty="0">
              <a:cs typeface="Calibri" panose="020F0502020204030204" pitchFamily="34" charset="0"/>
            </a:endParaRPr>
          </a:p>
          <a:p>
            <a:pPr marL="342900" indent="-342900" eaLnBrk="1" fontAlgn="auto" hangingPunct="1">
              <a:spcBef>
                <a:spcPts val="0"/>
              </a:spcBef>
              <a:spcAft>
                <a:spcPts val="0"/>
              </a:spcAft>
              <a:buFont typeface="Arial" panose="020B0604020202020204" pitchFamily="34" charset="0"/>
              <a:buChar char="•"/>
              <a:defRPr/>
            </a:pPr>
            <a:endParaRPr lang="en-IN" sz="3200" dirty="0">
              <a:cs typeface="Calibri" panose="020F0502020204030204" pitchFamily="34" charset="0"/>
            </a:endParaRPr>
          </a:p>
          <a:p>
            <a:pPr marL="342900" indent="-342900" eaLnBrk="1" fontAlgn="auto" hangingPunct="1">
              <a:spcBef>
                <a:spcPts val="0"/>
              </a:spcBef>
              <a:spcAft>
                <a:spcPts val="0"/>
              </a:spcAft>
              <a:buFont typeface="Arial" panose="020B0604020202020204" pitchFamily="34" charset="0"/>
              <a:buChar char="•"/>
              <a:defRPr/>
            </a:pPr>
            <a:endParaRPr lang="en-IN" sz="3200" dirty="0">
              <a:cs typeface="Calibri" panose="020F0502020204030204" pitchFamily="34" charset="0"/>
            </a:endParaRPr>
          </a:p>
          <a:p>
            <a:pPr marL="342900" indent="-342900" eaLnBrk="1" fontAlgn="auto" hangingPunct="1">
              <a:spcBef>
                <a:spcPts val="0"/>
              </a:spcBef>
              <a:spcAft>
                <a:spcPts val="0"/>
              </a:spcAft>
              <a:buFont typeface="Arial" panose="020B0604020202020204" pitchFamily="34" charset="0"/>
              <a:buChar char="•"/>
              <a:defRPr/>
            </a:pPr>
            <a:endParaRPr lang="en-IN" sz="3200" dirty="0">
              <a:cs typeface="Calibri" panose="020F0502020204030204" pitchFamily="34" charset="0"/>
            </a:endParaRPr>
          </a:p>
          <a:p>
            <a:pPr marL="342900" indent="-342900" eaLnBrk="1" fontAlgn="auto" hangingPunct="1">
              <a:spcBef>
                <a:spcPts val="0"/>
              </a:spcBef>
              <a:spcAft>
                <a:spcPts val="0"/>
              </a:spcAft>
              <a:buFont typeface="Arial" panose="020B0604020202020204" pitchFamily="34" charset="0"/>
              <a:buChar char="•"/>
              <a:defRPr/>
            </a:pPr>
            <a:endParaRPr lang="en-IN" sz="3200" dirty="0">
              <a:cs typeface="Calibri" panose="020F0502020204030204" pitchFamily="34" charset="0"/>
            </a:endParaRPr>
          </a:p>
          <a:p>
            <a:pPr eaLnBrk="1" fontAlgn="auto" hangingPunct="1">
              <a:spcBef>
                <a:spcPts val="0"/>
              </a:spcBef>
              <a:spcAft>
                <a:spcPts val="0"/>
              </a:spcAft>
              <a:defRPr/>
            </a:pPr>
            <a:r>
              <a:rPr lang="en-IN" sz="3200" b="1" dirty="0">
                <a:cs typeface="Calibri" panose="020F0502020204030204" pitchFamily="34" charset="0"/>
              </a:rPr>
              <a:t>A:</a:t>
            </a:r>
            <a:r>
              <a:rPr lang="en-IN" sz="3200" dirty="0">
                <a:cs typeface="Calibri" panose="020F0502020204030204" pitchFamily="34" charset="0"/>
              </a:rPr>
              <a:t> A coronal plane-oriented fracture which compromise the posteromedial quadrant of the tibial plateau </a:t>
            </a:r>
          </a:p>
          <a:p>
            <a:pPr eaLnBrk="1" fontAlgn="auto" hangingPunct="1">
              <a:spcBef>
                <a:spcPts val="0"/>
              </a:spcBef>
              <a:spcAft>
                <a:spcPts val="0"/>
              </a:spcAft>
              <a:defRPr/>
            </a:pPr>
            <a:r>
              <a:rPr lang="en-IN" sz="3200" b="1" dirty="0">
                <a:cs typeface="Calibri" panose="020F0502020204030204" pitchFamily="34" charset="0"/>
              </a:rPr>
              <a:t>B:</a:t>
            </a:r>
            <a:r>
              <a:rPr lang="en-IN" sz="3200" dirty="0">
                <a:cs typeface="Calibri" panose="020F0502020204030204" pitchFamily="34" charset="0"/>
              </a:rPr>
              <a:t> The ideal location for a buttress plate coincides with the area where the surgeon would like to apply his thumb to keep the wedge in its place. In this case, the thumb has to be applied on the posteromedial aspect of the tibia</a:t>
            </a:r>
          </a:p>
          <a:p>
            <a:pPr eaLnBrk="1" fontAlgn="auto" hangingPunct="1">
              <a:spcBef>
                <a:spcPts val="0"/>
              </a:spcBef>
              <a:spcAft>
                <a:spcPts val="0"/>
              </a:spcAft>
              <a:defRPr/>
            </a:pPr>
            <a:r>
              <a:rPr lang="en-IN" sz="3200" b="1" dirty="0">
                <a:cs typeface="Calibri" panose="020F0502020204030204" pitchFamily="34" charset="0"/>
              </a:rPr>
              <a:t>C:</a:t>
            </a:r>
            <a:r>
              <a:rPr lang="en-IN" sz="3200" dirty="0">
                <a:cs typeface="Calibri" panose="020F0502020204030204" pitchFamily="34" charset="0"/>
              </a:rPr>
              <a:t> The best location for a buttress plate is parallel to the main fracture plane</a:t>
            </a:r>
          </a:p>
          <a:p>
            <a:pPr marL="342900" indent="-342900" eaLnBrk="1" fontAlgn="auto" hangingPunct="1">
              <a:spcBef>
                <a:spcPts val="0"/>
              </a:spcBef>
              <a:spcAft>
                <a:spcPts val="0"/>
              </a:spcAft>
              <a:buFont typeface="Arial" panose="020B0604020202020204" pitchFamily="34" charset="0"/>
              <a:buChar char="•"/>
              <a:defRPr/>
            </a:pPr>
            <a:endParaRPr lang="en-IN" sz="3200" dirty="0">
              <a:cs typeface="Calibri" panose="020F0502020204030204" pitchFamily="34" charset="0"/>
            </a:endParaRPr>
          </a:p>
          <a:p>
            <a:pPr eaLnBrk="1" fontAlgn="auto" hangingPunct="1">
              <a:spcBef>
                <a:spcPts val="0"/>
              </a:spcBef>
              <a:spcAft>
                <a:spcPts val="0"/>
              </a:spcAft>
              <a:defRPr/>
            </a:pPr>
            <a:endParaRPr lang="en-US" sz="3200" b="1" u="sng" dirty="0">
              <a:latin typeface="+mn-lt"/>
            </a:endParaRPr>
          </a:p>
          <a:p>
            <a:pPr eaLnBrk="1" fontAlgn="auto" hangingPunct="1">
              <a:spcBef>
                <a:spcPts val="0"/>
              </a:spcBef>
              <a:spcAft>
                <a:spcPts val="0"/>
              </a:spcAft>
              <a:defRPr/>
            </a:pPr>
            <a:endParaRPr lang="en-US" sz="3200" dirty="0">
              <a:latin typeface="+mn-lt"/>
            </a:endParaRPr>
          </a:p>
          <a:p>
            <a:pPr eaLnBrk="1" fontAlgn="auto" hangingPunct="1">
              <a:spcBef>
                <a:spcPts val="0"/>
              </a:spcBef>
              <a:spcAft>
                <a:spcPts val="0"/>
              </a:spcAft>
              <a:defRPr/>
            </a:pPr>
            <a:endParaRPr lang="en-US" sz="3200" dirty="0">
              <a:latin typeface="+mn-lt"/>
            </a:endParaRPr>
          </a:p>
          <a:p>
            <a:pPr eaLnBrk="1" fontAlgn="auto" hangingPunct="1">
              <a:spcBef>
                <a:spcPts val="0"/>
              </a:spcBef>
              <a:spcAft>
                <a:spcPts val="0"/>
              </a:spcAft>
              <a:defRPr/>
            </a:pPr>
            <a:endParaRPr lang="en-US" sz="3200" dirty="0">
              <a:latin typeface="+mn-lt"/>
            </a:endParaRPr>
          </a:p>
          <a:p>
            <a:pPr eaLnBrk="1" fontAlgn="auto" hangingPunct="1">
              <a:spcBef>
                <a:spcPts val="0"/>
              </a:spcBef>
              <a:spcAft>
                <a:spcPts val="0"/>
              </a:spcAft>
              <a:defRPr/>
            </a:pPr>
            <a:endParaRPr lang="en-US" sz="3200" dirty="0">
              <a:latin typeface="+mn-lt"/>
            </a:endParaRPr>
          </a:p>
          <a:p>
            <a:pPr eaLnBrk="1" fontAlgn="auto" hangingPunct="1">
              <a:spcBef>
                <a:spcPts val="0"/>
              </a:spcBef>
              <a:spcAft>
                <a:spcPts val="0"/>
              </a:spcAft>
              <a:defRPr/>
            </a:pPr>
            <a:r>
              <a:rPr lang="en-US" sz="3200" b="1" u="sng" dirty="0">
                <a:latin typeface="+mn-lt"/>
              </a:rPr>
              <a:t>CONCLUSION :</a:t>
            </a:r>
          </a:p>
          <a:p>
            <a:pPr marL="342900" indent="-342900" eaLnBrk="1" fontAlgn="auto" hangingPunct="1">
              <a:spcBef>
                <a:spcPts val="0"/>
              </a:spcBef>
              <a:spcAft>
                <a:spcPts val="0"/>
              </a:spcAft>
              <a:buFont typeface="Arial" panose="020B0604020202020204" pitchFamily="34" charset="0"/>
              <a:buChar char="•"/>
              <a:defRPr/>
            </a:pPr>
            <a:r>
              <a:rPr lang="en-IN" sz="3200" dirty="0">
                <a:cs typeface="Calibri" panose="020F0502020204030204" pitchFamily="34" charset="0"/>
              </a:rPr>
              <a:t>Posterior tibial plateau fracture (PTPF) is a special type of plateau fracture</a:t>
            </a:r>
          </a:p>
          <a:p>
            <a:pPr marL="342900" indent="-342900" eaLnBrk="1" fontAlgn="auto" hangingPunct="1">
              <a:spcBef>
                <a:spcPts val="0"/>
              </a:spcBef>
              <a:spcAft>
                <a:spcPts val="0"/>
              </a:spcAft>
              <a:buFont typeface="Arial" panose="020B0604020202020204" pitchFamily="34" charset="0"/>
              <a:buChar char="•"/>
              <a:defRPr/>
            </a:pPr>
            <a:r>
              <a:rPr lang="en-IN" sz="3200" dirty="0">
                <a:cs typeface="Calibri" panose="020F0502020204030204" pitchFamily="34" charset="0"/>
              </a:rPr>
              <a:t>Due to its special location, it is difficult to perform open reduction and internal fixation</a:t>
            </a:r>
          </a:p>
          <a:p>
            <a:pPr marL="342900" indent="-342900" eaLnBrk="1" fontAlgn="auto" hangingPunct="1">
              <a:spcBef>
                <a:spcPts val="0"/>
              </a:spcBef>
              <a:spcAft>
                <a:spcPts val="0"/>
              </a:spcAft>
              <a:buFont typeface="Arial" panose="020B0604020202020204" pitchFamily="34" charset="0"/>
              <a:buChar char="•"/>
              <a:defRPr/>
            </a:pPr>
            <a:r>
              <a:rPr lang="en-IN" sz="3200" dirty="0">
                <a:cs typeface="Calibri" panose="020F0502020204030204" pitchFamily="34" charset="0"/>
              </a:rPr>
              <a:t>If effective treatment is not provided, chronic collapse often occurs, which leads to significant limited range of knee flexion and extension</a:t>
            </a:r>
          </a:p>
          <a:p>
            <a:pPr marL="342900" indent="-342900" eaLnBrk="1" fontAlgn="auto" hangingPunct="1">
              <a:spcBef>
                <a:spcPts val="0"/>
              </a:spcBef>
              <a:spcAft>
                <a:spcPts val="0"/>
              </a:spcAft>
              <a:buFont typeface="Arial" panose="020B0604020202020204" pitchFamily="34" charset="0"/>
              <a:buChar char="•"/>
              <a:defRPr/>
            </a:pPr>
            <a:r>
              <a:rPr lang="en-IN" sz="3200" dirty="0">
                <a:cs typeface="Calibri" panose="020F0502020204030204" pitchFamily="34" charset="0"/>
              </a:rPr>
              <a:t>Luo et al. introduced the three-column concept with particular attention to the compromise of the posterior aspect of the tibial plateau.</a:t>
            </a:r>
          </a:p>
          <a:p>
            <a:pPr marL="342900" indent="-342900" eaLnBrk="1" fontAlgn="auto" hangingPunct="1">
              <a:spcBef>
                <a:spcPts val="0"/>
              </a:spcBef>
              <a:spcAft>
                <a:spcPts val="0"/>
              </a:spcAft>
              <a:buFont typeface="Arial" panose="020B0604020202020204" pitchFamily="34" charset="0"/>
              <a:buChar char="•"/>
              <a:defRPr/>
            </a:pPr>
            <a:r>
              <a:rPr lang="en-IN" sz="3200" dirty="0">
                <a:cs typeface="Calibri" panose="020F0502020204030204" pitchFamily="34" charset="0"/>
              </a:rPr>
              <a:t> </a:t>
            </a:r>
            <a:r>
              <a:rPr lang="en-IN" sz="3200" dirty="0" err="1">
                <a:cs typeface="Calibri" panose="020F0502020204030204" pitchFamily="34" charset="0"/>
              </a:rPr>
              <a:t>Luo’s</a:t>
            </a:r>
            <a:r>
              <a:rPr lang="en-IN" sz="3200" dirty="0">
                <a:cs typeface="Calibri" panose="020F0502020204030204" pitchFamily="34" charset="0"/>
              </a:rPr>
              <a:t> system enhanced the awareness about the compromise of the posterior rim of the tibial plateau</a:t>
            </a:r>
          </a:p>
          <a:p>
            <a:pPr eaLnBrk="1" fontAlgn="auto" hangingPunct="1">
              <a:spcBef>
                <a:spcPts val="0"/>
              </a:spcBef>
              <a:spcAft>
                <a:spcPts val="0"/>
              </a:spcAft>
              <a:defRPr/>
            </a:pPr>
            <a:r>
              <a:rPr lang="en-IN" sz="3200" b="1" u="sng" dirty="0">
                <a:cs typeface="Calibri" panose="020F0502020204030204" pitchFamily="34" charset="0"/>
              </a:rPr>
              <a:t>REFERENCES :</a:t>
            </a:r>
          </a:p>
          <a:p>
            <a:pPr>
              <a:defRPr/>
            </a:pPr>
            <a:r>
              <a:rPr lang="en-IN" sz="3200" dirty="0"/>
              <a:t>1. Zhu Y, Yang G, Luo CF, et al. Computed tomography based three-column classification in tibial plateau fractures: Introduction of its utility and assessment of its reproducibility. J Trauma Acute Care </a:t>
            </a:r>
            <a:r>
              <a:rPr lang="en-IN" sz="3200" dirty="0" err="1"/>
              <a:t>Surg</a:t>
            </a:r>
            <a:r>
              <a:rPr lang="en-IN" sz="3200" dirty="0"/>
              <a:t> 2012;73(3):731-7.</a:t>
            </a:r>
          </a:p>
          <a:p>
            <a:pPr>
              <a:defRPr/>
            </a:pPr>
            <a:r>
              <a:rPr lang="en-IN" sz="3200" dirty="0"/>
              <a:t>2. Luo CF, Sun H, Zhang B, Zeng BF (2010) Three-column fixation for complex tibial plateau fractures. J </a:t>
            </a:r>
            <a:r>
              <a:rPr lang="en-IN" sz="3200" dirty="0" err="1"/>
              <a:t>Orthop</a:t>
            </a:r>
            <a:r>
              <a:rPr lang="en-IN" sz="3200" dirty="0"/>
              <a:t> Trauma 24(11):683</a:t>
            </a:r>
          </a:p>
          <a:p>
            <a:pPr>
              <a:defRPr/>
            </a:pPr>
            <a:r>
              <a:rPr lang="en-IN" sz="3200" dirty="0"/>
              <a:t>3. Yang G, </a:t>
            </a:r>
            <a:r>
              <a:rPr lang="en-IN" sz="3200" dirty="0" err="1"/>
              <a:t>Zhai</a:t>
            </a:r>
            <a:r>
              <a:rPr lang="en-IN" sz="3200" dirty="0"/>
              <a:t> Q, Zhu Y, et al. The incidence of posterior tibial plateau fracture: an         investigation of 525 fractures by using a CT-based classification system. </a:t>
            </a:r>
            <a:endParaRPr lang="en-IN" sz="3200" b="1" u="sng" dirty="0">
              <a:cs typeface="Calibri" panose="020F0502020204030204" pitchFamily="34" charset="0"/>
            </a:endParaRPr>
          </a:p>
          <a:p>
            <a:pPr eaLnBrk="1" fontAlgn="auto" hangingPunct="1">
              <a:spcBef>
                <a:spcPts val="0"/>
              </a:spcBef>
              <a:spcAft>
                <a:spcPts val="0"/>
              </a:spcAft>
              <a:defRPr/>
            </a:pPr>
            <a:endParaRPr lang="en-US" sz="3200" b="1" u="sng" dirty="0">
              <a:latin typeface="+mn-lt"/>
            </a:endParaRPr>
          </a:p>
          <a:p>
            <a:pPr eaLnBrk="1" fontAlgn="auto" hangingPunct="1">
              <a:spcBef>
                <a:spcPts val="0"/>
              </a:spcBef>
              <a:spcAft>
                <a:spcPts val="0"/>
              </a:spcAft>
              <a:defRPr/>
            </a:pPr>
            <a:endParaRPr lang="en-US" sz="3200" dirty="0">
              <a:latin typeface="+mn-lt"/>
            </a:endParaRPr>
          </a:p>
          <a:p>
            <a:pPr eaLnBrk="1" fontAlgn="auto" hangingPunct="1">
              <a:spcBef>
                <a:spcPts val="0"/>
              </a:spcBef>
              <a:spcAft>
                <a:spcPts val="0"/>
              </a:spcAft>
              <a:defRPr/>
            </a:pPr>
            <a:endParaRPr lang="en-US" sz="3200" dirty="0">
              <a:latin typeface="+mn-lt"/>
            </a:endParaRPr>
          </a:p>
          <a:p>
            <a:pPr eaLnBrk="1" fontAlgn="auto" hangingPunct="1">
              <a:spcBef>
                <a:spcPts val="0"/>
              </a:spcBef>
              <a:spcAft>
                <a:spcPts val="0"/>
              </a:spcAft>
              <a:defRPr/>
            </a:pPr>
            <a:endParaRPr lang="en-US" sz="3200" dirty="0">
              <a:latin typeface="+mn-lt"/>
            </a:endParaRPr>
          </a:p>
          <a:p>
            <a:pPr eaLnBrk="1" fontAlgn="auto" hangingPunct="1">
              <a:spcBef>
                <a:spcPts val="0"/>
              </a:spcBef>
              <a:spcAft>
                <a:spcPts val="0"/>
              </a:spcAft>
              <a:defRPr/>
            </a:pPr>
            <a:endParaRPr lang="en-US" sz="3200" dirty="0">
              <a:latin typeface="+mn-lt"/>
            </a:endParaRPr>
          </a:p>
          <a:p>
            <a:pPr eaLnBrk="1" fontAlgn="auto" hangingPunct="1">
              <a:spcBef>
                <a:spcPts val="0"/>
              </a:spcBef>
              <a:spcAft>
                <a:spcPts val="0"/>
              </a:spcAft>
              <a:defRPr/>
            </a:pPr>
            <a:endParaRPr lang="en-US" sz="3200" dirty="0">
              <a:latin typeface="+mn-lt"/>
            </a:endParaRPr>
          </a:p>
          <a:p>
            <a:pPr eaLnBrk="1" fontAlgn="auto" hangingPunct="1">
              <a:spcBef>
                <a:spcPts val="0"/>
              </a:spcBef>
              <a:spcAft>
                <a:spcPts val="0"/>
              </a:spcAft>
              <a:defRPr/>
            </a:pPr>
            <a:endParaRPr lang="en-US" sz="3200" dirty="0">
              <a:latin typeface="+mn-lt"/>
            </a:endParaRPr>
          </a:p>
          <a:p>
            <a:pPr eaLnBrk="1" fontAlgn="auto" hangingPunct="1">
              <a:spcBef>
                <a:spcPts val="0"/>
              </a:spcBef>
              <a:spcAft>
                <a:spcPts val="0"/>
              </a:spcAft>
              <a:defRPr/>
            </a:pPr>
            <a:endParaRPr lang="en-US" sz="3200" dirty="0">
              <a:latin typeface="+mn-lt"/>
            </a:endParaRPr>
          </a:p>
          <a:p>
            <a:pPr eaLnBrk="1" fontAlgn="auto" hangingPunct="1">
              <a:spcBef>
                <a:spcPts val="0"/>
              </a:spcBef>
              <a:spcAft>
                <a:spcPts val="0"/>
              </a:spcAft>
              <a:defRPr/>
            </a:pPr>
            <a:endParaRPr lang="en-US" sz="3200" dirty="0">
              <a:latin typeface="+mn-lt"/>
            </a:endParaRPr>
          </a:p>
          <a:p>
            <a:pPr eaLnBrk="1" fontAlgn="auto" hangingPunct="1">
              <a:spcBef>
                <a:spcPts val="0"/>
              </a:spcBef>
              <a:spcAft>
                <a:spcPts val="0"/>
              </a:spcAft>
              <a:defRPr/>
            </a:pPr>
            <a:endParaRPr lang="en-US" sz="3200" dirty="0">
              <a:latin typeface="+mn-lt"/>
            </a:endParaRPr>
          </a:p>
          <a:p>
            <a:pPr eaLnBrk="1" fontAlgn="auto" hangingPunct="1">
              <a:spcBef>
                <a:spcPts val="0"/>
              </a:spcBef>
              <a:spcAft>
                <a:spcPts val="0"/>
              </a:spcAft>
              <a:defRPr/>
            </a:pPr>
            <a:endParaRPr lang="en-US" sz="3200" dirty="0">
              <a:latin typeface="+mn-lt"/>
            </a:endParaRPr>
          </a:p>
          <a:p>
            <a:pPr eaLnBrk="1" fontAlgn="auto" hangingPunct="1">
              <a:spcBef>
                <a:spcPts val="0"/>
              </a:spcBef>
              <a:spcAft>
                <a:spcPts val="0"/>
              </a:spcAft>
              <a:defRPr/>
            </a:pPr>
            <a:endParaRPr lang="en-US" sz="3200" dirty="0">
              <a:latin typeface="+mn-lt"/>
            </a:endParaRPr>
          </a:p>
        </p:txBody>
      </p:sp>
      <p:sp>
        <p:nvSpPr>
          <p:cNvPr id="2090" name="Text Box 42">
            <a:extLst>
              <a:ext uri="{FF2B5EF4-FFF2-40B4-BE49-F238E27FC236}">
                <a16:creationId xmlns:a16="http://schemas.microsoft.com/office/drawing/2014/main" id="{F8CB1B5A-3653-4496-8971-CDDD6FBFF204}"/>
              </a:ext>
            </a:extLst>
          </p:cNvPr>
          <p:cNvSpPr txBox="1">
            <a:spLocks noChangeArrowheads="1"/>
          </p:cNvSpPr>
          <p:nvPr/>
        </p:nvSpPr>
        <p:spPr bwMode="auto">
          <a:xfrm>
            <a:off x="1323975" y="9147175"/>
            <a:ext cx="14725650" cy="10125075"/>
          </a:xfrm>
          <a:prstGeom prst="rect">
            <a:avLst/>
          </a:prstGeom>
          <a:noFill/>
          <a:ln w="9525">
            <a:noFill/>
            <a:miter lim="800000"/>
            <a:headEnd/>
            <a:tailEnd/>
          </a:ln>
          <a:effectLst/>
        </p:spPr>
        <p:txBody>
          <a:bodyPr>
            <a:spAutoFit/>
          </a:bodyPr>
          <a:lstStyle/>
          <a:p>
            <a:pPr eaLnBrk="1" fontAlgn="auto" hangingPunct="1">
              <a:spcBef>
                <a:spcPts val="0"/>
              </a:spcBef>
              <a:spcAft>
                <a:spcPts val="0"/>
              </a:spcAft>
              <a:defRPr/>
            </a:pPr>
            <a:r>
              <a:rPr lang="en-US" sz="3200" b="1" u="sng" dirty="0">
                <a:latin typeface="+mn-lt"/>
              </a:rPr>
              <a:t>INTRODUCTION</a:t>
            </a:r>
            <a:r>
              <a:rPr lang="en-US" sz="4000" b="1" u="sng" dirty="0">
                <a:latin typeface="+mn-lt"/>
              </a:rPr>
              <a:t> :</a:t>
            </a:r>
          </a:p>
          <a:p>
            <a:pPr marL="342900" indent="-342900" eaLnBrk="1" fontAlgn="auto" hangingPunct="1">
              <a:spcBef>
                <a:spcPts val="0"/>
              </a:spcBef>
              <a:spcAft>
                <a:spcPts val="0"/>
              </a:spcAft>
              <a:buFont typeface="Arial" panose="020B0604020202020204" pitchFamily="34" charset="0"/>
              <a:buChar char="•"/>
              <a:defRPr/>
            </a:pPr>
            <a:r>
              <a:rPr lang="en-IN" sz="3200" dirty="0">
                <a:cs typeface="Calibri" panose="020F0502020204030204" pitchFamily="34" charset="0"/>
              </a:rPr>
              <a:t>Posterior tibial plateau fracture is a relatively uncommon injury, with an incidence of 28.8% </a:t>
            </a:r>
          </a:p>
          <a:p>
            <a:pPr marL="342900" indent="-342900" eaLnBrk="1" fontAlgn="auto" hangingPunct="1">
              <a:spcBef>
                <a:spcPts val="0"/>
              </a:spcBef>
              <a:spcAft>
                <a:spcPts val="0"/>
              </a:spcAft>
              <a:buFont typeface="Arial" panose="020B0604020202020204" pitchFamily="34" charset="0"/>
              <a:buChar char="•"/>
              <a:defRPr/>
            </a:pPr>
            <a:r>
              <a:rPr lang="en-IN" sz="3200" dirty="0">
                <a:cs typeface="Calibri" panose="020F0502020204030204" pitchFamily="34" charset="0"/>
              </a:rPr>
              <a:t>Posterior tibial plateau fracture is caused when the posterior tibia plateau is stricken by the femoral condyle while the knee joint, in semi flexion position, suffers from a varus-valgus stress </a:t>
            </a:r>
          </a:p>
          <a:p>
            <a:pPr marL="342900" indent="-342900" eaLnBrk="1" fontAlgn="auto" hangingPunct="1">
              <a:spcBef>
                <a:spcPts val="0"/>
              </a:spcBef>
              <a:spcAft>
                <a:spcPts val="0"/>
              </a:spcAft>
              <a:buFont typeface="Arial" panose="020B0604020202020204" pitchFamily="34" charset="0"/>
              <a:buChar char="•"/>
              <a:defRPr/>
            </a:pPr>
            <a:r>
              <a:rPr lang="en-IN" sz="3200" dirty="0">
                <a:cs typeface="Calibri" panose="020F0502020204030204" pitchFamily="34" charset="0"/>
              </a:rPr>
              <a:t>This kind of fracture appears confusing on initial radiographs because of the small displacement, so it is a special injury pattern that is not sufficiently included in any type of the classification systems</a:t>
            </a:r>
          </a:p>
          <a:p>
            <a:pPr marL="342900" indent="-342900" eaLnBrk="1" fontAlgn="auto" hangingPunct="1">
              <a:spcBef>
                <a:spcPts val="0"/>
              </a:spcBef>
              <a:spcAft>
                <a:spcPts val="0"/>
              </a:spcAft>
              <a:buFont typeface="Arial" panose="020B0604020202020204" pitchFamily="34" charset="0"/>
              <a:buChar char="•"/>
              <a:defRPr/>
            </a:pPr>
            <a:r>
              <a:rPr lang="en-IN" sz="3200" dirty="0">
                <a:cs typeface="Calibri" panose="020F0502020204030204" pitchFamily="34" charset="0"/>
              </a:rPr>
              <a:t>Three-Column Classification can be used as a recent supplement to the conventional Schatzker Classification, which is useful for </a:t>
            </a:r>
            <a:r>
              <a:rPr lang="en-IN" sz="3200" dirty="0" err="1">
                <a:cs typeface="Calibri" panose="020F0502020204030204" pitchFamily="34" charset="0"/>
              </a:rPr>
              <a:t>multiplanar</a:t>
            </a:r>
            <a:r>
              <a:rPr lang="en-IN" sz="3200" dirty="0">
                <a:cs typeface="Calibri" panose="020F0502020204030204" pitchFamily="34" charset="0"/>
              </a:rPr>
              <a:t> fractures involving the posterior column. </a:t>
            </a:r>
          </a:p>
          <a:p>
            <a:pPr marL="342900" indent="-342900" eaLnBrk="1" fontAlgn="auto" hangingPunct="1">
              <a:spcBef>
                <a:spcPts val="0"/>
              </a:spcBef>
              <a:spcAft>
                <a:spcPts val="0"/>
              </a:spcAft>
              <a:buFont typeface="Arial" panose="020B0604020202020204" pitchFamily="34" charset="0"/>
              <a:buChar char="•"/>
              <a:defRPr/>
            </a:pPr>
            <a:r>
              <a:rPr lang="en-IN" sz="3200" dirty="0">
                <a:cs typeface="Calibri" panose="020F0502020204030204" pitchFamily="34" charset="0"/>
              </a:rPr>
              <a:t>These injuries form a special injury pattern of primarily posterior displacement is not well described by the AO/Orthopaedic Trauma Association classification or Schatzker classification systems </a:t>
            </a:r>
          </a:p>
          <a:p>
            <a:pPr algn="just" eaLnBrk="1" fontAlgn="auto" hangingPunct="1">
              <a:spcBef>
                <a:spcPts val="0"/>
              </a:spcBef>
              <a:spcAft>
                <a:spcPts val="0"/>
              </a:spcAft>
              <a:defRPr/>
            </a:pPr>
            <a:endParaRPr lang="en-US" sz="3200" dirty="0">
              <a:latin typeface="+mn-lt"/>
            </a:endParaRPr>
          </a:p>
          <a:p>
            <a:pPr algn="just" eaLnBrk="1" fontAlgn="auto" hangingPunct="1">
              <a:spcBef>
                <a:spcPts val="0"/>
              </a:spcBef>
              <a:spcAft>
                <a:spcPts val="0"/>
              </a:spcAft>
              <a:defRPr/>
            </a:pPr>
            <a:endParaRPr lang="en-US" sz="3200" dirty="0">
              <a:latin typeface="+mn-lt"/>
            </a:endParaRPr>
          </a:p>
          <a:p>
            <a:pPr algn="just" eaLnBrk="1" fontAlgn="auto" hangingPunct="1">
              <a:spcBef>
                <a:spcPts val="0"/>
              </a:spcBef>
              <a:spcAft>
                <a:spcPts val="0"/>
              </a:spcAft>
              <a:defRPr/>
            </a:pPr>
            <a:endParaRPr lang="en-US" sz="3200" dirty="0">
              <a:latin typeface="+mn-lt"/>
            </a:endParaRPr>
          </a:p>
          <a:p>
            <a:pPr eaLnBrk="1" fontAlgn="auto" hangingPunct="1">
              <a:spcBef>
                <a:spcPts val="0"/>
              </a:spcBef>
              <a:spcAft>
                <a:spcPts val="0"/>
              </a:spcAft>
              <a:defRPr/>
            </a:pPr>
            <a:r>
              <a:rPr lang="en-US" sz="3600" b="1" u="sng" dirty="0">
                <a:latin typeface="+mn-lt"/>
              </a:rPr>
              <a:t>CASE REPORT </a:t>
            </a:r>
            <a:endParaRPr lang="en-US" sz="3200" dirty="0">
              <a:latin typeface="+mn-lt"/>
            </a:endParaRPr>
          </a:p>
          <a:p>
            <a:pPr algn="just" eaLnBrk="1" fontAlgn="auto" hangingPunct="1">
              <a:spcBef>
                <a:spcPts val="0"/>
              </a:spcBef>
              <a:spcAft>
                <a:spcPts val="0"/>
              </a:spcAft>
              <a:defRPr/>
            </a:pPr>
            <a:endParaRPr lang="en-US" sz="3200" dirty="0">
              <a:latin typeface="+mn-lt"/>
            </a:endParaRPr>
          </a:p>
        </p:txBody>
      </p:sp>
      <p:sp>
        <p:nvSpPr>
          <p:cNvPr id="4107" name="Text Box 19">
            <a:extLst>
              <a:ext uri="{FF2B5EF4-FFF2-40B4-BE49-F238E27FC236}">
                <a16:creationId xmlns:a16="http://schemas.microsoft.com/office/drawing/2014/main" id="{D021FDAD-B0AE-6987-CEFC-3110DA4A49F4}"/>
              </a:ext>
            </a:extLst>
          </p:cNvPr>
          <p:cNvSpPr txBox="1">
            <a:spLocks noChangeArrowheads="1"/>
          </p:cNvSpPr>
          <p:nvPr/>
        </p:nvSpPr>
        <p:spPr bwMode="auto">
          <a:xfrm>
            <a:off x="18135600" y="17726025"/>
            <a:ext cx="13068300" cy="1062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defTabSz="4389438">
              <a:defRPr>
                <a:solidFill>
                  <a:schemeClr val="tx1"/>
                </a:solidFill>
                <a:latin typeface="Calibri" panose="020F0502020204030204" pitchFamily="34" charset="0"/>
              </a:defRPr>
            </a:lvl1pPr>
            <a:lvl2pPr marL="742950" indent="-285750" defTabSz="4389438">
              <a:defRPr>
                <a:solidFill>
                  <a:schemeClr val="tx1"/>
                </a:solidFill>
                <a:latin typeface="Calibri" panose="020F0502020204030204" pitchFamily="34" charset="0"/>
              </a:defRPr>
            </a:lvl2pPr>
            <a:lvl3pPr marL="1143000" indent="-228600" defTabSz="4389438">
              <a:defRPr>
                <a:solidFill>
                  <a:schemeClr val="tx1"/>
                </a:solidFill>
                <a:latin typeface="Calibri" panose="020F0502020204030204" pitchFamily="34" charset="0"/>
              </a:defRPr>
            </a:lvl3pPr>
            <a:lvl4pPr marL="1600200" indent="-228600" defTabSz="4389438">
              <a:defRPr>
                <a:solidFill>
                  <a:schemeClr val="tx1"/>
                </a:solidFill>
                <a:latin typeface="Calibri" panose="020F0502020204030204" pitchFamily="34" charset="0"/>
              </a:defRPr>
            </a:lvl4pPr>
            <a:lvl5pPr marL="2057400" indent="-228600" defTabSz="4389438">
              <a:defRPr>
                <a:solidFill>
                  <a:schemeClr val="tx1"/>
                </a:solidFill>
                <a:latin typeface="Calibri" panose="020F0502020204030204" pitchFamily="34" charset="0"/>
              </a:defRPr>
            </a:lvl5pPr>
            <a:lvl6pPr marL="2514600" indent="-228600" defTabSz="4389438" eaLnBrk="0" fontAlgn="base" hangingPunct="0">
              <a:spcBef>
                <a:spcPct val="0"/>
              </a:spcBef>
              <a:spcAft>
                <a:spcPct val="0"/>
              </a:spcAft>
              <a:defRPr>
                <a:solidFill>
                  <a:schemeClr val="tx1"/>
                </a:solidFill>
                <a:latin typeface="Calibri" panose="020F0502020204030204" pitchFamily="34" charset="0"/>
              </a:defRPr>
            </a:lvl6pPr>
            <a:lvl7pPr marL="2971800" indent="-228600" defTabSz="4389438" eaLnBrk="0" fontAlgn="base" hangingPunct="0">
              <a:spcBef>
                <a:spcPct val="0"/>
              </a:spcBef>
              <a:spcAft>
                <a:spcPct val="0"/>
              </a:spcAft>
              <a:defRPr>
                <a:solidFill>
                  <a:schemeClr val="tx1"/>
                </a:solidFill>
                <a:latin typeface="Calibri" panose="020F0502020204030204" pitchFamily="34" charset="0"/>
              </a:defRPr>
            </a:lvl7pPr>
            <a:lvl8pPr marL="3429000" indent="-228600" defTabSz="4389438" eaLnBrk="0" fontAlgn="base" hangingPunct="0">
              <a:spcBef>
                <a:spcPct val="0"/>
              </a:spcBef>
              <a:spcAft>
                <a:spcPct val="0"/>
              </a:spcAft>
              <a:defRPr>
                <a:solidFill>
                  <a:schemeClr val="tx1"/>
                </a:solidFill>
                <a:latin typeface="Calibri" panose="020F0502020204030204" pitchFamily="34" charset="0"/>
              </a:defRPr>
            </a:lvl8pPr>
            <a:lvl9pPr marL="3886200" indent="-228600" defTabSz="4389438"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ct val="50000"/>
              </a:spcBef>
              <a:buFont typeface="Arial" panose="020B0604020202020204" pitchFamily="34" charset="0"/>
              <a:buChar char="•"/>
            </a:pPr>
            <a:endParaRPr lang="en-US" altLang="en-US" sz="6300" b="1" i="1"/>
          </a:p>
        </p:txBody>
      </p:sp>
      <p:pic>
        <p:nvPicPr>
          <p:cNvPr id="4108" name="Picture 3" descr="C:\Users\ASRAMS\Downloads\IMG-20181121-WA0019.jpg">
            <a:extLst>
              <a:ext uri="{FF2B5EF4-FFF2-40B4-BE49-F238E27FC236}">
                <a16:creationId xmlns:a16="http://schemas.microsoft.com/office/drawing/2014/main" id="{54840373-EFD0-F068-12A8-C90469E1B2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21098" b="11398"/>
          <a:stretch>
            <a:fillRect/>
          </a:stretch>
        </p:blipFill>
        <p:spPr bwMode="auto">
          <a:xfrm>
            <a:off x="1211263" y="16822738"/>
            <a:ext cx="4203700" cy="2332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9" name="Picture 2" descr="C:\Users\ASRAMS\Downloads\IMG-20181121-WA0012 (1).jpg">
            <a:extLst>
              <a:ext uri="{FF2B5EF4-FFF2-40B4-BE49-F238E27FC236}">
                <a16:creationId xmlns:a16="http://schemas.microsoft.com/office/drawing/2014/main" id="{7C960C37-DD44-E3EE-F224-097CD79C8A9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38515" b="1057"/>
          <a:stretch>
            <a:fillRect/>
          </a:stretch>
        </p:blipFill>
        <p:spPr bwMode="auto">
          <a:xfrm>
            <a:off x="5624513" y="16848138"/>
            <a:ext cx="4833937" cy="2278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10" name="Picture 2" descr="C:\Users\ASRAMS\Downloads\IMG-20181121-WA0017.jpg">
            <a:extLst>
              <a:ext uri="{FF2B5EF4-FFF2-40B4-BE49-F238E27FC236}">
                <a16:creationId xmlns:a16="http://schemas.microsoft.com/office/drawing/2014/main" id="{D127BE36-60B9-39DB-AE1F-CB35AFA0EBF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7977" t="24168" b="35606"/>
          <a:stretch>
            <a:fillRect/>
          </a:stretch>
        </p:blipFill>
        <p:spPr bwMode="auto">
          <a:xfrm>
            <a:off x="10666413" y="16822738"/>
            <a:ext cx="5694362" cy="2303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 name="Text Box 43">
            <a:extLst>
              <a:ext uri="{FF2B5EF4-FFF2-40B4-BE49-F238E27FC236}">
                <a16:creationId xmlns:a16="http://schemas.microsoft.com/office/drawing/2014/main" id="{6CB2935F-6D2E-41B3-8CEA-7EF071C512E1}"/>
              </a:ext>
            </a:extLst>
          </p:cNvPr>
          <p:cNvSpPr txBox="1">
            <a:spLocks noChangeArrowheads="1"/>
          </p:cNvSpPr>
          <p:nvPr/>
        </p:nvSpPr>
        <p:spPr bwMode="auto">
          <a:xfrm>
            <a:off x="16843375" y="8805863"/>
            <a:ext cx="15209838" cy="3046412"/>
          </a:xfrm>
          <a:prstGeom prst="rect">
            <a:avLst/>
          </a:prstGeom>
          <a:noFill/>
          <a:ln w="9525">
            <a:noFill/>
            <a:miter lim="800000"/>
            <a:headEnd/>
            <a:tailEnd/>
          </a:ln>
          <a:effectLst/>
        </p:spPr>
        <p:txBody>
          <a:bodyPr>
            <a:spAutoFit/>
          </a:bodyPr>
          <a:lstStyle/>
          <a:p>
            <a:pPr eaLnBrk="1" fontAlgn="auto" hangingPunct="1">
              <a:spcBef>
                <a:spcPts val="0"/>
              </a:spcBef>
              <a:spcAft>
                <a:spcPts val="0"/>
              </a:spcAft>
              <a:defRPr/>
            </a:pPr>
            <a:r>
              <a:rPr lang="en-US" sz="3200" b="1" u="sng" dirty="0">
                <a:latin typeface="+mn-lt"/>
              </a:rPr>
              <a:t>THE LUO ET AL CLASSIFICATION:</a:t>
            </a:r>
          </a:p>
          <a:p>
            <a:pPr marL="342900" indent="-342900" eaLnBrk="1" fontAlgn="auto" hangingPunct="1">
              <a:spcBef>
                <a:spcPts val="0"/>
              </a:spcBef>
              <a:spcAft>
                <a:spcPts val="0"/>
              </a:spcAft>
              <a:buFont typeface="Arial" panose="020B0604020202020204" pitchFamily="34" charset="0"/>
              <a:buChar char="•"/>
              <a:defRPr/>
            </a:pPr>
            <a:r>
              <a:rPr lang="en-IN" sz="3200" dirty="0">
                <a:cs typeface="Calibri" panose="020F0502020204030204" pitchFamily="34" charset="0"/>
              </a:rPr>
              <a:t>Luo </a:t>
            </a:r>
            <a:r>
              <a:rPr lang="en-IN" sz="3200" dirty="0" err="1">
                <a:cs typeface="Calibri" panose="020F0502020204030204" pitchFamily="34" charset="0"/>
              </a:rPr>
              <a:t>cf</a:t>
            </a:r>
            <a:r>
              <a:rPr lang="en-IN" sz="3200" dirty="0">
                <a:cs typeface="Calibri" panose="020F0502020204030204" pitchFamily="34" charset="0"/>
              </a:rPr>
              <a:t> et al. utilizing computed tomography divided the surface of the tibial plateau into three columns, while emphasizing the relevance of coronal plane oriented fractures.</a:t>
            </a:r>
          </a:p>
          <a:p>
            <a:pPr marL="342900" indent="-342900" eaLnBrk="1" fontAlgn="auto" hangingPunct="1">
              <a:spcBef>
                <a:spcPts val="0"/>
              </a:spcBef>
              <a:spcAft>
                <a:spcPts val="0"/>
              </a:spcAft>
              <a:buFont typeface="Arial" panose="020B0604020202020204" pitchFamily="34" charset="0"/>
              <a:buChar char="•"/>
              <a:defRPr/>
            </a:pPr>
            <a:r>
              <a:rPr lang="en-IN" sz="3200" dirty="0">
                <a:cs typeface="Calibri" panose="020F0502020204030204" pitchFamily="34" charset="0"/>
              </a:rPr>
              <a:t>Tri dimensional imaging modalities allowed not only for the detection of fracture lines which were frequently not evident in plain radiographs but lead also to the development of new classification systems. </a:t>
            </a:r>
            <a:endParaRPr lang="en-US" sz="3200" dirty="0">
              <a:latin typeface="+mn-lt"/>
            </a:endParaRPr>
          </a:p>
        </p:txBody>
      </p:sp>
      <p:sp>
        <p:nvSpPr>
          <p:cNvPr id="4112" name="Text Box 43">
            <a:extLst>
              <a:ext uri="{FF2B5EF4-FFF2-40B4-BE49-F238E27FC236}">
                <a16:creationId xmlns:a16="http://schemas.microsoft.com/office/drawing/2014/main" id="{331E75BF-FC97-2881-7A3D-A11FA53E1E74}"/>
              </a:ext>
            </a:extLst>
          </p:cNvPr>
          <p:cNvSpPr txBox="1">
            <a:spLocks noChangeArrowheads="1"/>
          </p:cNvSpPr>
          <p:nvPr/>
        </p:nvSpPr>
        <p:spPr bwMode="auto">
          <a:xfrm>
            <a:off x="16516350" y="8632825"/>
            <a:ext cx="15432088" cy="104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en-US" sz="3600" b="1" u="sng"/>
          </a:p>
        </p:txBody>
      </p:sp>
      <p:pic>
        <p:nvPicPr>
          <p:cNvPr id="4113" name="Picture 2">
            <a:extLst>
              <a:ext uri="{FF2B5EF4-FFF2-40B4-BE49-F238E27FC236}">
                <a16:creationId xmlns:a16="http://schemas.microsoft.com/office/drawing/2014/main" id="{1A074098-7DC9-4351-BC6E-552FF03B754B}"/>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27940000" y="1114425"/>
            <a:ext cx="4114800" cy="4896643"/>
          </a:xfrm>
          <a:prstGeom prst="round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14" name="Picture 3">
            <a:extLst>
              <a:ext uri="{FF2B5EF4-FFF2-40B4-BE49-F238E27FC236}">
                <a16:creationId xmlns:a16="http://schemas.microsoft.com/office/drawing/2014/main" id="{7BB436BC-C60C-362B-2169-E01595533A53}"/>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1323975" y="23626763"/>
            <a:ext cx="7667625" cy="3240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15" name="Picture 4">
            <a:extLst>
              <a:ext uri="{FF2B5EF4-FFF2-40B4-BE49-F238E27FC236}">
                <a16:creationId xmlns:a16="http://schemas.microsoft.com/office/drawing/2014/main" id="{DC0A5D17-FCBC-F481-5B2A-82E5EF447F51}"/>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1323975" y="27987625"/>
            <a:ext cx="7667625" cy="3465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16" name="Picture 4">
            <a:extLst>
              <a:ext uri="{FF2B5EF4-FFF2-40B4-BE49-F238E27FC236}">
                <a16:creationId xmlns:a16="http://schemas.microsoft.com/office/drawing/2014/main" id="{E36D5958-D2F1-258F-B627-9DB1F205F9DE}"/>
              </a:ext>
            </a:extLst>
          </p:cNvPr>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2354263" y="40222488"/>
            <a:ext cx="12665075" cy="241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17" name="Picture 2" descr="Fig. 2">
            <a:extLst>
              <a:ext uri="{FF2B5EF4-FFF2-40B4-BE49-F238E27FC236}">
                <a16:creationId xmlns:a16="http://schemas.microsoft.com/office/drawing/2014/main" id="{CD5973A8-9D14-B6DC-82A0-17583E42D453}"/>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374225" y="14582775"/>
            <a:ext cx="7935913" cy="2598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18" name="Picture 3">
            <a:extLst>
              <a:ext uri="{FF2B5EF4-FFF2-40B4-BE49-F238E27FC236}">
                <a16:creationId xmlns:a16="http://schemas.microsoft.com/office/drawing/2014/main" id="{5439B462-F540-A745-0ACE-9F6A085BCE3E}"/>
              </a:ext>
            </a:extLst>
          </p:cNvPr>
          <p:cNvPicPr>
            <a:picLocks noChangeAspect="1"/>
          </p:cNvPicPr>
          <p:nvPr/>
        </p:nvPicPr>
        <p:blipFill>
          <a:blip r:embed="rId11">
            <a:extLst>
              <a:ext uri="{28A0092B-C50C-407E-A947-70E740481C1C}">
                <a14:useLocalDpi xmlns:a14="http://schemas.microsoft.com/office/drawing/2010/main" val="0"/>
              </a:ext>
            </a:extLst>
          </a:blip>
          <a:srcRect/>
          <a:stretch>
            <a:fillRect/>
          </a:stretch>
        </p:blipFill>
        <p:spPr bwMode="auto">
          <a:xfrm>
            <a:off x="23439438" y="20410488"/>
            <a:ext cx="4678362" cy="321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19" name="Picture 3">
            <a:extLst>
              <a:ext uri="{FF2B5EF4-FFF2-40B4-BE49-F238E27FC236}">
                <a16:creationId xmlns:a16="http://schemas.microsoft.com/office/drawing/2014/main" id="{065FB143-E60E-7FB4-E103-226D488F1D6B}"/>
              </a:ext>
            </a:extLst>
          </p:cNvPr>
          <p:cNvPicPr>
            <a:picLocks noChangeAspect="1"/>
          </p:cNvPicPr>
          <p:nvPr/>
        </p:nvPicPr>
        <p:blipFill>
          <a:blip r:embed="rId12">
            <a:extLst>
              <a:ext uri="{28A0092B-C50C-407E-A947-70E740481C1C}">
                <a14:useLocalDpi xmlns:a14="http://schemas.microsoft.com/office/drawing/2010/main" val="0"/>
              </a:ext>
            </a:extLst>
          </a:blip>
          <a:srcRect/>
          <a:stretch>
            <a:fillRect/>
          </a:stretch>
        </p:blipFill>
        <p:spPr bwMode="auto">
          <a:xfrm>
            <a:off x="23439438" y="26281063"/>
            <a:ext cx="5730875" cy="256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20" name="Picture 3">
            <a:extLst>
              <a:ext uri="{FF2B5EF4-FFF2-40B4-BE49-F238E27FC236}">
                <a16:creationId xmlns:a16="http://schemas.microsoft.com/office/drawing/2014/main" id="{44D89EB3-7FDD-4B63-ABBA-0C5492424AE2}"/>
              </a:ext>
            </a:extLst>
          </p:cNvPr>
          <p:cNvPicPr>
            <a:picLocks noChangeAspect="1"/>
          </p:cNvPicPr>
          <p:nvPr/>
        </p:nvPicPr>
        <p:blipFill>
          <a:blip r:embed="rId13">
            <a:extLst>
              <a:ext uri="{28A0092B-C50C-407E-A947-70E740481C1C}">
                <a14:useLocalDpi xmlns:a14="http://schemas.microsoft.com/office/drawing/2010/main" val="0"/>
              </a:ext>
            </a:extLst>
          </a:blip>
          <a:srcRect/>
          <a:stretch>
            <a:fillRect/>
          </a:stretch>
        </p:blipFill>
        <p:spPr bwMode="auto">
          <a:xfrm>
            <a:off x="23436263" y="32248475"/>
            <a:ext cx="5734050" cy="274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Office Theme">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898</TotalTime>
  <Words>1031</Words>
  <Application>Microsoft Office PowerPoint</Application>
  <PresentationFormat>Custom</PresentationFormat>
  <Paragraphs>127</Paragraphs>
  <Slides>1</Slides>
  <Notes>1</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Company>MegaPrint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36x48 Vertical Poster</dc:title>
  <dc:creator>Ethan Shulda;www.postersession.com</dc:creator>
  <cp:keywords>www.postersession.com</cp:keywords>
  <dc:description>©MegaPrint Inc. 2009</dc:description>
  <cp:lastModifiedBy>suresh y</cp:lastModifiedBy>
  <cp:revision>93</cp:revision>
  <dcterms:created xsi:type="dcterms:W3CDTF">2008-12-04T00:20:37Z</dcterms:created>
  <dcterms:modified xsi:type="dcterms:W3CDTF">2026-01-31T09:41:55Z</dcterms:modified>
  <cp:category>Research Poster</cp:category>
</cp:coreProperties>
</file>