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94719"/>
  </p:normalViewPr>
  <p:slideViewPr>
    <p:cSldViewPr snapToGrid="0">
      <p:cViewPr varScale="1">
        <p:scale>
          <a:sx n="117" d="100"/>
          <a:sy n="117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F20BC-9F1A-FE49-88A3-5C382F9C0AD7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34E9F-59F9-2744-8CE4-5767AF481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34E9F-59F9-2744-8CE4-5767AF481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4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2" y="57232"/>
            <a:ext cx="12191998" cy="1468365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rdita "/>
              </a:rPr>
              <a:t>CORRECTION OF RESISTANT/NEGLECTED CLUB FOOT BY JOSHI        EXTERNAL STABILIZTION SYSTEM FIXATOR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099858" y="653897"/>
            <a:ext cx="680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Gordita "/>
              </a:rPr>
              <a:t>PRESENTER:- Dr. ANAND KUMAR KAMSETTY(3</a:t>
            </a:r>
            <a:r>
              <a:rPr lang="en-US" sz="1200" b="1" baseline="30000" dirty="0">
                <a:solidFill>
                  <a:schemeClr val="bg1"/>
                </a:solidFill>
                <a:latin typeface="Gordita "/>
              </a:rPr>
              <a:t>rd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 YEAR POSTGRADUATE)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164547" y="913340"/>
            <a:ext cx="752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Gordita "/>
              </a:rPr>
              <a:t>GUIDE:- Dr. </a:t>
            </a:r>
            <a:r>
              <a:rPr lang="en-US" sz="1200" b="1">
                <a:solidFill>
                  <a:schemeClr val="bg1"/>
                </a:solidFill>
                <a:latin typeface="Gordita "/>
              </a:rPr>
              <a:t>B. JOSEPH 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KARTHEEK(PROFESSOR) ,KATURI MEDICAL COLLEGE &amp; HOSPITAL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28856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4947977"/>
            <a:ext cx="3108960" cy="18825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674794"/>
            <a:ext cx="5839326" cy="3133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4906446"/>
            <a:ext cx="5839326" cy="19515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4560397"/>
            <a:ext cx="3108960" cy="3875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560397"/>
            <a:ext cx="5839324" cy="3121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A2277B-ADA5-3278-378A-4767D097A34E}"/>
              </a:ext>
            </a:extLst>
          </p:cNvPr>
          <p:cNvSpPr txBox="1"/>
          <p:nvPr/>
        </p:nvSpPr>
        <p:spPr>
          <a:xfrm>
            <a:off x="1" y="1750193"/>
            <a:ext cx="3108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Congenital talipes equinovarus (CTEV) that is resistant to conservative treatment or neglected due to late presentation poses a significant surgical challenge. These feet are often rigid, painful, and associated with secondary bony and soft-tissue deformities. Conventional extensive soft-tissue releases may lead to stiffness, scarring, and recurrence. Joshi’s External Stabilization System (JESS) offers a minimally invasive, gradual correction method based on the principle of ligamentotaxis, allowing safe, controlled deformity correction with preservation of foot anatomy.</a:t>
            </a:r>
          </a:p>
          <a:p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E9308-E8E7-7AB8-F315-0C5EB0E75CFC}"/>
              </a:ext>
            </a:extLst>
          </p:cNvPr>
          <p:cNvSpPr txBox="1"/>
          <p:nvPr/>
        </p:nvSpPr>
        <p:spPr>
          <a:xfrm>
            <a:off x="0" y="5030434"/>
            <a:ext cx="31089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A 8 year-old child presented with neglected/resistant bilateral clubfoot, with difficulty in ambulation and footwear use. The patient had previously undergone failed conservative treatment . Clinical evaluation revealed rigid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equinus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, varus, adduction, and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cavus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 deformities. Radiological assessment confirmed severe deformity with altered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talo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-calcaneal relationships. The patient was planned for gradual correction using the JESS frame after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counseling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 and informed consent.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1CF159-A387-34AB-5232-7C56A89957B1}"/>
              </a:ext>
            </a:extLst>
          </p:cNvPr>
          <p:cNvSpPr txBox="1"/>
          <p:nvPr/>
        </p:nvSpPr>
        <p:spPr>
          <a:xfrm>
            <a:off x="3166710" y="1674794"/>
            <a:ext cx="315708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Under anaesthesia, multiple K-wires were inserted into the tibia, calcaneum, and metatarsals following standard JESS protocol. The external fixator was assembled to allow differential correction of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cavus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adduction, varus, and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equinus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components. Gradual distraction was initiated postoperatively at a controlled rate. The deformity corrected sequentially without neurovascular compromise. Adequate plantigrade foot alignment was achieved, followed by frame removal and immobilization in a cast.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70CF18-3702-C4E0-03F4-AB10B22AE6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707" y="4081458"/>
            <a:ext cx="1435395" cy="13092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508DCF-1630-33C2-7AFF-8A62E86175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913" y="5366640"/>
            <a:ext cx="1435396" cy="14913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B260E8-8B80-149D-ECFE-98BA6E5669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913" y="4086485"/>
            <a:ext cx="1434835" cy="13042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872B427-6ABC-F750-C093-E3EB94A6CA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707" y="5390708"/>
            <a:ext cx="1434835" cy="14913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CF639AB-A7EE-BD26-7EF7-A91C1EE392C2}"/>
              </a:ext>
            </a:extLst>
          </p:cNvPr>
          <p:cNvSpPr txBox="1"/>
          <p:nvPr/>
        </p:nvSpPr>
        <p:spPr>
          <a:xfrm>
            <a:off x="6352672" y="1674792"/>
            <a:ext cx="583932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 the child we had done a posteromedial soft tissue release on the opposite side and this was used for comparison.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Deformity was well corrected in both feet but the ROM of ankle and subtalar joint was slightly but not significantly better in PMR foot compared to JESS foot.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Both sides required transfer of tibialis anterior.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Hence as far as the correction of deformity is concerned external fixator can achieve equally good results in comparison with PMR but feet may be stiffer.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Even though the deformity is well corrected&lt;the feet are stiff which does not improve with time.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the time of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removal,the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feet appear very supple but this stiffens over a period of 3 months.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But the children manage to squat and play well probably because of compensatory movements in the midtarsal and tarsometatarsal joints.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Children adjust very well to the fixator and there was no long term psychological implications of applying the fixator.</a:t>
            </a:r>
          </a:p>
          <a:p>
            <a:pPr marL="171450" indent="-171450">
              <a:buFont typeface="Wingdings" pitchFamily="2" charset="2"/>
              <a:buChar char="Ø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Ø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05D8FD-705A-0E16-624A-53888CFDEAF5}"/>
              </a:ext>
            </a:extLst>
          </p:cNvPr>
          <p:cNvSpPr txBox="1"/>
          <p:nvPr/>
        </p:nvSpPr>
        <p:spPr>
          <a:xfrm>
            <a:off x="6352669" y="4947977"/>
            <a:ext cx="58393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Resistant and neglected clubfoot requires a balanced correction strategy to avoid complications associated with extensive surgery.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JESS works on the principle of gradual soft-tissue stretching and joint realignment, reducing the risk of skin necrosis, stiffness, and recurrence.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It allows three-dimensional correction and is particularly useful in older children and neglected cases.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Studies have demonstrated good functional and cosmetic outcomes with minimal complications when proper technique and patient compliance are ensured.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Importantly parents of these children are immensely satisfied with the correction.</a:t>
            </a:r>
          </a:p>
          <a:p>
            <a:pPr marL="171450" indent="-171450">
              <a:buFont typeface="Wingdings" pitchFamily="2" charset="2"/>
              <a:buChar char="Ø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540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Gordita 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Microsoft Office User</cp:lastModifiedBy>
  <cp:revision>7</cp:revision>
  <dcterms:created xsi:type="dcterms:W3CDTF">2026-01-11T06:24:43Z</dcterms:created>
  <dcterms:modified xsi:type="dcterms:W3CDTF">2026-01-30T06:17:34Z</dcterms:modified>
</cp:coreProperties>
</file>