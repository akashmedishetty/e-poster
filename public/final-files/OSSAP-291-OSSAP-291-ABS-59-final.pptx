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Lst>
  <p:sldSz cx="32918400" cy="43891200"/>
  <p:notesSz cx="6858000" cy="9144000"/>
  <p:defaultTextStyle>
    <a:defPPr lvl="0">
      <a:defRPr lang="en-US"/>
    </a:defPPr>
    <a:lvl1pPr marL="0" lvl="0" algn="l" defTabSz="3686627" rtl="0" eaLnBrk="1" latinLnBrk="0" hangingPunct="1">
      <a:defRPr sz="7258" kern="1200">
        <a:solidFill>
          <a:schemeClr val="tx1"/>
        </a:solidFill>
        <a:latin typeface="+mn-lt"/>
        <a:ea typeface="+mn-ea"/>
        <a:cs typeface="+mn-cs"/>
      </a:defRPr>
    </a:lvl1pPr>
    <a:lvl2pPr marL="1843313" lvl="1" algn="l" defTabSz="3686627" rtl="0" eaLnBrk="1" latinLnBrk="0" hangingPunct="1">
      <a:defRPr sz="7258" kern="1200">
        <a:solidFill>
          <a:schemeClr val="tx1"/>
        </a:solidFill>
        <a:latin typeface="+mn-lt"/>
        <a:ea typeface="+mn-ea"/>
        <a:cs typeface="+mn-cs"/>
      </a:defRPr>
    </a:lvl2pPr>
    <a:lvl3pPr marL="3686627" lvl="2" algn="l" defTabSz="3686627" rtl="0" eaLnBrk="1" latinLnBrk="0" hangingPunct="1">
      <a:defRPr sz="7258" kern="1200">
        <a:solidFill>
          <a:schemeClr val="tx1"/>
        </a:solidFill>
        <a:latin typeface="+mn-lt"/>
        <a:ea typeface="+mn-ea"/>
        <a:cs typeface="+mn-cs"/>
      </a:defRPr>
    </a:lvl3pPr>
    <a:lvl4pPr marL="5529936" lvl="3" algn="l" defTabSz="3686627" rtl="0" eaLnBrk="1" latinLnBrk="0" hangingPunct="1">
      <a:defRPr sz="7258" kern="1200">
        <a:solidFill>
          <a:schemeClr val="tx1"/>
        </a:solidFill>
        <a:latin typeface="+mn-lt"/>
        <a:ea typeface="+mn-ea"/>
        <a:cs typeface="+mn-cs"/>
      </a:defRPr>
    </a:lvl4pPr>
    <a:lvl5pPr marL="7373250" lvl="4" algn="l" defTabSz="3686627" rtl="0" eaLnBrk="1" latinLnBrk="0" hangingPunct="1">
      <a:defRPr sz="7258" kern="1200">
        <a:solidFill>
          <a:schemeClr val="tx1"/>
        </a:solidFill>
        <a:latin typeface="+mn-lt"/>
        <a:ea typeface="+mn-ea"/>
        <a:cs typeface="+mn-cs"/>
      </a:defRPr>
    </a:lvl5pPr>
    <a:lvl6pPr marL="9216563" lvl="5" algn="l" defTabSz="3686627" rtl="0" eaLnBrk="1" latinLnBrk="0" hangingPunct="1">
      <a:defRPr sz="7258" kern="1200">
        <a:solidFill>
          <a:schemeClr val="tx1"/>
        </a:solidFill>
        <a:latin typeface="+mn-lt"/>
        <a:ea typeface="+mn-ea"/>
        <a:cs typeface="+mn-cs"/>
      </a:defRPr>
    </a:lvl6pPr>
    <a:lvl7pPr marL="11059873" lvl="6" algn="l" defTabSz="3686627" rtl="0" eaLnBrk="1" latinLnBrk="0" hangingPunct="1">
      <a:defRPr sz="7258" kern="1200">
        <a:solidFill>
          <a:schemeClr val="tx1"/>
        </a:solidFill>
        <a:latin typeface="+mn-lt"/>
        <a:ea typeface="+mn-ea"/>
        <a:cs typeface="+mn-cs"/>
      </a:defRPr>
    </a:lvl7pPr>
    <a:lvl8pPr marL="12903186" lvl="7" algn="l" defTabSz="3686627" rtl="0" eaLnBrk="1" latinLnBrk="0" hangingPunct="1">
      <a:defRPr sz="7258" kern="1200">
        <a:solidFill>
          <a:schemeClr val="tx1"/>
        </a:solidFill>
        <a:latin typeface="+mn-lt"/>
        <a:ea typeface="+mn-ea"/>
        <a:cs typeface="+mn-cs"/>
      </a:defRPr>
    </a:lvl8pPr>
    <a:lvl9pPr marL="14746500" lvl="8" algn="l" defTabSz="3686627"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CA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3D77E-0DB5-42D9-BAA8-F6E3914AD6F3}" v="6" dt="2026-02-10T16:10:26.2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456" y="-26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thina nagabhushanam" userId="f9a3d64e89564699" providerId="LiveId" clId="{928DA157-B2E6-495A-A8D6-7B8590773A7D}"/>
    <pc:docChg chg="custSel modSld">
      <pc:chgData name="bathina nagabhushanam" userId="f9a3d64e89564699" providerId="LiveId" clId="{928DA157-B2E6-495A-A8D6-7B8590773A7D}" dt="2026-02-10T16:46:40.397" v="464" actId="1076"/>
      <pc:docMkLst>
        <pc:docMk/>
      </pc:docMkLst>
      <pc:sldChg chg="addSp delSp modSp mod">
        <pc:chgData name="bathina nagabhushanam" userId="f9a3d64e89564699" providerId="LiveId" clId="{928DA157-B2E6-495A-A8D6-7B8590773A7D}" dt="2026-02-10T16:46:40.397" v="464" actId="1076"/>
        <pc:sldMkLst>
          <pc:docMk/>
          <pc:sldMk cId="0" sldId="256"/>
        </pc:sldMkLst>
        <pc:spChg chg="mod">
          <ac:chgData name="bathina nagabhushanam" userId="f9a3d64e89564699" providerId="LiveId" clId="{928DA157-B2E6-495A-A8D6-7B8590773A7D}" dt="2026-02-05T15:34:50.825" v="178" actId="20577"/>
          <ac:spMkLst>
            <pc:docMk/>
            <pc:sldMk cId="0" sldId="256"/>
            <ac:spMk id="7" creationId="{ED6D4809-522B-B5EB-8E79-D6A37FE54644}"/>
          </ac:spMkLst>
        </pc:spChg>
        <pc:spChg chg="add mod">
          <ac:chgData name="bathina nagabhushanam" userId="f9a3d64e89564699" providerId="LiveId" clId="{928DA157-B2E6-495A-A8D6-7B8590773A7D}" dt="2026-02-10T16:25:50.043" v="445" actId="14100"/>
          <ac:spMkLst>
            <pc:docMk/>
            <pc:sldMk cId="0" sldId="256"/>
            <ac:spMk id="9" creationId="{AB2F46C9-C8B7-B10B-6FE2-F307CFEE26FA}"/>
          </ac:spMkLst>
        </pc:spChg>
        <pc:spChg chg="add mod">
          <ac:chgData name="bathina nagabhushanam" userId="f9a3d64e89564699" providerId="LiveId" clId="{928DA157-B2E6-495A-A8D6-7B8590773A7D}" dt="2026-01-30T17:49:03.079" v="174" actId="14100"/>
          <ac:spMkLst>
            <pc:docMk/>
            <pc:sldMk cId="0" sldId="256"/>
            <ac:spMk id="10" creationId="{959CF629-ED15-BCB7-E341-AE97F03A838C}"/>
          </ac:spMkLst>
        </pc:spChg>
        <pc:spChg chg="mod">
          <ac:chgData name="bathina nagabhushanam" userId="f9a3d64e89564699" providerId="LiveId" clId="{928DA157-B2E6-495A-A8D6-7B8590773A7D}" dt="2026-01-30T17:27:08.125" v="81" actId="1076"/>
          <ac:spMkLst>
            <pc:docMk/>
            <pc:sldMk cId="0" sldId="256"/>
            <ac:spMk id="11" creationId="{93A2F9EC-E86F-3A40-A024-D62BA65DF2EE}"/>
          </ac:spMkLst>
        </pc:spChg>
        <pc:spChg chg="mod">
          <ac:chgData name="bathina nagabhushanam" userId="f9a3d64e89564699" providerId="LiveId" clId="{928DA157-B2E6-495A-A8D6-7B8590773A7D}" dt="2026-01-30T17:27:17.220" v="82" actId="1076"/>
          <ac:spMkLst>
            <pc:docMk/>
            <pc:sldMk cId="0" sldId="256"/>
            <ac:spMk id="15" creationId="{6F00032B-5B10-3D7D-B16E-A2E481F4C824}"/>
          </ac:spMkLst>
        </pc:spChg>
        <pc:spChg chg="mod">
          <ac:chgData name="bathina nagabhushanam" userId="f9a3d64e89564699" providerId="LiveId" clId="{928DA157-B2E6-495A-A8D6-7B8590773A7D}" dt="2026-02-10T16:25:55.747" v="446" actId="14100"/>
          <ac:spMkLst>
            <pc:docMk/>
            <pc:sldMk cId="0" sldId="256"/>
            <ac:spMk id="16" creationId="{4B7EA6F0-34FB-9A1F-77A1-2DDBE358D53C}"/>
          </ac:spMkLst>
        </pc:spChg>
        <pc:spChg chg="mod">
          <ac:chgData name="bathina nagabhushanam" userId="f9a3d64e89564699" providerId="LiveId" clId="{928DA157-B2E6-495A-A8D6-7B8590773A7D}" dt="2026-01-30T17:26:18.180" v="78" actId="2085"/>
          <ac:spMkLst>
            <pc:docMk/>
            <pc:sldMk cId="0" sldId="256"/>
            <ac:spMk id="21" creationId="{C126E841-FB44-DE79-A99E-44F546E3D01B}"/>
          </ac:spMkLst>
        </pc:spChg>
        <pc:spChg chg="mod">
          <ac:chgData name="bathina nagabhushanam" userId="f9a3d64e89564699" providerId="LiveId" clId="{928DA157-B2E6-495A-A8D6-7B8590773A7D}" dt="2026-02-10T16:24:15.637" v="437" actId="20577"/>
          <ac:spMkLst>
            <pc:docMk/>
            <pc:sldMk cId="0" sldId="256"/>
            <ac:spMk id="27" creationId="{0EE42036-DECD-7975-A11F-FE802AE13586}"/>
          </ac:spMkLst>
        </pc:spChg>
        <pc:spChg chg="mod">
          <ac:chgData name="bathina nagabhushanam" userId="f9a3d64e89564699" providerId="LiveId" clId="{928DA157-B2E6-495A-A8D6-7B8590773A7D}" dt="2026-02-10T16:26:36.536" v="456" actId="20577"/>
          <ac:spMkLst>
            <pc:docMk/>
            <pc:sldMk cId="0" sldId="256"/>
            <ac:spMk id="31" creationId="{2D13979B-BDF9-3E3E-F7D1-12F92952BEF1}"/>
          </ac:spMkLst>
        </pc:spChg>
        <pc:spChg chg="mod">
          <ac:chgData name="bathina nagabhushanam" userId="f9a3d64e89564699" providerId="LiveId" clId="{928DA157-B2E6-495A-A8D6-7B8590773A7D}" dt="2026-02-10T16:25:02.463" v="439" actId="1076"/>
          <ac:spMkLst>
            <pc:docMk/>
            <pc:sldMk cId="0" sldId="256"/>
            <ac:spMk id="37" creationId="{7855A096-D20A-7B00-2CFF-BEE37B4B3A37}"/>
          </ac:spMkLst>
        </pc:spChg>
        <pc:spChg chg="mod">
          <ac:chgData name="bathina nagabhushanam" userId="f9a3d64e89564699" providerId="LiveId" clId="{928DA157-B2E6-495A-A8D6-7B8590773A7D}" dt="2026-02-10T16:46:11.881" v="461" actId="1076"/>
          <ac:spMkLst>
            <pc:docMk/>
            <pc:sldMk cId="0" sldId="256"/>
            <ac:spMk id="38" creationId="{A93699AB-941F-80F2-4D11-939D732995F5}"/>
          </ac:spMkLst>
        </pc:spChg>
        <pc:spChg chg="mod">
          <ac:chgData name="bathina nagabhushanam" userId="f9a3d64e89564699" providerId="LiveId" clId="{928DA157-B2E6-495A-A8D6-7B8590773A7D}" dt="2026-02-10T16:45:58.967" v="458" actId="1076"/>
          <ac:spMkLst>
            <pc:docMk/>
            <pc:sldMk cId="0" sldId="256"/>
            <ac:spMk id="45" creationId="{1DF51A64-32ED-0298-B498-E4BD9CFF65A2}"/>
          </ac:spMkLst>
        </pc:spChg>
        <pc:spChg chg="mod">
          <ac:chgData name="bathina nagabhushanam" userId="f9a3d64e89564699" providerId="LiveId" clId="{928DA157-B2E6-495A-A8D6-7B8590773A7D}" dt="2026-02-10T16:45:45.976" v="457" actId="20577"/>
          <ac:spMkLst>
            <pc:docMk/>
            <pc:sldMk cId="0" sldId="256"/>
            <ac:spMk id="46" creationId="{0A447BB8-142A-14C8-0A74-41693CF90FBE}"/>
          </ac:spMkLst>
        </pc:spChg>
        <pc:picChg chg="add mod">
          <ac:chgData name="bathina nagabhushanam" userId="f9a3d64e89564699" providerId="LiveId" clId="{928DA157-B2E6-495A-A8D6-7B8590773A7D}" dt="2026-01-30T17:52:44.052" v="177" actId="14100"/>
          <ac:picMkLst>
            <pc:docMk/>
            <pc:sldMk cId="0" sldId="256"/>
            <ac:picMk id="6" creationId="{15C7B3D5-7DC5-E7B9-7025-3EC80CEFC9B9}"/>
          </ac:picMkLst>
        </pc:picChg>
        <pc:picChg chg="mod">
          <ac:chgData name="bathina nagabhushanam" userId="f9a3d64e89564699" providerId="LiveId" clId="{928DA157-B2E6-495A-A8D6-7B8590773A7D}" dt="2026-01-30T17:52:35.333" v="175" actId="1076"/>
          <ac:picMkLst>
            <pc:docMk/>
            <pc:sldMk cId="0" sldId="256"/>
            <ac:picMk id="8" creationId="{624FE6D8-C7F1-75EC-7A7F-875EF982A83D}"/>
          </ac:picMkLst>
        </pc:picChg>
        <pc:picChg chg="mod">
          <ac:chgData name="bathina nagabhushanam" userId="f9a3d64e89564699" providerId="LiveId" clId="{928DA157-B2E6-495A-A8D6-7B8590773A7D}" dt="2026-02-10T16:46:40.397" v="464" actId="1076"/>
          <ac:picMkLst>
            <pc:docMk/>
            <pc:sldMk cId="0" sldId="256"/>
            <ac:picMk id="35" creationId="{D6C8C98B-6EFD-222C-364F-C4582F7F8180}"/>
          </ac:picMkLst>
        </pc:picChg>
        <pc:picChg chg="mod">
          <ac:chgData name="bathina nagabhushanam" userId="f9a3d64e89564699" providerId="LiveId" clId="{928DA157-B2E6-495A-A8D6-7B8590773A7D}" dt="2026-02-10T16:25:43.118" v="444" actId="14100"/>
          <ac:picMkLst>
            <pc:docMk/>
            <pc:sldMk cId="0" sldId="256"/>
            <ac:picMk id="40" creationId="{CC65782C-34AA-FF80-3693-590FCD130C86}"/>
          </ac:picMkLst>
        </pc:picChg>
        <pc:picChg chg="mod">
          <ac:chgData name="bathina nagabhushanam" userId="f9a3d64e89564699" providerId="LiveId" clId="{928DA157-B2E6-495A-A8D6-7B8590773A7D}" dt="2026-01-30T17:43:10.604" v="159" actId="1076"/>
          <ac:picMkLst>
            <pc:docMk/>
            <pc:sldMk cId="0" sldId="256"/>
            <ac:picMk id="42" creationId="{79904AF0-EE77-EFF5-E9D5-C09FE2558C25}"/>
          </ac:picMkLst>
        </pc:picChg>
        <pc:picChg chg="mod">
          <ac:chgData name="bathina nagabhushanam" userId="f9a3d64e89564699" providerId="LiveId" clId="{928DA157-B2E6-495A-A8D6-7B8590773A7D}" dt="2026-02-10T16:46:00.930" v="459" actId="1076"/>
          <ac:picMkLst>
            <pc:docMk/>
            <pc:sldMk cId="0" sldId="256"/>
            <ac:picMk id="43" creationId="{15AEED12-5D77-3430-F2C7-CBBB3EDAFD36}"/>
          </ac:picMkLst>
        </pc:picChg>
        <pc:picChg chg="mod">
          <ac:chgData name="bathina nagabhushanam" userId="f9a3d64e89564699" providerId="LiveId" clId="{928DA157-B2E6-495A-A8D6-7B8590773A7D}" dt="2026-02-10T16:46:03.863" v="460" actId="1076"/>
          <ac:picMkLst>
            <pc:docMk/>
            <pc:sldMk cId="0" sldId="256"/>
            <ac:picMk id="44" creationId="{EB011FDB-F662-5666-3059-3863B0DE1C4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4114800" y="7183123"/>
            <a:ext cx="24688800" cy="15280640"/>
          </a:xfrm>
          <a:prstGeom prst="rect">
            <a:avLst/>
          </a:prstGeom>
        </p:spPr>
        <p:txBody>
          <a:bodyPr anchor="b"/>
          <a:lstStyle>
            <a:lvl1pPr algn="ctr">
              <a:defRPr sz="162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4114800" y="23053043"/>
            <a:ext cx="24688800" cy="10596877"/>
          </a:xfrm>
          <a:prstGeom prst="rect">
            <a:avLst/>
          </a:prstGeom>
        </p:spPr>
        <p:txBody>
          <a:bodyPr/>
          <a:lstStyle>
            <a:lvl1pPr marL="0" indent="0" algn="ctr">
              <a:buNone/>
              <a:defRPr sz="6480"/>
            </a:lvl1pPr>
            <a:lvl2pPr marL="1234540" indent="0" algn="ctr">
              <a:buNone/>
              <a:defRPr sz="5400"/>
            </a:lvl2pPr>
            <a:lvl3pPr marL="2469077" indent="0" algn="ctr">
              <a:buNone/>
              <a:defRPr sz="4860"/>
            </a:lvl3pPr>
            <a:lvl4pPr marL="3703617" indent="0" algn="ctr">
              <a:buNone/>
              <a:defRPr sz="4320"/>
            </a:lvl4pPr>
            <a:lvl5pPr marL="4938154" indent="0" algn="ctr">
              <a:buNone/>
              <a:defRPr sz="4320"/>
            </a:lvl5pPr>
            <a:lvl6pPr marL="6172694" indent="0" algn="ctr">
              <a:buNone/>
              <a:defRPr sz="4320"/>
            </a:lvl6pPr>
            <a:lvl7pPr marL="7407231" indent="0" algn="ctr">
              <a:buNone/>
              <a:defRPr sz="4320"/>
            </a:lvl7pPr>
            <a:lvl8pPr marL="8641771" indent="0" algn="ctr">
              <a:buNone/>
              <a:defRPr sz="4320"/>
            </a:lvl8pPr>
            <a:lvl9pPr marL="9876311" indent="0" algn="ctr">
              <a:buNone/>
              <a:defRPr sz="432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2263140" y="2336810"/>
            <a:ext cx="28392120" cy="848360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2263140" y="11684000"/>
            <a:ext cx="28392120" cy="27848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2245995" y="10942333"/>
            <a:ext cx="28392120" cy="18257517"/>
          </a:xfrm>
          <a:prstGeom prst="rect">
            <a:avLst/>
          </a:prstGeom>
        </p:spPr>
        <p:txBody>
          <a:bodyPr anchor="b"/>
          <a:lstStyle>
            <a:lvl1pPr>
              <a:defRPr sz="162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2245995" y="29372573"/>
            <a:ext cx="28392120" cy="9601197"/>
          </a:xfrm>
          <a:prstGeom prst="rect">
            <a:avLst/>
          </a:prstGeom>
        </p:spPr>
        <p:txBody>
          <a:bodyPr/>
          <a:lstStyle>
            <a:lvl1pPr marL="0" indent="0">
              <a:buNone/>
              <a:defRPr sz="6480">
                <a:solidFill>
                  <a:schemeClr val="tx1">
                    <a:tint val="82000"/>
                  </a:schemeClr>
                </a:solidFill>
              </a:defRPr>
            </a:lvl1pPr>
            <a:lvl2pPr marL="1234540" indent="0">
              <a:buNone/>
              <a:defRPr sz="5400">
                <a:solidFill>
                  <a:schemeClr val="tx1">
                    <a:tint val="82000"/>
                  </a:schemeClr>
                </a:solidFill>
              </a:defRPr>
            </a:lvl2pPr>
            <a:lvl3pPr marL="2469077" indent="0">
              <a:buNone/>
              <a:defRPr sz="4860">
                <a:solidFill>
                  <a:schemeClr val="tx1">
                    <a:tint val="82000"/>
                  </a:schemeClr>
                </a:solidFill>
              </a:defRPr>
            </a:lvl3pPr>
            <a:lvl4pPr marL="3703617" indent="0">
              <a:buNone/>
              <a:defRPr sz="4320">
                <a:solidFill>
                  <a:schemeClr val="tx1">
                    <a:tint val="82000"/>
                  </a:schemeClr>
                </a:solidFill>
              </a:defRPr>
            </a:lvl4pPr>
            <a:lvl5pPr marL="4938154" indent="0">
              <a:buNone/>
              <a:defRPr sz="4320">
                <a:solidFill>
                  <a:schemeClr val="tx1">
                    <a:tint val="82000"/>
                  </a:schemeClr>
                </a:solidFill>
              </a:defRPr>
            </a:lvl5pPr>
            <a:lvl6pPr marL="6172694" indent="0">
              <a:buNone/>
              <a:defRPr sz="4320">
                <a:solidFill>
                  <a:schemeClr val="tx1">
                    <a:tint val="82000"/>
                  </a:schemeClr>
                </a:solidFill>
              </a:defRPr>
            </a:lvl6pPr>
            <a:lvl7pPr marL="7407231" indent="0">
              <a:buNone/>
              <a:defRPr sz="4320">
                <a:solidFill>
                  <a:schemeClr val="tx1">
                    <a:tint val="82000"/>
                  </a:schemeClr>
                </a:solidFill>
              </a:defRPr>
            </a:lvl7pPr>
            <a:lvl8pPr marL="8641771" indent="0">
              <a:buNone/>
              <a:defRPr sz="4320">
                <a:solidFill>
                  <a:schemeClr val="tx1">
                    <a:tint val="82000"/>
                  </a:schemeClr>
                </a:solidFill>
              </a:defRPr>
            </a:lvl8pPr>
            <a:lvl9pPr marL="9876311" indent="0">
              <a:buNone/>
              <a:defRPr sz="43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2263140" y="2336810"/>
            <a:ext cx="28392120" cy="848360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2263140" y="11684000"/>
            <a:ext cx="13990320" cy="27848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16664940" y="11684000"/>
            <a:ext cx="13990320" cy="27848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2267428" y="2336810"/>
            <a:ext cx="28392120" cy="848360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2267432" y="10759443"/>
            <a:ext cx="13926025" cy="5273037"/>
          </a:xfrm>
          <a:prstGeom prst="rect">
            <a:avLst/>
          </a:prstGeom>
        </p:spPr>
        <p:txBody>
          <a:bodyPr anchor="b"/>
          <a:lstStyle>
            <a:lvl1pPr marL="0" indent="0">
              <a:buNone/>
              <a:defRPr sz="6480" b="1"/>
            </a:lvl1pPr>
            <a:lvl2pPr marL="1234540" indent="0">
              <a:buNone/>
              <a:defRPr sz="5400" b="1"/>
            </a:lvl2pPr>
            <a:lvl3pPr marL="2469077" indent="0">
              <a:buNone/>
              <a:defRPr sz="4860" b="1"/>
            </a:lvl3pPr>
            <a:lvl4pPr marL="3703617" indent="0">
              <a:buNone/>
              <a:defRPr sz="4320" b="1"/>
            </a:lvl4pPr>
            <a:lvl5pPr marL="4938154" indent="0">
              <a:buNone/>
              <a:defRPr sz="4320" b="1"/>
            </a:lvl5pPr>
            <a:lvl6pPr marL="6172694" indent="0">
              <a:buNone/>
              <a:defRPr sz="4320" b="1"/>
            </a:lvl6pPr>
            <a:lvl7pPr marL="7407231" indent="0">
              <a:buNone/>
              <a:defRPr sz="4320" b="1"/>
            </a:lvl7pPr>
            <a:lvl8pPr marL="8641771" indent="0">
              <a:buNone/>
              <a:defRPr sz="4320" b="1"/>
            </a:lvl8pPr>
            <a:lvl9pPr marL="9876311" indent="0">
              <a:buNone/>
              <a:defRPr sz="432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2267432" y="16032480"/>
            <a:ext cx="13926025" cy="235813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16664940" y="10759443"/>
            <a:ext cx="13994608" cy="5273037"/>
          </a:xfrm>
          <a:prstGeom prst="rect">
            <a:avLst/>
          </a:prstGeom>
        </p:spPr>
        <p:txBody>
          <a:bodyPr anchor="b"/>
          <a:lstStyle>
            <a:lvl1pPr marL="0" indent="0">
              <a:buNone/>
              <a:defRPr sz="6480" b="1"/>
            </a:lvl1pPr>
            <a:lvl2pPr marL="1234540" indent="0">
              <a:buNone/>
              <a:defRPr sz="5400" b="1"/>
            </a:lvl2pPr>
            <a:lvl3pPr marL="2469077" indent="0">
              <a:buNone/>
              <a:defRPr sz="4860" b="1"/>
            </a:lvl3pPr>
            <a:lvl4pPr marL="3703617" indent="0">
              <a:buNone/>
              <a:defRPr sz="4320" b="1"/>
            </a:lvl4pPr>
            <a:lvl5pPr marL="4938154" indent="0">
              <a:buNone/>
              <a:defRPr sz="4320" b="1"/>
            </a:lvl5pPr>
            <a:lvl6pPr marL="6172694" indent="0">
              <a:buNone/>
              <a:defRPr sz="4320" b="1"/>
            </a:lvl6pPr>
            <a:lvl7pPr marL="7407231" indent="0">
              <a:buNone/>
              <a:defRPr sz="4320" b="1"/>
            </a:lvl7pPr>
            <a:lvl8pPr marL="8641771" indent="0">
              <a:buNone/>
              <a:defRPr sz="4320" b="1"/>
            </a:lvl8pPr>
            <a:lvl9pPr marL="9876311" indent="0">
              <a:buNone/>
              <a:defRPr sz="432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16664940" y="16032480"/>
            <a:ext cx="13994608" cy="235813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2263140" y="2336810"/>
            <a:ext cx="28392120" cy="848360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2267432" y="2926080"/>
            <a:ext cx="10617040" cy="10241280"/>
          </a:xfrm>
          <a:prstGeom prst="rect">
            <a:avLst/>
          </a:prstGeom>
        </p:spPr>
        <p:txBody>
          <a:bodyPr anchor="b"/>
          <a:lstStyle>
            <a:lvl1pPr>
              <a:defRPr sz="864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13994608" y="6319523"/>
            <a:ext cx="16664940" cy="31191200"/>
          </a:xfrm>
          <a:prstGeom prst="rect">
            <a:avLst/>
          </a:prstGeom>
        </p:spPr>
        <p:txBody>
          <a:bodyPr/>
          <a:lstStyle>
            <a:lvl1pPr>
              <a:defRPr sz="8640"/>
            </a:lvl1pPr>
            <a:lvl2pPr>
              <a:defRPr sz="7560"/>
            </a:lvl2pPr>
            <a:lvl3pPr>
              <a:defRPr sz="6480"/>
            </a:lvl3pPr>
            <a:lvl4pPr>
              <a:defRPr sz="5400"/>
            </a:lvl4pPr>
            <a:lvl5pPr>
              <a:defRPr sz="5400"/>
            </a:lvl5pPr>
            <a:lvl6pPr>
              <a:defRPr sz="5400"/>
            </a:lvl6pPr>
            <a:lvl7pPr>
              <a:defRPr sz="5400"/>
            </a:lvl7pPr>
            <a:lvl8pPr>
              <a:defRPr sz="5400"/>
            </a:lvl8pPr>
            <a:lvl9pPr>
              <a:defRPr sz="5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2267432" y="13167360"/>
            <a:ext cx="10617040" cy="24394163"/>
          </a:xfrm>
          <a:prstGeom prst="rect">
            <a:avLst/>
          </a:prstGeom>
        </p:spPr>
        <p:txBody>
          <a:bodyPr/>
          <a:lstStyle>
            <a:lvl1pPr marL="0" indent="0">
              <a:buNone/>
              <a:defRPr sz="4320"/>
            </a:lvl1pPr>
            <a:lvl2pPr marL="1234540" indent="0">
              <a:buNone/>
              <a:defRPr sz="3780"/>
            </a:lvl2pPr>
            <a:lvl3pPr marL="2469077" indent="0">
              <a:buNone/>
              <a:defRPr sz="3240"/>
            </a:lvl3pPr>
            <a:lvl4pPr marL="3703617" indent="0">
              <a:buNone/>
              <a:defRPr sz="2700"/>
            </a:lvl4pPr>
            <a:lvl5pPr marL="4938154" indent="0">
              <a:buNone/>
              <a:defRPr sz="2700"/>
            </a:lvl5pPr>
            <a:lvl6pPr marL="6172694" indent="0">
              <a:buNone/>
              <a:defRPr sz="2700"/>
            </a:lvl6pPr>
            <a:lvl7pPr marL="7407231" indent="0">
              <a:buNone/>
              <a:defRPr sz="2700"/>
            </a:lvl7pPr>
            <a:lvl8pPr marL="8641771" indent="0">
              <a:buNone/>
              <a:defRPr sz="2700"/>
            </a:lvl8pPr>
            <a:lvl9pPr marL="9876311" indent="0">
              <a:buNone/>
              <a:defRPr sz="27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2267432" y="2926080"/>
            <a:ext cx="10617040" cy="10241280"/>
          </a:xfrm>
          <a:prstGeom prst="rect">
            <a:avLst/>
          </a:prstGeom>
        </p:spPr>
        <p:txBody>
          <a:bodyPr anchor="b"/>
          <a:lstStyle>
            <a:lvl1pPr>
              <a:defRPr sz="864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13994608" y="6319523"/>
            <a:ext cx="16664940" cy="31191200"/>
          </a:xfrm>
          <a:prstGeom prst="rect">
            <a:avLst/>
          </a:prstGeom>
        </p:spPr>
        <p:txBody>
          <a:bodyPr/>
          <a:lstStyle>
            <a:lvl1pPr marL="0" indent="0">
              <a:buNone/>
              <a:defRPr sz="8640"/>
            </a:lvl1pPr>
            <a:lvl2pPr marL="1234540" indent="0">
              <a:buNone/>
              <a:defRPr sz="7560"/>
            </a:lvl2pPr>
            <a:lvl3pPr marL="2469077" indent="0">
              <a:buNone/>
              <a:defRPr sz="6480"/>
            </a:lvl3pPr>
            <a:lvl4pPr marL="3703617" indent="0">
              <a:buNone/>
              <a:defRPr sz="5400"/>
            </a:lvl4pPr>
            <a:lvl5pPr marL="4938154" indent="0">
              <a:buNone/>
              <a:defRPr sz="5400"/>
            </a:lvl5pPr>
            <a:lvl6pPr marL="6172694" indent="0">
              <a:buNone/>
              <a:defRPr sz="5400"/>
            </a:lvl6pPr>
            <a:lvl7pPr marL="7407231" indent="0">
              <a:buNone/>
              <a:defRPr sz="5400"/>
            </a:lvl7pPr>
            <a:lvl8pPr marL="8641771" indent="0">
              <a:buNone/>
              <a:defRPr sz="5400"/>
            </a:lvl8pPr>
            <a:lvl9pPr marL="9876311" indent="0">
              <a:buNone/>
              <a:defRPr sz="54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2267432" y="13167360"/>
            <a:ext cx="10617040" cy="24394163"/>
          </a:xfrm>
          <a:prstGeom prst="rect">
            <a:avLst/>
          </a:prstGeom>
        </p:spPr>
        <p:txBody>
          <a:bodyPr/>
          <a:lstStyle>
            <a:lvl1pPr marL="0" indent="0">
              <a:buNone/>
              <a:defRPr sz="4320"/>
            </a:lvl1pPr>
            <a:lvl2pPr marL="1234540" indent="0">
              <a:buNone/>
              <a:defRPr sz="3780"/>
            </a:lvl2pPr>
            <a:lvl3pPr marL="2469077" indent="0">
              <a:buNone/>
              <a:defRPr sz="3240"/>
            </a:lvl3pPr>
            <a:lvl4pPr marL="3703617" indent="0">
              <a:buNone/>
              <a:defRPr sz="2700"/>
            </a:lvl4pPr>
            <a:lvl5pPr marL="4938154" indent="0">
              <a:buNone/>
              <a:defRPr sz="2700"/>
            </a:lvl5pPr>
            <a:lvl6pPr marL="6172694" indent="0">
              <a:buNone/>
              <a:defRPr sz="2700"/>
            </a:lvl6pPr>
            <a:lvl7pPr marL="7407231" indent="0">
              <a:buNone/>
              <a:defRPr sz="2700"/>
            </a:lvl7pPr>
            <a:lvl8pPr marL="8641771" indent="0">
              <a:buNone/>
              <a:defRPr sz="2700"/>
            </a:lvl8pPr>
            <a:lvl9pPr marL="9876311" indent="0">
              <a:buNone/>
              <a:defRPr sz="27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2263140" y="2336810"/>
            <a:ext cx="28392120" cy="848360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2263140" y="11684000"/>
            <a:ext cx="28392120" cy="278485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23557230" y="2336800"/>
            <a:ext cx="7098030" cy="37195763"/>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2263140" y="2336800"/>
            <a:ext cx="20882610" cy="371957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2263140" y="40680643"/>
            <a:ext cx="7406640" cy="2336800"/>
          </a:xfrm>
          <a:prstGeom prst="rect">
            <a:avLst/>
          </a:prstGeom>
        </p:spPr>
        <p:txBody>
          <a:bodyPr/>
          <a:lstStyle/>
          <a:p>
            <a:fld id="{FD73274A-A2CD-4D7F-B977-66E290A1AB78}" type="datetimeFigureOut">
              <a:rPr lang="en-US" smtClean="0"/>
              <a:t>2/10/2026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10904220" y="40680643"/>
            <a:ext cx="11109960" cy="23368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23248620" y="40680643"/>
            <a:ext cx="7406640" cy="2336800"/>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32918395" cy="8192998"/>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9599"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4318587" y="478861"/>
            <a:ext cx="2816516" cy="6676186"/>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9557757" y="789706"/>
            <a:ext cx="2386927" cy="5657901"/>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27345311" y="1230739"/>
            <a:ext cx="2122038" cy="5030016"/>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6953172" y="175514"/>
            <a:ext cx="16195540" cy="21204907"/>
          </a:xfrm>
          <a:prstGeom prst="rect">
            <a:avLst/>
          </a:prstGeom>
          <a:noFill/>
        </p:spPr>
        <p:txBody>
          <a:bodyPr wrap="square" rtlCol="0">
            <a:spAutoFit/>
          </a:bodyPr>
          <a:lstStyle/>
          <a:p>
            <a:r>
              <a:rPr lang="en-US" sz="19599" b="1" dirty="0">
                <a:solidFill>
                  <a:schemeClr val="bg1"/>
                </a:solidFill>
                <a:latin typeface="Gordita "/>
              </a:rPr>
              <a:t>55</a:t>
            </a:r>
            <a:r>
              <a:rPr lang="en-US" sz="19599" b="1" baseline="30000" dirty="0">
                <a:solidFill>
                  <a:schemeClr val="bg1"/>
                </a:solidFill>
                <a:latin typeface="Gordita "/>
              </a:rPr>
              <a:t>th</a:t>
            </a:r>
            <a:r>
              <a:rPr lang="en-US" sz="19599" b="1" dirty="0">
                <a:solidFill>
                  <a:schemeClr val="bg1"/>
                </a:solidFill>
                <a:latin typeface="Gordita "/>
              </a:rPr>
              <a:t>   Annual Conference of </a:t>
            </a:r>
          </a:p>
          <a:p>
            <a:r>
              <a:rPr lang="en-US" sz="19599"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7023289" y="4184950"/>
            <a:ext cx="17030234" cy="590931"/>
          </a:xfrm>
          <a:prstGeom prst="rect">
            <a:avLst/>
          </a:prstGeom>
          <a:noFill/>
        </p:spPr>
        <p:txBody>
          <a:bodyPr wrap="square" rtlCol="0">
            <a:spAutoFit/>
          </a:bodyPr>
          <a:lstStyle/>
          <a:p>
            <a:r>
              <a:rPr lang="en-US" sz="324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6953173" y="5845386"/>
            <a:ext cx="19207886" cy="590931"/>
          </a:xfrm>
          <a:prstGeom prst="rect">
            <a:avLst/>
          </a:prstGeom>
          <a:noFill/>
        </p:spPr>
        <p:txBody>
          <a:bodyPr wrap="square" rtlCol="0">
            <a:spAutoFit/>
          </a:bodyPr>
          <a:lstStyle/>
          <a:p>
            <a:r>
              <a:rPr lang="en-US" sz="3240" b="1" dirty="0">
                <a:solidFill>
                  <a:schemeClr val="bg1"/>
                </a:solidFill>
                <a:latin typeface="Gordita "/>
              </a:rPr>
              <a:t>Organized by : Department of </a:t>
            </a:r>
            <a:r>
              <a:rPr lang="en-US" sz="3240" b="1" dirty="0" err="1">
                <a:solidFill>
                  <a:schemeClr val="bg1"/>
                </a:solidFill>
                <a:latin typeface="Gordita "/>
              </a:rPr>
              <a:t>Orthopaedics</a:t>
            </a:r>
            <a:r>
              <a:rPr lang="en-US" sz="324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1514202" y="91242"/>
            <a:ext cx="4065015" cy="8193005"/>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sz="19599"/>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469077" rtl="0" eaLnBrk="1" latinLnBrk="0" hangingPunct="1">
        <a:lnSpc>
          <a:spcPct val="90000"/>
        </a:lnSpc>
        <a:spcBef>
          <a:spcPct val="0"/>
        </a:spcBef>
        <a:buNone/>
        <a:defRPr sz="11880" kern="1200">
          <a:solidFill>
            <a:schemeClr val="tx1"/>
          </a:solidFill>
          <a:latin typeface="+mj-lt"/>
          <a:ea typeface="+mj-ea"/>
          <a:cs typeface="+mj-cs"/>
        </a:defRPr>
      </a:lvl1pPr>
    </p:titleStyle>
    <p:bodyStyle>
      <a:lvl1pPr marL="617269" indent="-617269" algn="l" defTabSz="2469077" rtl="0" eaLnBrk="1" latinLnBrk="0" hangingPunct="1">
        <a:lnSpc>
          <a:spcPct val="90000"/>
        </a:lnSpc>
        <a:spcBef>
          <a:spcPts val="2700"/>
        </a:spcBef>
        <a:buFont typeface="Arial" panose="020B0604020202020204" pitchFamily="34" charset="0"/>
        <a:buChar char="•"/>
        <a:defRPr sz="7560" kern="1200">
          <a:solidFill>
            <a:schemeClr val="tx1"/>
          </a:solidFill>
          <a:latin typeface="+mn-lt"/>
          <a:ea typeface="+mn-ea"/>
          <a:cs typeface="+mn-cs"/>
        </a:defRPr>
      </a:lvl1pPr>
      <a:lvl2pPr marL="1851809" indent="-617269" algn="l" defTabSz="2469077" rtl="0" eaLnBrk="1" latinLnBrk="0" hangingPunct="1">
        <a:lnSpc>
          <a:spcPct val="90000"/>
        </a:lnSpc>
        <a:spcBef>
          <a:spcPts val="1350"/>
        </a:spcBef>
        <a:buFont typeface="Arial" panose="020B0604020202020204" pitchFamily="34" charset="0"/>
        <a:buChar char="•"/>
        <a:defRPr sz="6480" kern="1200">
          <a:solidFill>
            <a:schemeClr val="tx1"/>
          </a:solidFill>
          <a:latin typeface="+mn-lt"/>
          <a:ea typeface="+mn-ea"/>
          <a:cs typeface="+mn-cs"/>
        </a:defRPr>
      </a:lvl2pPr>
      <a:lvl3pPr marL="3086346" indent="-617269" algn="l" defTabSz="2469077" rtl="0" eaLnBrk="1" latinLnBrk="0" hangingPunct="1">
        <a:lnSpc>
          <a:spcPct val="90000"/>
        </a:lnSpc>
        <a:spcBef>
          <a:spcPts val="1350"/>
        </a:spcBef>
        <a:buFont typeface="Arial" panose="020B0604020202020204" pitchFamily="34" charset="0"/>
        <a:buChar char="•"/>
        <a:defRPr sz="5400" kern="1200">
          <a:solidFill>
            <a:schemeClr val="tx1"/>
          </a:solidFill>
          <a:latin typeface="+mn-lt"/>
          <a:ea typeface="+mn-ea"/>
          <a:cs typeface="+mn-cs"/>
        </a:defRPr>
      </a:lvl3pPr>
      <a:lvl4pPr marL="4320886" indent="-617269" algn="l" defTabSz="2469077"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4pPr>
      <a:lvl5pPr marL="5555426" indent="-617269" algn="l" defTabSz="2469077"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5pPr>
      <a:lvl6pPr marL="6789963" indent="-617269" algn="l" defTabSz="2469077"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6pPr>
      <a:lvl7pPr marL="8024503" indent="-617269" algn="l" defTabSz="2469077"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7pPr>
      <a:lvl8pPr marL="9259040" indent="-617269" algn="l" defTabSz="2469077"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8pPr>
      <a:lvl9pPr marL="10493580" indent="-617269" algn="l" defTabSz="2469077"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9pPr>
    </p:bodyStyle>
    <p:otherStyle>
      <a:defPPr>
        <a:defRPr lang="en-US"/>
      </a:defPPr>
      <a:lvl1pPr marL="0" algn="l" defTabSz="2469077" rtl="0" eaLnBrk="1" latinLnBrk="0" hangingPunct="1">
        <a:defRPr sz="4860" kern="1200">
          <a:solidFill>
            <a:schemeClr val="tx1"/>
          </a:solidFill>
          <a:latin typeface="+mn-lt"/>
          <a:ea typeface="+mn-ea"/>
          <a:cs typeface="+mn-cs"/>
        </a:defRPr>
      </a:lvl1pPr>
      <a:lvl2pPr marL="1234540" algn="l" defTabSz="2469077" rtl="0" eaLnBrk="1" latinLnBrk="0" hangingPunct="1">
        <a:defRPr sz="4860" kern="1200">
          <a:solidFill>
            <a:schemeClr val="tx1"/>
          </a:solidFill>
          <a:latin typeface="+mn-lt"/>
          <a:ea typeface="+mn-ea"/>
          <a:cs typeface="+mn-cs"/>
        </a:defRPr>
      </a:lvl2pPr>
      <a:lvl3pPr marL="2469077" algn="l" defTabSz="2469077" rtl="0" eaLnBrk="1" latinLnBrk="0" hangingPunct="1">
        <a:defRPr sz="4860" kern="1200">
          <a:solidFill>
            <a:schemeClr val="tx1"/>
          </a:solidFill>
          <a:latin typeface="+mn-lt"/>
          <a:ea typeface="+mn-ea"/>
          <a:cs typeface="+mn-cs"/>
        </a:defRPr>
      </a:lvl3pPr>
      <a:lvl4pPr marL="3703617" algn="l" defTabSz="2469077" rtl="0" eaLnBrk="1" latinLnBrk="0" hangingPunct="1">
        <a:defRPr sz="4860" kern="1200">
          <a:solidFill>
            <a:schemeClr val="tx1"/>
          </a:solidFill>
          <a:latin typeface="+mn-lt"/>
          <a:ea typeface="+mn-ea"/>
          <a:cs typeface="+mn-cs"/>
        </a:defRPr>
      </a:lvl4pPr>
      <a:lvl5pPr marL="4938154" algn="l" defTabSz="2469077" rtl="0" eaLnBrk="1" latinLnBrk="0" hangingPunct="1">
        <a:defRPr sz="4860" kern="1200">
          <a:solidFill>
            <a:schemeClr val="tx1"/>
          </a:solidFill>
          <a:latin typeface="+mn-lt"/>
          <a:ea typeface="+mn-ea"/>
          <a:cs typeface="+mn-cs"/>
        </a:defRPr>
      </a:lvl5pPr>
      <a:lvl6pPr marL="6172694" algn="l" defTabSz="2469077" rtl="0" eaLnBrk="1" latinLnBrk="0" hangingPunct="1">
        <a:defRPr sz="4860" kern="1200">
          <a:solidFill>
            <a:schemeClr val="tx1"/>
          </a:solidFill>
          <a:latin typeface="+mn-lt"/>
          <a:ea typeface="+mn-ea"/>
          <a:cs typeface="+mn-cs"/>
        </a:defRPr>
      </a:lvl6pPr>
      <a:lvl7pPr marL="7407231" algn="l" defTabSz="2469077" rtl="0" eaLnBrk="1" latinLnBrk="0" hangingPunct="1">
        <a:defRPr sz="4860" kern="1200">
          <a:solidFill>
            <a:schemeClr val="tx1"/>
          </a:solidFill>
          <a:latin typeface="+mn-lt"/>
          <a:ea typeface="+mn-ea"/>
          <a:cs typeface="+mn-cs"/>
        </a:defRPr>
      </a:lvl7pPr>
      <a:lvl8pPr marL="8641771" algn="l" defTabSz="2469077" rtl="0" eaLnBrk="1" latinLnBrk="0" hangingPunct="1">
        <a:defRPr sz="4860" kern="1200">
          <a:solidFill>
            <a:schemeClr val="tx1"/>
          </a:solidFill>
          <a:latin typeface="+mn-lt"/>
          <a:ea typeface="+mn-ea"/>
          <a:cs typeface="+mn-cs"/>
        </a:defRPr>
      </a:lvl8pPr>
      <a:lvl9pPr marL="9876311" algn="l" defTabSz="2469077" rtl="0" eaLnBrk="1" latinLnBrk="0" hangingPunct="1">
        <a:defRPr sz="48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
          <p:cNvSpPr/>
          <p:nvPr/>
        </p:nvSpPr>
        <p:spPr>
          <a:xfrm>
            <a:off x="0" y="0"/>
            <a:ext cx="32918400" cy="8229600"/>
          </a:xfrm>
          <a:prstGeom prst="rect">
            <a:avLst/>
          </a:prstGeom>
          <a:solidFill>
            <a:srgbClr val="01234D"/>
          </a:solidFill>
          <a:ln w="19050" cap="flat" cmpd="sng">
            <a:solidFill>
              <a:srgbClr val="525755"/>
            </a:solidFill>
            <a:prstDash val="solid"/>
            <a:miter lim="800000"/>
            <a:headEnd type="none" w="sm" len="sm"/>
            <a:tailEnd type="none" w="sm" len="sm"/>
          </a:ln>
        </p:spPr>
        <p:txBody>
          <a:bodyPr spcFirstLastPara="1" wrap="square" lIns="246848" tIns="123390" rIns="246848" bIns="123390" anchor="ctr" anchorCtr="0">
            <a:noAutofit/>
          </a:bodyPr>
          <a:lstStyle/>
          <a:p>
            <a:pPr algn="ctr">
              <a:buClr>
                <a:schemeClr val="dk1"/>
              </a:buClr>
              <a:buSzPts val="1800"/>
            </a:pPr>
            <a:endParaRPr lang="en-IN" sz="19597" dirty="0">
              <a:solidFill>
                <a:schemeClr val="lt1"/>
              </a:solidFill>
              <a:latin typeface="Arial"/>
              <a:ea typeface="Arial"/>
              <a:cs typeface="Arial"/>
              <a:sym typeface="Arial"/>
            </a:endParaRPr>
          </a:p>
        </p:txBody>
      </p:sp>
      <p:sp>
        <p:nvSpPr>
          <p:cNvPr id="2" name="Google Shape;174;p1">
            <a:extLst>
              <a:ext uri="{FF2B5EF4-FFF2-40B4-BE49-F238E27FC236}">
                <a16:creationId xmlns:a16="http://schemas.microsoft.com/office/drawing/2014/main" id="{AB98AA17-23C3-B458-04E3-0EF12CB447B3}"/>
              </a:ext>
            </a:extLst>
          </p:cNvPr>
          <p:cNvSpPr/>
          <p:nvPr/>
        </p:nvSpPr>
        <p:spPr>
          <a:xfrm>
            <a:off x="-587852" y="484624"/>
            <a:ext cx="7445852" cy="7744976"/>
          </a:xfrm>
          <a:custGeom>
            <a:avLst/>
            <a:gdLst/>
            <a:ahLst/>
            <a:cxnLst/>
            <a:rect l="l" t="t" r="r" b="b"/>
            <a:pathLst>
              <a:path w="2254612" h="1957865" extrusionOk="0">
                <a:moveTo>
                  <a:pt x="0" y="0"/>
                </a:moveTo>
                <a:lnTo>
                  <a:pt x="2254612" y="0"/>
                </a:lnTo>
                <a:lnTo>
                  <a:pt x="2254612" y="1957865"/>
                </a:lnTo>
                <a:lnTo>
                  <a:pt x="0" y="1957865"/>
                </a:lnTo>
                <a:lnTo>
                  <a:pt x="0" y="0"/>
                </a:lnTo>
                <a:close/>
              </a:path>
            </a:pathLst>
          </a:custGeom>
          <a:blipFill rotWithShape="1">
            <a:blip r:embed="rId2">
              <a:alphaModFix/>
            </a:blip>
            <a:stretch>
              <a:fillRect t="-9939" r="-4889" b="-108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13" name="Picture 12">
            <a:extLst>
              <a:ext uri="{FF2B5EF4-FFF2-40B4-BE49-F238E27FC236}">
                <a16:creationId xmlns:a16="http://schemas.microsoft.com/office/drawing/2014/main" id="{2A3C5469-1241-2829-19CC-880C2FC762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67720" y="4357112"/>
            <a:ext cx="2963656" cy="3452332"/>
          </a:xfrm>
          <a:prstGeom prst="rect">
            <a:avLst/>
          </a:prstGeom>
        </p:spPr>
      </p:pic>
      <p:pic>
        <p:nvPicPr>
          <p:cNvPr id="12" name="Google Shape;172;p1">
            <a:extLst>
              <a:ext uri="{FF2B5EF4-FFF2-40B4-BE49-F238E27FC236}">
                <a16:creationId xmlns:a16="http://schemas.microsoft.com/office/drawing/2014/main" id="{744C69DF-28D9-846A-F9D2-365D7F128FDE}"/>
              </a:ext>
            </a:extLst>
          </p:cNvPr>
          <p:cNvPicPr preferRelativeResize="0"/>
          <p:nvPr/>
        </p:nvPicPr>
        <p:blipFill rotWithShape="1">
          <a:blip r:embed="rId4">
            <a:alphaModFix/>
          </a:blip>
          <a:srcRect/>
          <a:stretch/>
        </p:blipFill>
        <p:spPr>
          <a:xfrm rot="10800000" flipH="1" flipV="1">
            <a:off x="28444812" y="517208"/>
            <a:ext cx="4860221" cy="7202773"/>
          </a:xfrm>
          <a:prstGeom prst="rect">
            <a:avLst/>
          </a:prstGeom>
          <a:noFill/>
          <a:ln>
            <a:noFill/>
          </a:ln>
        </p:spPr>
      </p:pic>
      <p:sp>
        <p:nvSpPr>
          <p:cNvPr id="3" name="Rectangle 2">
            <a:extLst>
              <a:ext uri="{FF2B5EF4-FFF2-40B4-BE49-F238E27FC236}">
                <a16:creationId xmlns:a16="http://schemas.microsoft.com/office/drawing/2014/main" id="{3E99B6A4-5F4A-5132-3B0D-DD5DA37B38E2}"/>
              </a:ext>
            </a:extLst>
          </p:cNvPr>
          <p:cNvSpPr/>
          <p:nvPr/>
        </p:nvSpPr>
        <p:spPr>
          <a:xfrm>
            <a:off x="0" y="8229599"/>
            <a:ext cx="9639942" cy="1650087"/>
          </a:xfrm>
          <a:prstGeom prst="rect">
            <a:avLst/>
          </a:prstGeom>
          <a:solidFill>
            <a:srgbClr val="A6CA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INTRODUCTION</a:t>
            </a:r>
            <a:r>
              <a:rPr lang="en-US" sz="4800" b="1" dirty="0">
                <a:solidFill>
                  <a:schemeClr val="tx1"/>
                </a:solidFill>
              </a:rPr>
              <a:t> </a:t>
            </a:r>
          </a:p>
        </p:txBody>
      </p:sp>
      <p:sp>
        <p:nvSpPr>
          <p:cNvPr id="5" name="TextBox 4">
            <a:extLst>
              <a:ext uri="{FF2B5EF4-FFF2-40B4-BE49-F238E27FC236}">
                <a16:creationId xmlns:a16="http://schemas.microsoft.com/office/drawing/2014/main" id="{F3E269E3-910D-661B-DCD1-A591FB2F2F70}"/>
              </a:ext>
            </a:extLst>
          </p:cNvPr>
          <p:cNvSpPr txBox="1"/>
          <p:nvPr/>
        </p:nvSpPr>
        <p:spPr>
          <a:xfrm>
            <a:off x="-32712" y="9542977"/>
            <a:ext cx="9544052" cy="119109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sz="4800" dirty="0">
              <a:latin typeface="Arial" panose="020B0604020202020204" pitchFamily="34" charset="0"/>
              <a:cs typeface="Arial" panose="020B0604020202020204" pitchFamily="34" charset="0"/>
            </a:endParaRPr>
          </a:p>
          <a:p>
            <a:r>
              <a:rPr lang="en-US" sz="4800" dirty="0">
                <a:latin typeface="Arial" panose="020B0604020202020204" pitchFamily="34" charset="0"/>
                <a:cs typeface="Arial" panose="020B0604020202020204" pitchFamily="34" charset="0"/>
              </a:rPr>
              <a:t>Posterior Cruciate Ligament and Medial Collateral Ligament  represent a subset of multi-ligament knee injuries , which are complex and often result from high-energy trauma such as knee dislocations, sports injuries, or twisting falls. These injuries lead to significant posteromedial instability, abnormal knee kinematics, pain, swelling, and functional limitations. combined PCL + MCL injuries typically require surgical intervention to restore stability</a:t>
            </a:r>
            <a:endParaRPr lang="en-IN" sz="4800" dirty="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ED6D4809-522B-B5EB-8E79-D6A37FE54644}"/>
              </a:ext>
            </a:extLst>
          </p:cNvPr>
          <p:cNvSpPr/>
          <p:nvPr/>
        </p:nvSpPr>
        <p:spPr>
          <a:xfrm>
            <a:off x="9576761" y="8229600"/>
            <a:ext cx="10953487" cy="1600200"/>
          </a:xfrm>
          <a:prstGeom prst="rect">
            <a:avLst/>
          </a:prstGeom>
          <a:solidFill>
            <a:srgbClr val="A6CA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a:solidFill>
                  <a:schemeClr val="tx1"/>
                </a:solidFill>
              </a:rPr>
              <a:t>OPERA TIVE </a:t>
            </a:r>
            <a:r>
              <a:rPr lang="en-US" sz="5400" b="1" dirty="0">
                <a:solidFill>
                  <a:schemeClr val="tx1"/>
                </a:solidFill>
              </a:rPr>
              <a:t>FINDINGS</a:t>
            </a:r>
            <a:r>
              <a:rPr lang="en-US" sz="4800" b="1" dirty="0">
                <a:solidFill>
                  <a:schemeClr val="tx1"/>
                </a:solidFill>
              </a:rPr>
              <a:t> </a:t>
            </a:r>
          </a:p>
        </p:txBody>
      </p:sp>
      <p:pic>
        <p:nvPicPr>
          <p:cNvPr id="8" name="Picture 7">
            <a:extLst>
              <a:ext uri="{FF2B5EF4-FFF2-40B4-BE49-F238E27FC236}">
                <a16:creationId xmlns:a16="http://schemas.microsoft.com/office/drawing/2014/main" id="{624FE6D8-C7F1-75EC-7A7F-875EF982A8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590" y="34050997"/>
            <a:ext cx="4551567" cy="7119569"/>
          </a:xfrm>
          <a:prstGeom prst="rect">
            <a:avLst/>
          </a:prstGeom>
        </p:spPr>
      </p:pic>
      <p:sp>
        <p:nvSpPr>
          <p:cNvPr id="11" name="Rectangle 10">
            <a:extLst>
              <a:ext uri="{FF2B5EF4-FFF2-40B4-BE49-F238E27FC236}">
                <a16:creationId xmlns:a16="http://schemas.microsoft.com/office/drawing/2014/main" id="{93A2F9EC-E86F-3A40-A024-D62BA65DF2EE}"/>
              </a:ext>
            </a:extLst>
          </p:cNvPr>
          <p:cNvSpPr/>
          <p:nvPr/>
        </p:nvSpPr>
        <p:spPr>
          <a:xfrm>
            <a:off x="-98133" y="21407737"/>
            <a:ext cx="9544051" cy="1600200"/>
          </a:xfrm>
          <a:prstGeom prst="rect">
            <a:avLst/>
          </a:prstGeom>
          <a:solidFill>
            <a:srgbClr val="A6CA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CASE REPORT</a:t>
            </a:r>
            <a:endParaRPr lang="en-US" sz="4800" b="1" dirty="0">
              <a:solidFill>
                <a:schemeClr val="tx1"/>
              </a:solidFill>
            </a:endParaRPr>
          </a:p>
        </p:txBody>
      </p:sp>
      <p:sp>
        <p:nvSpPr>
          <p:cNvPr id="15" name="TextBox 14">
            <a:extLst>
              <a:ext uri="{FF2B5EF4-FFF2-40B4-BE49-F238E27FC236}">
                <a16:creationId xmlns:a16="http://schemas.microsoft.com/office/drawing/2014/main" id="{6F00032B-5B10-3D7D-B16E-A2E481F4C824}"/>
              </a:ext>
            </a:extLst>
          </p:cNvPr>
          <p:cNvSpPr txBox="1"/>
          <p:nvPr/>
        </p:nvSpPr>
        <p:spPr>
          <a:xfrm>
            <a:off x="95309" y="21098360"/>
            <a:ext cx="8852269" cy="11895564"/>
          </a:xfrm>
          <a:prstGeom prst="rect">
            <a:avLst/>
          </a:prstGeom>
          <a:noFill/>
        </p:spPr>
        <p:txBody>
          <a:bodyPr wrap="square">
            <a:spAutoFit/>
          </a:bodyPr>
          <a:lstStyle/>
          <a:p>
            <a:endParaRPr lang="en-US" sz="5900" dirty="0">
              <a:latin typeface="Arial" panose="020B0604020202020204" pitchFamily="34" charset="0"/>
              <a:cs typeface="Arial" panose="020B0604020202020204" pitchFamily="34" charset="0"/>
            </a:endParaRPr>
          </a:p>
          <a:p>
            <a:endParaRPr lang="en-US" sz="5900" dirty="0">
              <a:latin typeface="Arial" panose="020B0604020202020204" pitchFamily="34" charset="0"/>
              <a:cs typeface="Arial" panose="020B0604020202020204" pitchFamily="34" charset="0"/>
            </a:endParaRPr>
          </a:p>
          <a:p>
            <a:r>
              <a:rPr lang="en-US" sz="5900" dirty="0">
                <a:latin typeface="Arial" panose="020B0604020202020204" pitchFamily="34" charset="0"/>
                <a:cs typeface="Arial" panose="020B0604020202020204" pitchFamily="34" charset="0"/>
              </a:rPr>
              <a:t>A 41 year old male came with complaints of pain and </a:t>
            </a:r>
            <a:r>
              <a:rPr lang="en-US" sz="5900" dirty="0" err="1">
                <a:latin typeface="Arial" panose="020B0604020202020204" pitchFamily="34" charset="0"/>
                <a:cs typeface="Arial" panose="020B0604020202020204" pitchFamily="34" charset="0"/>
              </a:rPr>
              <a:t>instablity</a:t>
            </a:r>
            <a:r>
              <a:rPr lang="en-US" sz="5900" dirty="0">
                <a:latin typeface="Arial" panose="020B0604020202020204" pitchFamily="34" charset="0"/>
                <a:cs typeface="Arial" panose="020B0604020202020204" pitchFamily="34" charset="0"/>
              </a:rPr>
              <a:t> of right knee since 10 days and  history of  twisting injury to right knee Diagnosis was established via clinical laxity testing, stress radiographs magnetic resonance imaging</a:t>
            </a:r>
            <a:endParaRPr lang="en-IN" sz="59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4B7EA6F0-34FB-9A1F-77A1-2DDBE358D53C}"/>
              </a:ext>
            </a:extLst>
          </p:cNvPr>
          <p:cNvSpPr/>
          <p:nvPr/>
        </p:nvSpPr>
        <p:spPr>
          <a:xfrm>
            <a:off x="0" y="32671865"/>
            <a:ext cx="9511340" cy="1379132"/>
          </a:xfrm>
          <a:prstGeom prst="rect">
            <a:avLst/>
          </a:prstGeom>
          <a:solidFill>
            <a:srgbClr val="A6CA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PRE-OP IMAGING</a:t>
            </a:r>
            <a:endParaRPr lang="en-US" sz="4800" b="1" dirty="0">
              <a:solidFill>
                <a:schemeClr val="tx1"/>
              </a:solidFill>
            </a:endParaRPr>
          </a:p>
        </p:txBody>
      </p:sp>
      <p:sp>
        <p:nvSpPr>
          <p:cNvPr id="19" name="Rectangle 18">
            <a:extLst>
              <a:ext uri="{FF2B5EF4-FFF2-40B4-BE49-F238E27FC236}">
                <a16:creationId xmlns:a16="http://schemas.microsoft.com/office/drawing/2014/main" id="{318DBB37-B9CE-DE33-AB59-BD88C0336654}"/>
              </a:ext>
            </a:extLst>
          </p:cNvPr>
          <p:cNvSpPr/>
          <p:nvPr/>
        </p:nvSpPr>
        <p:spPr>
          <a:xfrm>
            <a:off x="20486498" y="8260100"/>
            <a:ext cx="12431902" cy="1600200"/>
          </a:xfrm>
          <a:prstGeom prst="rect">
            <a:avLst/>
          </a:prstGeom>
          <a:solidFill>
            <a:srgbClr val="A6CA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DISCUSSION</a:t>
            </a:r>
          </a:p>
        </p:txBody>
      </p:sp>
      <p:sp>
        <p:nvSpPr>
          <p:cNvPr id="21" name="TextBox 20">
            <a:extLst>
              <a:ext uri="{FF2B5EF4-FFF2-40B4-BE49-F238E27FC236}">
                <a16:creationId xmlns:a16="http://schemas.microsoft.com/office/drawing/2014/main" id="{C126E841-FB44-DE79-A99E-44F546E3D01B}"/>
              </a:ext>
            </a:extLst>
          </p:cNvPr>
          <p:cNvSpPr txBox="1"/>
          <p:nvPr/>
        </p:nvSpPr>
        <p:spPr>
          <a:xfrm>
            <a:off x="20440281" y="9401073"/>
            <a:ext cx="12431903" cy="7817525"/>
          </a:xfrm>
          <a:prstGeom prst="rect">
            <a:avLst/>
          </a:prstGeom>
          <a:noFill/>
          <a:ln>
            <a:noFill/>
          </a:ln>
        </p:spPr>
        <p:txBody>
          <a:bodyPr wrap="square">
            <a:spAutoFit/>
          </a:bodyPr>
          <a:lstStyle/>
          <a:p>
            <a:endParaRPr lang="en-US" sz="5400" dirty="0"/>
          </a:p>
          <a:p>
            <a:r>
              <a:rPr lang="en-US" sz="5600" dirty="0"/>
              <a:t>Single-stage anatomic reconstruction using autografts addresses these issues by restoring native biomechanics especially in combined injuries. Techniques like this avoid tunnel convergence and allow anatomic placement .In this acute case single-stage approach.</a:t>
            </a:r>
          </a:p>
        </p:txBody>
      </p:sp>
      <p:sp>
        <p:nvSpPr>
          <p:cNvPr id="27" name="TextBox 26">
            <a:extLst>
              <a:ext uri="{FF2B5EF4-FFF2-40B4-BE49-F238E27FC236}">
                <a16:creationId xmlns:a16="http://schemas.microsoft.com/office/drawing/2014/main" id="{0EE42036-DECD-7975-A11F-FE802AE13586}"/>
              </a:ext>
            </a:extLst>
          </p:cNvPr>
          <p:cNvSpPr txBox="1"/>
          <p:nvPr/>
        </p:nvSpPr>
        <p:spPr>
          <a:xfrm>
            <a:off x="9573915" y="9202873"/>
            <a:ext cx="10715170" cy="22529244"/>
          </a:xfrm>
          <a:prstGeom prst="rect">
            <a:avLst/>
          </a:prstGeom>
          <a:noFill/>
          <a:ln>
            <a:noFill/>
          </a:ln>
        </p:spPr>
        <p:txBody>
          <a:bodyPr wrap="square">
            <a:spAutoFit/>
          </a:bodyPr>
          <a:lstStyle/>
          <a:p>
            <a:endParaRPr lang="en-US" sz="5400" dirty="0">
              <a:latin typeface="Arial" panose="020B0604020202020204" pitchFamily="34" charset="0"/>
              <a:cs typeface="Arial" panose="020B0604020202020204" pitchFamily="34" charset="0"/>
            </a:endParaRPr>
          </a:p>
          <a:p>
            <a:r>
              <a:rPr lang="en-US" sz="5200" dirty="0">
                <a:latin typeface="Arial" panose="020B0604020202020204" pitchFamily="34" charset="0"/>
                <a:cs typeface="Arial" panose="020B0604020202020204" pitchFamily="34" charset="0"/>
              </a:rPr>
              <a:t>A Skin incision was given over  posterior to the lateral malleolus , peroneus longus tendon was identified, and harvested .</a:t>
            </a:r>
            <a:endParaRPr lang="en-IN" sz="5200" dirty="0">
              <a:latin typeface="Arial" panose="020B0604020202020204" pitchFamily="34" charset="0"/>
              <a:cs typeface="Arial" panose="020B0604020202020204" pitchFamily="34" charset="0"/>
            </a:endParaRPr>
          </a:p>
          <a:p>
            <a:r>
              <a:rPr lang="en-IN" sz="5200" dirty="0">
                <a:latin typeface="Arial" panose="020B0604020202020204" pitchFamily="34" charset="0"/>
                <a:cs typeface="Arial" panose="020B0604020202020204" pitchFamily="34" charset="0"/>
              </a:rPr>
              <a:t>standard anterolateral, anteromedial, and posteromedial portals; Anatomic tibial and femoral tunnels were created and  the graft was passed and fixed </a:t>
            </a:r>
            <a:r>
              <a:rPr lang="en-IN" sz="5200" dirty="0" err="1">
                <a:latin typeface="Arial" panose="020B0604020202020204" pitchFamily="34" charset="0"/>
                <a:cs typeface="Arial" panose="020B0604020202020204" pitchFamily="34" charset="0"/>
              </a:rPr>
              <a:t>femorally</a:t>
            </a:r>
            <a:r>
              <a:rPr lang="en-IN" sz="5200" dirty="0">
                <a:latin typeface="Arial" panose="020B0604020202020204" pitchFamily="34" charset="0"/>
                <a:cs typeface="Arial" panose="020B0604020202020204" pitchFamily="34" charset="0"/>
              </a:rPr>
              <a:t> with an adjustable-loop cortical suspensory device. </a:t>
            </a:r>
            <a:r>
              <a:rPr lang="en-IN" sz="5200" dirty="0" err="1">
                <a:latin typeface="Arial" panose="020B0604020202020204" pitchFamily="34" charset="0"/>
                <a:cs typeface="Arial" panose="020B0604020202020204" pitchFamily="34" charset="0"/>
              </a:rPr>
              <a:t>ForTibial</a:t>
            </a:r>
            <a:r>
              <a:rPr lang="en-IN" sz="5200" dirty="0">
                <a:latin typeface="Arial" panose="020B0604020202020204" pitchFamily="34" charset="0"/>
                <a:cs typeface="Arial" panose="020B0604020202020204" pitchFamily="34" charset="0"/>
              </a:rPr>
              <a:t> fixation  a 9 × 30 mm interference screw was used . Then for mcl reconstruction </a:t>
            </a:r>
            <a:r>
              <a:rPr lang="en-US" sz="5200" dirty="0">
                <a:latin typeface="Arial" panose="020B0604020202020204" pitchFamily="34" charset="0"/>
                <a:cs typeface="Arial" panose="020B0604020202020204" pitchFamily="34" charset="0"/>
              </a:rPr>
              <a:t>semitendinosus tendon harvested with its tibial attachment preserved and the semitendinosus tendon was passed beneath the MCL insertion and sutured to it. The graft was then routed proximally beneath the sartorial fascia and fixed at the femoral attachment using an 8 × 25 mm interference screw. And remaining graft rerouted as POL and Fixed at the tibial attachment using an 7 × 25 mm interference screw.</a:t>
            </a:r>
            <a:endParaRPr lang="en-IN" sz="5200"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7332A838-442D-EB9A-E27C-DD35747A8B2E}"/>
              </a:ext>
            </a:extLst>
          </p:cNvPr>
          <p:cNvSpPr txBox="1"/>
          <p:nvPr/>
        </p:nvSpPr>
        <p:spPr>
          <a:xfrm>
            <a:off x="6474988" y="604903"/>
            <a:ext cx="17927053" cy="2862322"/>
          </a:xfrm>
          <a:prstGeom prst="rect">
            <a:avLst/>
          </a:prstGeom>
          <a:noFill/>
        </p:spPr>
        <p:txBody>
          <a:bodyPr wrap="square" rtlCol="0">
            <a:spAutoFit/>
          </a:bodyPr>
          <a:lstStyle/>
          <a:p>
            <a:r>
              <a:rPr lang="en-IN" sz="6000" b="1" dirty="0">
                <a:solidFill>
                  <a:schemeClr val="bg1"/>
                </a:solidFill>
              </a:rPr>
              <a:t>Single-Stage Reconstruction of Combined Posterior Cruciate Ligament and Medial Collateral Ligament Injuries Using Tendon Autografts</a:t>
            </a:r>
          </a:p>
        </p:txBody>
      </p:sp>
      <p:sp>
        <p:nvSpPr>
          <p:cNvPr id="31" name="TextBox 30">
            <a:extLst>
              <a:ext uri="{FF2B5EF4-FFF2-40B4-BE49-F238E27FC236}">
                <a16:creationId xmlns:a16="http://schemas.microsoft.com/office/drawing/2014/main" id="{2D13979B-BDF9-3E3E-F7D1-12F92952BEF1}"/>
              </a:ext>
            </a:extLst>
          </p:cNvPr>
          <p:cNvSpPr txBox="1"/>
          <p:nvPr/>
        </p:nvSpPr>
        <p:spPr>
          <a:xfrm>
            <a:off x="6388768" y="4133799"/>
            <a:ext cx="18865516" cy="3416320"/>
          </a:xfrm>
          <a:prstGeom prst="rect">
            <a:avLst/>
          </a:prstGeom>
          <a:noFill/>
        </p:spPr>
        <p:txBody>
          <a:bodyPr wrap="square" rtlCol="0">
            <a:spAutoFit/>
          </a:bodyPr>
          <a:lstStyle/>
          <a:p>
            <a:pPr algn="ctr"/>
            <a:r>
              <a:rPr lang="en-AU" altLang="en-US" sz="5400" kern="100" dirty="0">
                <a:solidFill>
                  <a:schemeClr val="bg1"/>
                </a:solidFill>
                <a:latin typeface="Arial Black" panose="020B0A04020102020204" pitchFamily="34" charset="0"/>
                <a:ea typeface="Calibri" pitchFamily="34" charset="0"/>
                <a:cs typeface="Times New Roman" pitchFamily="18" charset="0"/>
                <a:sym typeface="+mn-ea"/>
              </a:rPr>
              <a:t>A</a:t>
            </a:r>
            <a:r>
              <a:rPr lang="en-US" sz="5400" kern="100" dirty="0">
                <a:solidFill>
                  <a:schemeClr val="bg1"/>
                </a:solidFill>
                <a:latin typeface="Arial Black" panose="020B0A04020102020204" pitchFamily="34" charset="0"/>
                <a:ea typeface="Calibri" pitchFamily="34" charset="0"/>
                <a:cs typeface="Times New Roman" pitchFamily="18" charset="0"/>
                <a:sym typeface="+mn-ea"/>
              </a:rPr>
              <a:t>UTHOR – DR B . SANDEEP , GSL MEDICAL COLLEGE</a:t>
            </a:r>
            <a:endParaRPr lang="en-US" sz="5400" kern="100" dirty="0">
              <a:solidFill>
                <a:schemeClr val="bg1"/>
              </a:solidFill>
              <a:latin typeface="Arial Black" panose="020B0A04020102020204" pitchFamily="34" charset="0"/>
              <a:ea typeface="Calibri" pitchFamily="34" charset="0"/>
              <a:cs typeface="Times New Roman" pitchFamily="18" charset="0"/>
            </a:endParaRPr>
          </a:p>
          <a:p>
            <a:pPr algn="ctr"/>
            <a:r>
              <a:rPr lang="en-US" sz="5400" kern="100" dirty="0">
                <a:solidFill>
                  <a:schemeClr val="bg1"/>
                </a:solidFill>
                <a:latin typeface="Arial Black" panose="020B0A04020102020204" pitchFamily="34" charset="0"/>
                <a:ea typeface="Calibri" pitchFamily="34" charset="0"/>
                <a:cs typeface="Times New Roman" pitchFamily="18" charset="0"/>
                <a:sym typeface="+mn-ea"/>
              </a:rPr>
              <a:t>CO – AUTHOR </a:t>
            </a:r>
            <a:r>
              <a:rPr lang="en-US" sz="5400" kern="100">
                <a:solidFill>
                  <a:schemeClr val="bg1"/>
                </a:solidFill>
                <a:latin typeface="Arial Black" panose="020B0A04020102020204" pitchFamily="34" charset="0"/>
                <a:ea typeface="Calibri" pitchFamily="34" charset="0"/>
                <a:cs typeface="Times New Roman" pitchFamily="18" charset="0"/>
                <a:sym typeface="+mn-ea"/>
              </a:rPr>
              <a:t>–   DR  </a:t>
            </a:r>
            <a:r>
              <a:rPr lang="en-US" sz="5400" kern="100" dirty="0">
                <a:solidFill>
                  <a:schemeClr val="bg1"/>
                </a:solidFill>
                <a:latin typeface="Arial Black" panose="020B0A04020102020204" pitchFamily="34" charset="0"/>
                <a:ea typeface="Calibri" pitchFamily="34" charset="0"/>
                <a:cs typeface="Times New Roman" pitchFamily="18" charset="0"/>
                <a:sym typeface="+mn-ea"/>
              </a:rPr>
              <a:t>V NAGESWARA RAO,DR SATYA SRI PHANI</a:t>
            </a:r>
            <a:endParaRPr lang="en-IN" dirty="0">
              <a:latin typeface="Arial Black" panose="020B0A04020102020204" pitchFamily="34" charset="0"/>
            </a:endParaRPr>
          </a:p>
        </p:txBody>
      </p:sp>
      <p:pic>
        <p:nvPicPr>
          <p:cNvPr id="35" name="Picture 34">
            <a:extLst>
              <a:ext uri="{FF2B5EF4-FFF2-40B4-BE49-F238E27FC236}">
                <a16:creationId xmlns:a16="http://schemas.microsoft.com/office/drawing/2014/main" id="{D6C8C98B-6EFD-222C-364F-C4582F7F8180}"/>
              </a:ext>
            </a:extLst>
          </p:cNvPr>
          <p:cNvPicPr>
            <a:picLocks noChangeAspect="1"/>
          </p:cNvPicPr>
          <p:nvPr/>
        </p:nvPicPr>
        <p:blipFill>
          <a:blip r:embed="rId6"/>
          <a:stretch>
            <a:fillRect/>
          </a:stretch>
        </p:blipFill>
        <p:spPr>
          <a:xfrm>
            <a:off x="20351660" y="16917557"/>
            <a:ext cx="12560504" cy="1818914"/>
          </a:xfrm>
          <a:prstGeom prst="rect">
            <a:avLst/>
          </a:prstGeom>
        </p:spPr>
      </p:pic>
      <p:sp>
        <p:nvSpPr>
          <p:cNvPr id="37" name="TextBox 36">
            <a:extLst>
              <a:ext uri="{FF2B5EF4-FFF2-40B4-BE49-F238E27FC236}">
                <a16:creationId xmlns:a16="http://schemas.microsoft.com/office/drawing/2014/main" id="{7855A096-D20A-7B00-2CFF-BEE37B4B3A37}"/>
              </a:ext>
            </a:extLst>
          </p:cNvPr>
          <p:cNvSpPr txBox="1"/>
          <p:nvPr/>
        </p:nvSpPr>
        <p:spPr>
          <a:xfrm>
            <a:off x="20440281" y="18390071"/>
            <a:ext cx="12431903" cy="7232749"/>
          </a:xfrm>
          <a:prstGeom prst="rect">
            <a:avLst/>
          </a:prstGeom>
          <a:noFill/>
          <a:ln>
            <a:solidFill>
              <a:schemeClr val="accent1"/>
            </a:solidFill>
          </a:ln>
        </p:spPr>
        <p:txBody>
          <a:bodyPr wrap="square">
            <a:spAutoFit/>
          </a:bodyPr>
          <a:lstStyle/>
          <a:p>
            <a:r>
              <a:rPr lang="en-US" sz="5800" dirty="0"/>
              <a:t>This single –staged reconstruction is effective technique that restores knee stability, achieves satisfactory intraoperative medial stability, and minimizes surgical burden. IKDC score of 81,This case highlights the efficacy of single-stage autograft reconstruction </a:t>
            </a:r>
          </a:p>
        </p:txBody>
      </p:sp>
      <p:sp>
        <p:nvSpPr>
          <p:cNvPr id="38" name="Rectangle 37">
            <a:extLst>
              <a:ext uri="{FF2B5EF4-FFF2-40B4-BE49-F238E27FC236}">
                <a16:creationId xmlns:a16="http://schemas.microsoft.com/office/drawing/2014/main" id="{A93699AB-941F-80F2-4D11-939D732995F5}"/>
              </a:ext>
            </a:extLst>
          </p:cNvPr>
          <p:cNvSpPr/>
          <p:nvPr/>
        </p:nvSpPr>
        <p:spPr>
          <a:xfrm>
            <a:off x="20051856" y="25854728"/>
            <a:ext cx="12860308" cy="1289667"/>
          </a:xfrm>
          <a:prstGeom prst="rect">
            <a:avLst/>
          </a:prstGeom>
          <a:solidFill>
            <a:srgbClr val="A6CA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POST OP IMAGING</a:t>
            </a:r>
            <a:endParaRPr lang="en-US" sz="4800" b="1" dirty="0">
              <a:solidFill>
                <a:schemeClr val="tx1"/>
              </a:solidFill>
            </a:endParaRPr>
          </a:p>
        </p:txBody>
      </p:sp>
      <p:pic>
        <p:nvPicPr>
          <p:cNvPr id="40" name="Picture 39">
            <a:extLst>
              <a:ext uri="{FF2B5EF4-FFF2-40B4-BE49-F238E27FC236}">
                <a16:creationId xmlns:a16="http://schemas.microsoft.com/office/drawing/2014/main" id="{CC65782C-34AA-FF80-3693-590FCD130C86}"/>
              </a:ext>
            </a:extLst>
          </p:cNvPr>
          <p:cNvPicPr>
            <a:picLocks noChangeAspect="1"/>
          </p:cNvPicPr>
          <p:nvPr/>
        </p:nvPicPr>
        <p:blipFill>
          <a:blip r:embed="rId7"/>
          <a:stretch>
            <a:fillRect/>
          </a:stretch>
        </p:blipFill>
        <p:spPr>
          <a:xfrm>
            <a:off x="14966482" y="31502561"/>
            <a:ext cx="4995155" cy="6998367"/>
          </a:xfrm>
          <a:prstGeom prst="rect">
            <a:avLst/>
          </a:prstGeom>
        </p:spPr>
      </p:pic>
      <p:pic>
        <p:nvPicPr>
          <p:cNvPr id="42" name="Picture 41">
            <a:extLst>
              <a:ext uri="{FF2B5EF4-FFF2-40B4-BE49-F238E27FC236}">
                <a16:creationId xmlns:a16="http://schemas.microsoft.com/office/drawing/2014/main" id="{79904AF0-EE77-EFF5-E9D5-C09FE2558C25}"/>
              </a:ext>
            </a:extLst>
          </p:cNvPr>
          <p:cNvPicPr>
            <a:picLocks noChangeAspect="1"/>
          </p:cNvPicPr>
          <p:nvPr/>
        </p:nvPicPr>
        <p:blipFill>
          <a:blip r:embed="rId8"/>
          <a:stretch>
            <a:fillRect/>
          </a:stretch>
        </p:blipFill>
        <p:spPr>
          <a:xfrm>
            <a:off x="9465157" y="31502562"/>
            <a:ext cx="5444072" cy="6998368"/>
          </a:xfrm>
          <a:prstGeom prst="rect">
            <a:avLst/>
          </a:prstGeom>
        </p:spPr>
      </p:pic>
      <p:pic>
        <p:nvPicPr>
          <p:cNvPr id="43" name="Picture 42">
            <a:extLst>
              <a:ext uri="{FF2B5EF4-FFF2-40B4-BE49-F238E27FC236}">
                <a16:creationId xmlns:a16="http://schemas.microsoft.com/office/drawing/2014/main" id="{15AEED12-5D77-3430-F2C7-CBBB3EDAFD36}"/>
              </a:ext>
            </a:extLst>
          </p:cNvPr>
          <p:cNvPicPr>
            <a:picLocks noChangeAspect="1"/>
          </p:cNvPicPr>
          <p:nvPr/>
        </p:nvPicPr>
        <p:blipFill>
          <a:blip r:embed="rId9"/>
          <a:stretch>
            <a:fillRect/>
          </a:stretch>
        </p:blipFill>
        <p:spPr>
          <a:xfrm>
            <a:off x="26849548" y="27145271"/>
            <a:ext cx="5952733" cy="6359267"/>
          </a:xfrm>
          <a:prstGeom prst="rect">
            <a:avLst/>
          </a:prstGeom>
        </p:spPr>
      </p:pic>
      <p:pic>
        <p:nvPicPr>
          <p:cNvPr id="44" name="Picture 43">
            <a:extLst>
              <a:ext uri="{FF2B5EF4-FFF2-40B4-BE49-F238E27FC236}">
                <a16:creationId xmlns:a16="http://schemas.microsoft.com/office/drawing/2014/main" id="{EB011FDB-F662-5666-3059-3863B0DE1C41}"/>
              </a:ext>
            </a:extLst>
          </p:cNvPr>
          <p:cNvPicPr>
            <a:picLocks noChangeAspect="1"/>
          </p:cNvPicPr>
          <p:nvPr/>
        </p:nvPicPr>
        <p:blipFill>
          <a:blip r:embed="rId10"/>
          <a:stretch>
            <a:fillRect/>
          </a:stretch>
        </p:blipFill>
        <p:spPr>
          <a:xfrm>
            <a:off x="20011380" y="27099156"/>
            <a:ext cx="6913788" cy="6367694"/>
          </a:xfrm>
          <a:prstGeom prst="rect">
            <a:avLst/>
          </a:prstGeom>
        </p:spPr>
      </p:pic>
      <p:sp>
        <p:nvSpPr>
          <p:cNvPr id="45" name="Rectangle 44">
            <a:extLst>
              <a:ext uri="{FF2B5EF4-FFF2-40B4-BE49-F238E27FC236}">
                <a16:creationId xmlns:a16="http://schemas.microsoft.com/office/drawing/2014/main" id="{1DF51A64-32ED-0298-B498-E4BD9CFF65A2}"/>
              </a:ext>
            </a:extLst>
          </p:cNvPr>
          <p:cNvSpPr/>
          <p:nvPr/>
        </p:nvSpPr>
        <p:spPr>
          <a:xfrm>
            <a:off x="19964669" y="33234842"/>
            <a:ext cx="12857278" cy="1239220"/>
          </a:xfrm>
          <a:prstGeom prst="rect">
            <a:avLst/>
          </a:prstGeom>
          <a:solidFill>
            <a:srgbClr val="A6CA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Acknowledgement</a:t>
            </a:r>
            <a:endParaRPr lang="en-US" sz="4800" b="1" dirty="0">
              <a:solidFill>
                <a:schemeClr val="tx1"/>
              </a:solidFill>
            </a:endParaRPr>
          </a:p>
        </p:txBody>
      </p:sp>
      <p:sp>
        <p:nvSpPr>
          <p:cNvPr id="46" name="TextBox 45">
            <a:extLst>
              <a:ext uri="{FF2B5EF4-FFF2-40B4-BE49-F238E27FC236}">
                <a16:creationId xmlns:a16="http://schemas.microsoft.com/office/drawing/2014/main" id="{0A447BB8-142A-14C8-0A74-41693CF90FBE}"/>
              </a:ext>
            </a:extLst>
          </p:cNvPr>
          <p:cNvSpPr txBox="1"/>
          <p:nvPr/>
        </p:nvSpPr>
        <p:spPr>
          <a:xfrm>
            <a:off x="20058092" y="34397888"/>
            <a:ext cx="12763855" cy="5909310"/>
          </a:xfrm>
          <a:prstGeom prst="rect">
            <a:avLst/>
          </a:prstGeom>
          <a:noFill/>
          <a:ln>
            <a:noFill/>
          </a:ln>
        </p:spPr>
        <p:txBody>
          <a:bodyPr wrap="square" rtlCol="0">
            <a:spAutoFit/>
          </a:bodyPr>
          <a:lstStyle/>
          <a:p>
            <a:r>
              <a:rPr lang="en-US" sz="6300" dirty="0">
                <a:latin typeface="Arial" panose="020B0604020202020204" pitchFamily="34" charset="0"/>
                <a:cs typeface="Arial" panose="020B0604020202020204" pitchFamily="34" charset="0"/>
              </a:rPr>
              <a:t>I sincerely thank Dr. V. Nageswara Rao, Head of the Department of </a:t>
            </a:r>
            <a:r>
              <a:rPr lang="en-US" sz="6300" dirty="0" err="1">
                <a:latin typeface="Arial" panose="020B0604020202020204" pitchFamily="34" charset="0"/>
                <a:cs typeface="Arial" panose="020B0604020202020204" pitchFamily="34" charset="0"/>
              </a:rPr>
              <a:t>Orthopaedics</a:t>
            </a:r>
            <a:r>
              <a:rPr lang="en-US" sz="6300" dirty="0">
                <a:latin typeface="Arial" panose="020B0604020202020204" pitchFamily="34" charset="0"/>
                <a:cs typeface="Arial" panose="020B0604020202020204" pitchFamily="34" charset="0"/>
              </a:rPr>
              <a:t>, Department of Radiology, GSL Medical College &amp; General Hospital, for their guidance and support. </a:t>
            </a:r>
          </a:p>
        </p:txBody>
      </p:sp>
      <p:pic>
        <p:nvPicPr>
          <p:cNvPr id="6" name="Picture 5">
            <a:extLst>
              <a:ext uri="{FF2B5EF4-FFF2-40B4-BE49-F238E27FC236}">
                <a16:creationId xmlns:a16="http://schemas.microsoft.com/office/drawing/2014/main" id="{15C7B3D5-7DC5-E7B9-7025-3EC80CEFC9B9}"/>
              </a:ext>
            </a:extLst>
          </p:cNvPr>
          <p:cNvPicPr>
            <a:picLocks noChangeAspect="1"/>
          </p:cNvPicPr>
          <p:nvPr/>
        </p:nvPicPr>
        <p:blipFill>
          <a:blip r:embed="rId11"/>
          <a:stretch>
            <a:fillRect/>
          </a:stretch>
        </p:blipFill>
        <p:spPr>
          <a:xfrm>
            <a:off x="0" y="34050997"/>
            <a:ext cx="5152124" cy="7335242"/>
          </a:xfrm>
          <a:prstGeom prst="rect">
            <a:avLst/>
          </a:prstGeom>
        </p:spPr>
      </p:pic>
      <p:sp>
        <p:nvSpPr>
          <p:cNvPr id="9" name="Rectangle 8">
            <a:extLst>
              <a:ext uri="{FF2B5EF4-FFF2-40B4-BE49-F238E27FC236}">
                <a16:creationId xmlns:a16="http://schemas.microsoft.com/office/drawing/2014/main" id="{AB2F46C9-C8B7-B10B-6FE2-F307CFEE26FA}"/>
              </a:ext>
            </a:extLst>
          </p:cNvPr>
          <p:cNvSpPr/>
          <p:nvPr/>
        </p:nvSpPr>
        <p:spPr>
          <a:xfrm>
            <a:off x="9445918" y="38547045"/>
            <a:ext cx="10565462" cy="1600200"/>
          </a:xfrm>
          <a:prstGeom prst="rect">
            <a:avLst/>
          </a:prstGeom>
          <a:solidFill>
            <a:srgbClr val="A6CA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REFERENCES</a:t>
            </a:r>
            <a:endParaRPr lang="en-US" sz="4800" b="1" dirty="0">
              <a:solidFill>
                <a:schemeClr val="tx1"/>
              </a:solidFill>
            </a:endParaRPr>
          </a:p>
        </p:txBody>
      </p:sp>
      <p:sp>
        <p:nvSpPr>
          <p:cNvPr id="10" name="TextBox 9">
            <a:extLst>
              <a:ext uri="{FF2B5EF4-FFF2-40B4-BE49-F238E27FC236}">
                <a16:creationId xmlns:a16="http://schemas.microsoft.com/office/drawing/2014/main" id="{959CF629-ED15-BCB7-E341-AE97F03A838C}"/>
              </a:ext>
            </a:extLst>
          </p:cNvPr>
          <p:cNvSpPr txBox="1"/>
          <p:nvPr/>
        </p:nvSpPr>
        <p:spPr>
          <a:xfrm>
            <a:off x="9416360" y="40193360"/>
            <a:ext cx="10323145" cy="3862596"/>
          </a:xfrm>
          <a:prstGeom prst="rect">
            <a:avLst/>
          </a:prstGeom>
          <a:noFill/>
          <a:ln>
            <a:solidFill>
              <a:schemeClr val="tx1"/>
            </a:solidFill>
          </a:ln>
        </p:spPr>
        <p:txBody>
          <a:bodyPr wrap="square" rtlCol="0">
            <a:spAutoFit/>
          </a:bodyPr>
          <a:lstStyle/>
          <a:p>
            <a:r>
              <a:rPr lang="en-IN" sz="3500" dirty="0">
                <a:latin typeface="Arial" panose="020B0604020202020204" pitchFamily="34" charset="0"/>
                <a:cs typeface="Arial" panose="020B0604020202020204" pitchFamily="34" charset="0"/>
              </a:rPr>
              <a:t>Lau BC, </a:t>
            </a:r>
            <a:r>
              <a:rPr lang="en-IN" sz="3500" dirty="0" err="1">
                <a:latin typeface="Arial" panose="020B0604020202020204" pitchFamily="34" charset="0"/>
                <a:cs typeface="Arial" panose="020B0604020202020204" pitchFamily="34" charset="0"/>
              </a:rPr>
              <a:t>Varsheya</a:t>
            </a:r>
            <a:r>
              <a:rPr lang="en-IN" sz="3500" dirty="0">
                <a:latin typeface="Arial" panose="020B0604020202020204" pitchFamily="34" charset="0"/>
                <a:cs typeface="Arial" panose="020B0604020202020204" pitchFamily="34" charset="0"/>
              </a:rPr>
              <a:t> K, Morriss N, Wickman J, Kirkendall D, Abrams G. Single-Stage Surgical Treatment of Multi-ligament Knee Injuries Results in Lower Cost and Fewer Complications and Unplanned Reoperations Compared With Staged Treatment. </a:t>
            </a:r>
            <a:r>
              <a:rPr lang="en-IN" sz="3500" dirty="0" err="1">
                <a:latin typeface="Arial" panose="020B0604020202020204" pitchFamily="34" charset="0"/>
                <a:cs typeface="Arial" panose="020B0604020202020204" pitchFamily="34" charset="0"/>
              </a:rPr>
              <a:t>Arthrosc</a:t>
            </a:r>
            <a:r>
              <a:rPr lang="en-IN" sz="3500" dirty="0">
                <a:latin typeface="Arial" panose="020B0604020202020204" pitchFamily="34" charset="0"/>
                <a:cs typeface="Arial" panose="020B0604020202020204" pitchFamily="34" charset="0"/>
              </a:rPr>
              <a:t> Sports Med </a:t>
            </a:r>
            <a:r>
              <a:rPr lang="en-IN" sz="3500" dirty="0" err="1">
                <a:latin typeface="Arial" panose="020B0604020202020204" pitchFamily="34" charset="0"/>
                <a:cs typeface="Arial" panose="020B0604020202020204" pitchFamily="34" charset="0"/>
              </a:rPr>
              <a:t>Rehabil</a:t>
            </a:r>
            <a:r>
              <a:rPr lang="en-IN" sz="3500" dirty="0">
                <a:latin typeface="Arial" panose="020B0604020202020204" pitchFamily="34" charset="0"/>
                <a:cs typeface="Arial" panose="020B0604020202020204" pitchFamily="34" charset="0"/>
              </a:rPr>
              <a:t>. 2022 Sep 6;4(5):e1659-e1666. </a:t>
            </a:r>
            <a:r>
              <a:rPr lang="en-IN" sz="3500" dirty="0" err="1">
                <a:latin typeface="Arial" panose="020B0604020202020204" pitchFamily="34" charset="0"/>
                <a:cs typeface="Arial" panose="020B0604020202020204" pitchFamily="34" charset="0"/>
              </a:rPr>
              <a:t>doi</a:t>
            </a:r>
            <a:r>
              <a:rPr lang="en-IN" sz="3500" dirty="0">
                <a:latin typeface="Arial" panose="020B0604020202020204" pitchFamily="34" charset="0"/>
                <a:cs typeface="Arial" panose="020B0604020202020204" pitchFamily="34" charset="0"/>
              </a:rPr>
              <a:t>: 10.1016</a:t>
            </a:r>
            <a:endParaRPr lang="en-IN" sz="3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8923</TotalTime>
  <Words>458</Words>
  <Application>Microsoft Office PowerPoint</Application>
  <PresentationFormat>Custom</PresentationFormat>
  <Paragraphs>24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Arial Black</vt:lpstr>
      <vt:lpstr>Gordita </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bathina nagabhushanam</dc:creator>
  <cp:lastModifiedBy>bathina nagabhushanam</cp:lastModifiedBy>
  <cp:revision>4</cp:revision>
  <dcterms:modified xsi:type="dcterms:W3CDTF">2026-02-10T16:46:46Z</dcterms:modified>
</cp:coreProperties>
</file>