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4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998" cy="1258567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I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 CASE REPORT OF ENCHONDROMA OF RIGHT HAND MANAGED SURGICALLY</a:t>
            </a:r>
          </a:p>
          <a:p>
            <a:pPr algn="ctr"/>
            <a:r>
              <a:rPr lang="en-I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Dr SHAIK KHASIR WARISH, 2nd YEAR PG (MS ORTHOPAEDICS)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KIMS MEDICAL COLLEGE,AMALAPURAM, Dr. B.R. AMBEDKAR KONASEEMA DISTRICT.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540" y="74930"/>
            <a:ext cx="976630" cy="8191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620" y="74930"/>
            <a:ext cx="883920" cy="7442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535" y="74930"/>
            <a:ext cx="756285" cy="7442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17625" y="10160"/>
            <a:ext cx="9214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IN" altLang="en-US" b="1" baseline="30000" dirty="0">
                <a:solidFill>
                  <a:schemeClr val="bg1"/>
                </a:solidFill>
                <a:latin typeface="Gordita 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Annual Conference of Orthopedic Surgeon Society of Andhra Pradesh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1218" y="319252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4" name="Freeform 13"/>
          <p:cNvSpPr/>
          <p:nvPr/>
        </p:nvSpPr>
        <p:spPr>
          <a:xfrm>
            <a:off x="635" y="12065"/>
            <a:ext cx="1376045" cy="1285240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704781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1696720"/>
            <a:ext cx="3108960" cy="298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Enchondroma is the most common benign cartilagenous tumour of the hand, frequently involving the metacarpals.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It arises within the medullary cavity and is often asymptomatic but may present with pain, swelling, or pathological fracture.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Radiological evaluation is essential for diagnosis and surgical management is inicated in symptomatic lesions.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This case hilights a metacarpal enchondroma and its management</a:t>
            </a:r>
            <a:r>
              <a:rPr lang="en-IN" altLang="en-US" sz="1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-635" y="5104765"/>
            <a:ext cx="3110230" cy="173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43-year-old female IT employee presented with insidious onset pain over 5th metacarpal region of hand, aggravated by activity. No history of trauma.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Examination revealed hard consistency of swelling with localised tenderness, skin over the swelling is free with preserved hand movements</a:t>
            </a:r>
            <a:r>
              <a:rPr lang="en-IN" altLang="en-US" sz="1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3154045" y="1675130"/>
            <a:ext cx="3169920" cy="5176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Intraoperatively, the affected metacarpal was noted to be expanded with thinning of the cortex.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 creating a cortical window, the medullary cavity was filled with grey-white, lobulated cartilaginous tissue of firm to friable consistency.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lesion was well circumscribed confined within the medullary canal, with no cortical breach or soft tissue extension.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Thorough intralesional curettage was performed. The resulting cavity was filled with bone graft. No intraoperative complications were noted.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6369050" y="1655546"/>
            <a:ext cx="5846445" cy="31310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Enchondroma is the most common benign cartilaginous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of the hand, with frequent involvement of the metacarpals. Although many lesions are asymptomatic, pain may occur due to cortical expansion or micro-fractures.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Surgical curettage with bone grafting is the preferred treatment for symptomatic lesions and provides excellent functional outcomes with low recurrence rates.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 operative recovery was uneventful. The patient showed progressive pain relief and improvement in hand function.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final follow up, the patient was pain free with full range of motion and had resumed normal activities and the radiograph demonstrated satisfactory graft incorporation with no evidence of recurrence.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6369050" y="5209540"/>
            <a:ext cx="5806440" cy="1610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Enchondroma of the metacarpal bone may present with pain despite its benign nature.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Carefull clinico-radiological assessment is essential for diagnosis.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2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urgical curettage with bone grafting offers excellent functional recovery with minimal risk of recurrence.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Biopsy shows lobulated lesion composed of mature hyaline cartilage and it helps to differntiate from low grade sarcoma.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 descr="WhatsApp Image 2025-12-19 at 16.04.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960" y="4681220"/>
            <a:ext cx="1249680" cy="2139315"/>
          </a:xfrm>
          <a:prstGeom prst="rect">
            <a:avLst/>
          </a:prstGeom>
        </p:spPr>
      </p:pic>
      <p:pic>
        <p:nvPicPr>
          <p:cNvPr id="27" name="Picture 26" descr="WhatsApp Image 2025-12-19 at 16.09.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2705" y="3723640"/>
            <a:ext cx="1276985" cy="1041400"/>
          </a:xfrm>
          <a:prstGeom prst="rect">
            <a:avLst/>
          </a:prstGeom>
        </p:spPr>
      </p:pic>
      <p:pic>
        <p:nvPicPr>
          <p:cNvPr id="30" name="Picture 29" descr="WhatsApp Image 2026-01-21 at 12.17.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495" y="3712845"/>
            <a:ext cx="1405890" cy="1052195"/>
          </a:xfrm>
          <a:prstGeom prst="rect">
            <a:avLst/>
          </a:prstGeom>
        </p:spPr>
      </p:pic>
      <p:pic>
        <p:nvPicPr>
          <p:cNvPr id="31" name="Picture 30" descr="WhatsApp Image 2026-01-21 at 12.17.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8975" y="3719830"/>
            <a:ext cx="1297940" cy="1045845"/>
          </a:xfrm>
          <a:prstGeom prst="rect">
            <a:avLst/>
          </a:prstGeom>
        </p:spPr>
      </p:pic>
      <p:pic>
        <p:nvPicPr>
          <p:cNvPr id="24" name="Picture 23" descr="WhatsApp Image 2026-01-26 at 11.48.15 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3735" y="4681220"/>
            <a:ext cx="1714500" cy="2139315"/>
          </a:xfrm>
          <a:prstGeom prst="rect">
            <a:avLst/>
          </a:prstGeom>
        </p:spPr>
      </p:pic>
      <p:pic>
        <p:nvPicPr>
          <p:cNvPr id="28" name="Picture 27" descr="WhatsApp Image 2026-01-26 at 11.48.45 A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9095" y="3719195"/>
            <a:ext cx="1511935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Gordita</vt:lpstr>
      <vt:lpstr>Gordita 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KIMS</cp:lastModifiedBy>
  <cp:revision>56</cp:revision>
  <dcterms:created xsi:type="dcterms:W3CDTF">2026-01-11T06:24:00Z</dcterms:created>
  <dcterms:modified xsi:type="dcterms:W3CDTF">2026-01-27T04:27:26Z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717F83709F98404495F3FAFAF442DCBD_13</vt:lpwstr>
  </property>
  <property fmtid="{D5CDD505-2E9C-101B-9397-08002B2CF9AE}" pid="3" name="KSOProductBuildVer">
    <vt:lpwstr>1033-12.2.0.23196</vt:lpwstr>
  </property>
</Properties>
</file>