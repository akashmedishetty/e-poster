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57" r:id="rId4"/>
    <p:sldId id="260" r:id="rId5"/>
    <p:sldId id="261" r:id="rId6"/>
    <p:sldId id="262" r:id="rId7"/>
    <p:sldId id="268" r:id="rId8"/>
    <p:sldId id="269" r:id="rId9"/>
    <p:sldId id="270" r:id="rId10"/>
    <p:sldId id="263" r:id="rId11"/>
    <p:sldId id="271" r:id="rId12"/>
    <p:sldId id="264" r:id="rId13"/>
    <p:sldId id="265" r:id="rId14"/>
    <p:sldId id="266" r:id="rId15"/>
    <p:sldId id="267"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F2F1F8-9B94-4F07-9041-2DF9972AFB2F}" v="15" dt="2026-02-16T05:21:13.6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jmal ansare" userId="82645666a154b446" providerId="LiveId" clId="{23A37F84-8741-4027-9422-6B00ED7633A2}"/>
    <pc:docChg chg="custSel addSld delSld modSld">
      <pc:chgData name="ajmal ansare" userId="82645666a154b446" providerId="LiveId" clId="{23A37F84-8741-4027-9422-6B00ED7633A2}" dt="2026-02-16T05:37:41.229" v="682" actId="20577"/>
      <pc:docMkLst>
        <pc:docMk/>
      </pc:docMkLst>
      <pc:sldChg chg="modSp new mod">
        <pc:chgData name="ajmal ansare" userId="82645666a154b446" providerId="LiveId" clId="{23A37F84-8741-4027-9422-6B00ED7633A2}" dt="2026-02-16T05:37:23.160" v="678" actId="20577"/>
        <pc:sldMkLst>
          <pc:docMk/>
          <pc:sldMk cId="2074229239" sldId="257"/>
        </pc:sldMkLst>
        <pc:spChg chg="mod">
          <ac:chgData name="ajmal ansare" userId="82645666a154b446" providerId="LiveId" clId="{23A37F84-8741-4027-9422-6B00ED7633A2}" dt="2026-02-16T04:05:35.095" v="564" actId="2711"/>
          <ac:spMkLst>
            <pc:docMk/>
            <pc:sldMk cId="2074229239" sldId="257"/>
            <ac:spMk id="2" creationId="{0CC5D687-585C-C59B-DA58-515686B8BC26}"/>
          </ac:spMkLst>
        </pc:spChg>
        <pc:spChg chg="mod">
          <ac:chgData name="ajmal ansare" userId="82645666a154b446" providerId="LiveId" clId="{23A37F84-8741-4027-9422-6B00ED7633A2}" dt="2026-02-16T05:37:23.160" v="678" actId="20577"/>
          <ac:spMkLst>
            <pc:docMk/>
            <pc:sldMk cId="2074229239" sldId="257"/>
            <ac:spMk id="3" creationId="{CBC48AED-F94C-48B3-86C6-CAA73FD9A066}"/>
          </ac:spMkLst>
        </pc:spChg>
      </pc:sldChg>
      <pc:sldChg chg="modSp new mod">
        <pc:chgData name="ajmal ansare" userId="82645666a154b446" providerId="LiveId" clId="{23A37F84-8741-4027-9422-6B00ED7633A2}" dt="2026-02-13T06:09:14.564" v="348" actId="1076"/>
        <pc:sldMkLst>
          <pc:docMk/>
          <pc:sldMk cId="3992775711" sldId="258"/>
        </pc:sldMkLst>
        <pc:spChg chg="mod">
          <ac:chgData name="ajmal ansare" userId="82645666a154b446" providerId="LiveId" clId="{23A37F84-8741-4027-9422-6B00ED7633A2}" dt="2026-02-13T06:09:14.564" v="348" actId="1076"/>
          <ac:spMkLst>
            <pc:docMk/>
            <pc:sldMk cId="3992775711" sldId="258"/>
            <ac:spMk id="2" creationId="{5D8D9CD0-EC4A-C019-CFB5-6E82D6E84B7E}"/>
          </ac:spMkLst>
        </pc:spChg>
        <pc:spChg chg="mod">
          <ac:chgData name="ajmal ansare" userId="82645666a154b446" providerId="LiveId" clId="{23A37F84-8741-4027-9422-6B00ED7633A2}" dt="2026-02-13T06:08:51.683" v="343" actId="2711"/>
          <ac:spMkLst>
            <pc:docMk/>
            <pc:sldMk cId="3992775711" sldId="258"/>
            <ac:spMk id="3" creationId="{BD44852C-C6CF-483E-BEAA-74ADC4F80679}"/>
          </ac:spMkLst>
        </pc:spChg>
      </pc:sldChg>
      <pc:sldChg chg="modSp new mod">
        <pc:chgData name="ajmal ansare" userId="82645666a154b446" providerId="LiveId" clId="{23A37F84-8741-4027-9422-6B00ED7633A2}" dt="2026-02-16T05:37:41.229" v="682" actId="20577"/>
        <pc:sldMkLst>
          <pc:docMk/>
          <pc:sldMk cId="1254846929" sldId="259"/>
        </pc:sldMkLst>
        <pc:spChg chg="mod">
          <ac:chgData name="ajmal ansare" userId="82645666a154b446" providerId="LiveId" clId="{23A37F84-8741-4027-9422-6B00ED7633A2}" dt="2026-02-16T04:05:26.314" v="563" actId="20577"/>
          <ac:spMkLst>
            <pc:docMk/>
            <pc:sldMk cId="1254846929" sldId="259"/>
            <ac:spMk id="2" creationId="{D494B6E8-193C-5DDF-BAF8-7A8412E3D9D5}"/>
          </ac:spMkLst>
        </pc:spChg>
        <pc:spChg chg="mod">
          <ac:chgData name="ajmal ansare" userId="82645666a154b446" providerId="LiveId" clId="{23A37F84-8741-4027-9422-6B00ED7633A2}" dt="2026-02-16T05:37:41.229" v="682" actId="20577"/>
          <ac:spMkLst>
            <pc:docMk/>
            <pc:sldMk cId="1254846929" sldId="259"/>
            <ac:spMk id="3" creationId="{4AA4EF9E-E393-E355-9EF4-47BBA1EE29B8}"/>
          </ac:spMkLst>
        </pc:spChg>
      </pc:sldChg>
      <pc:sldChg chg="delSp modSp new mod">
        <pc:chgData name="ajmal ansare" userId="82645666a154b446" providerId="LiveId" clId="{23A37F84-8741-4027-9422-6B00ED7633A2}" dt="2026-02-16T04:06:20.429" v="571" actId="255"/>
        <pc:sldMkLst>
          <pc:docMk/>
          <pc:sldMk cId="527200542" sldId="260"/>
        </pc:sldMkLst>
        <pc:spChg chg="del">
          <ac:chgData name="ajmal ansare" userId="82645666a154b446" providerId="LiveId" clId="{23A37F84-8741-4027-9422-6B00ED7633A2}" dt="2026-02-16T04:01:55.188" v="547" actId="21"/>
          <ac:spMkLst>
            <pc:docMk/>
            <pc:sldMk cId="527200542" sldId="260"/>
            <ac:spMk id="2" creationId="{48D9AEBD-B7EB-2D7D-D522-E9847F414194}"/>
          </ac:spMkLst>
        </pc:spChg>
        <pc:spChg chg="mod">
          <ac:chgData name="ajmal ansare" userId="82645666a154b446" providerId="LiveId" clId="{23A37F84-8741-4027-9422-6B00ED7633A2}" dt="2026-02-16T04:06:20.429" v="571" actId="255"/>
          <ac:spMkLst>
            <pc:docMk/>
            <pc:sldMk cId="527200542" sldId="260"/>
            <ac:spMk id="3" creationId="{041B54B6-92DF-27E9-3AD5-0EF56CBAF8D1}"/>
          </ac:spMkLst>
        </pc:spChg>
      </pc:sldChg>
      <pc:sldChg chg="modSp new mod">
        <pc:chgData name="ajmal ansare" userId="82645666a154b446" providerId="LiveId" clId="{23A37F84-8741-4027-9422-6B00ED7633A2}" dt="2026-02-16T04:07:03.031" v="576" actId="113"/>
        <pc:sldMkLst>
          <pc:docMk/>
          <pc:sldMk cId="2549318087" sldId="261"/>
        </pc:sldMkLst>
        <pc:spChg chg="mod">
          <ac:chgData name="ajmal ansare" userId="82645666a154b446" providerId="LiveId" clId="{23A37F84-8741-4027-9422-6B00ED7633A2}" dt="2026-02-16T04:06:34.480" v="572" actId="2711"/>
          <ac:spMkLst>
            <pc:docMk/>
            <pc:sldMk cId="2549318087" sldId="261"/>
            <ac:spMk id="2" creationId="{A50BBF30-25BF-0D61-CE28-3A33CC4E5669}"/>
          </ac:spMkLst>
        </pc:spChg>
        <pc:spChg chg="mod">
          <ac:chgData name="ajmal ansare" userId="82645666a154b446" providerId="LiveId" clId="{23A37F84-8741-4027-9422-6B00ED7633A2}" dt="2026-02-16T04:07:03.031" v="576" actId="113"/>
          <ac:spMkLst>
            <pc:docMk/>
            <pc:sldMk cId="2549318087" sldId="261"/>
            <ac:spMk id="3" creationId="{52662C6D-B503-BD64-9E39-68040961EF58}"/>
          </ac:spMkLst>
        </pc:spChg>
      </pc:sldChg>
      <pc:sldChg chg="modSp new mod">
        <pc:chgData name="ajmal ansare" userId="82645666a154b446" providerId="LiveId" clId="{23A37F84-8741-4027-9422-6B00ED7633A2}" dt="2026-02-16T04:38:44.778" v="597" actId="1076"/>
        <pc:sldMkLst>
          <pc:docMk/>
          <pc:sldMk cId="1180474528" sldId="262"/>
        </pc:sldMkLst>
        <pc:spChg chg="mod">
          <ac:chgData name="ajmal ansare" userId="82645666a154b446" providerId="LiveId" clId="{23A37F84-8741-4027-9422-6B00ED7633A2}" dt="2026-02-16T04:38:44.778" v="597" actId="1076"/>
          <ac:spMkLst>
            <pc:docMk/>
            <pc:sldMk cId="1180474528" sldId="262"/>
            <ac:spMk id="2" creationId="{02056011-ED4A-5F28-3C1A-6BA30C5E258D}"/>
          </ac:spMkLst>
        </pc:spChg>
        <pc:spChg chg="mod">
          <ac:chgData name="ajmal ansare" userId="82645666a154b446" providerId="LiveId" clId="{23A37F84-8741-4027-9422-6B00ED7633A2}" dt="2026-02-16T04:38:38.831" v="596" actId="113"/>
          <ac:spMkLst>
            <pc:docMk/>
            <pc:sldMk cId="1180474528" sldId="262"/>
            <ac:spMk id="3" creationId="{93357850-D6E6-7E59-20D8-CBF2DA863901}"/>
          </ac:spMkLst>
        </pc:spChg>
      </pc:sldChg>
      <pc:sldChg chg="modSp new mod">
        <pc:chgData name="ajmal ansare" userId="82645666a154b446" providerId="LiveId" clId="{23A37F84-8741-4027-9422-6B00ED7633A2}" dt="2026-02-16T04:42:39.834" v="621" actId="113"/>
        <pc:sldMkLst>
          <pc:docMk/>
          <pc:sldMk cId="632543136" sldId="263"/>
        </pc:sldMkLst>
        <pc:spChg chg="mod">
          <ac:chgData name="ajmal ansare" userId="82645666a154b446" providerId="LiveId" clId="{23A37F84-8741-4027-9422-6B00ED7633A2}" dt="2026-02-16T04:42:04.180" v="617" actId="2711"/>
          <ac:spMkLst>
            <pc:docMk/>
            <pc:sldMk cId="632543136" sldId="263"/>
            <ac:spMk id="2" creationId="{C6A09408-CBEF-D01E-E145-652EEF1443E2}"/>
          </ac:spMkLst>
        </pc:spChg>
        <pc:spChg chg="mod">
          <ac:chgData name="ajmal ansare" userId="82645666a154b446" providerId="LiveId" clId="{23A37F84-8741-4027-9422-6B00ED7633A2}" dt="2026-02-16T04:42:39.834" v="621" actId="113"/>
          <ac:spMkLst>
            <pc:docMk/>
            <pc:sldMk cId="632543136" sldId="263"/>
            <ac:spMk id="3" creationId="{D014F5C7-E0EC-49AE-A0EB-0398ACE4C79D}"/>
          </ac:spMkLst>
        </pc:spChg>
      </pc:sldChg>
      <pc:sldChg chg="modSp new mod">
        <pc:chgData name="ajmal ansare" userId="82645666a154b446" providerId="LiveId" clId="{23A37F84-8741-4027-9422-6B00ED7633A2}" dt="2026-02-16T04:56:03.507" v="648" actId="20577"/>
        <pc:sldMkLst>
          <pc:docMk/>
          <pc:sldMk cId="1296849721" sldId="264"/>
        </pc:sldMkLst>
        <pc:spChg chg="mod">
          <ac:chgData name="ajmal ansare" userId="82645666a154b446" providerId="LiveId" clId="{23A37F84-8741-4027-9422-6B00ED7633A2}" dt="2026-02-16T04:47:14.700" v="643" actId="2711"/>
          <ac:spMkLst>
            <pc:docMk/>
            <pc:sldMk cId="1296849721" sldId="264"/>
            <ac:spMk id="2" creationId="{823CD068-74CE-CE86-AC74-436B1E933C71}"/>
          </ac:spMkLst>
        </pc:spChg>
        <pc:spChg chg="mod">
          <ac:chgData name="ajmal ansare" userId="82645666a154b446" providerId="LiveId" clId="{23A37F84-8741-4027-9422-6B00ED7633A2}" dt="2026-02-16T04:56:03.507" v="648" actId="20577"/>
          <ac:spMkLst>
            <pc:docMk/>
            <pc:sldMk cId="1296849721" sldId="264"/>
            <ac:spMk id="3" creationId="{2C3635D2-1AD1-0367-FA19-C8F7A4740440}"/>
          </ac:spMkLst>
        </pc:spChg>
      </pc:sldChg>
      <pc:sldChg chg="modSp new mod">
        <pc:chgData name="ajmal ansare" userId="82645666a154b446" providerId="LiveId" clId="{23A37F84-8741-4027-9422-6B00ED7633A2}" dt="2026-02-16T05:20:02.754" v="651" actId="255"/>
        <pc:sldMkLst>
          <pc:docMk/>
          <pc:sldMk cId="3427070672" sldId="265"/>
        </pc:sldMkLst>
        <pc:spChg chg="mod">
          <ac:chgData name="ajmal ansare" userId="82645666a154b446" providerId="LiveId" clId="{23A37F84-8741-4027-9422-6B00ED7633A2}" dt="2026-02-16T05:19:51.316" v="649" actId="2711"/>
          <ac:spMkLst>
            <pc:docMk/>
            <pc:sldMk cId="3427070672" sldId="265"/>
            <ac:spMk id="2" creationId="{F6335BE3-D8F1-4C5A-3405-5CBA8F856D50}"/>
          </ac:spMkLst>
        </pc:spChg>
        <pc:spChg chg="mod">
          <ac:chgData name="ajmal ansare" userId="82645666a154b446" providerId="LiveId" clId="{23A37F84-8741-4027-9422-6B00ED7633A2}" dt="2026-02-16T05:20:02.754" v="651" actId="255"/>
          <ac:spMkLst>
            <pc:docMk/>
            <pc:sldMk cId="3427070672" sldId="265"/>
            <ac:spMk id="3" creationId="{E25D480C-5DE9-3525-0209-E04ED75181D6}"/>
          </ac:spMkLst>
        </pc:spChg>
      </pc:sldChg>
      <pc:sldChg chg="addSp delSp modSp new mod">
        <pc:chgData name="ajmal ansare" userId="82645666a154b446" providerId="LiveId" clId="{23A37F84-8741-4027-9422-6B00ED7633A2}" dt="2026-02-16T05:20:57.824" v="653" actId="14100"/>
        <pc:sldMkLst>
          <pc:docMk/>
          <pc:sldMk cId="336339658" sldId="266"/>
        </pc:sldMkLst>
        <pc:spChg chg="mod">
          <ac:chgData name="ajmal ansare" userId="82645666a154b446" providerId="LiveId" clId="{23A37F84-8741-4027-9422-6B00ED7633A2}" dt="2026-02-13T06:30:02.875" v="508" actId="20577"/>
          <ac:spMkLst>
            <pc:docMk/>
            <pc:sldMk cId="336339658" sldId="266"/>
            <ac:spMk id="2" creationId="{3E492795-4C61-F7A6-A8E3-FF65D01E8C57}"/>
          </ac:spMkLst>
        </pc:spChg>
        <pc:spChg chg="add mod">
          <ac:chgData name="ajmal ansare" userId="82645666a154b446" providerId="LiveId" clId="{23A37F84-8741-4027-9422-6B00ED7633A2}" dt="2026-02-16T05:20:57.824" v="653" actId="14100"/>
          <ac:spMkLst>
            <pc:docMk/>
            <pc:sldMk cId="336339658" sldId="266"/>
            <ac:spMk id="4" creationId="{793D6A2A-0428-B584-9914-F9F14F80D423}"/>
          </ac:spMkLst>
        </pc:spChg>
      </pc:sldChg>
      <pc:sldChg chg="addSp delSp modSp new mod">
        <pc:chgData name="ajmal ansare" userId="82645666a154b446" providerId="LiveId" clId="{23A37F84-8741-4027-9422-6B00ED7633A2}" dt="2026-02-16T05:21:13.638" v="655" actId="1076"/>
        <pc:sldMkLst>
          <pc:docMk/>
          <pc:sldMk cId="73688137" sldId="267"/>
        </pc:sldMkLst>
        <pc:spChg chg="del">
          <ac:chgData name="ajmal ansare" userId="82645666a154b446" providerId="LiveId" clId="{23A37F84-8741-4027-9422-6B00ED7633A2}" dt="2026-02-16T05:20:39.323" v="652" actId="21"/>
          <ac:spMkLst>
            <pc:docMk/>
            <pc:sldMk cId="73688137" sldId="267"/>
            <ac:spMk id="2" creationId="{EABC6145-9278-F3D5-70C0-54BC08F34E80}"/>
          </ac:spMkLst>
        </pc:spChg>
        <pc:spChg chg="add mod">
          <ac:chgData name="ajmal ansare" userId="82645666a154b446" providerId="LiveId" clId="{23A37F84-8741-4027-9422-6B00ED7633A2}" dt="2026-02-16T05:21:13.638" v="655" actId="1076"/>
          <ac:spMkLst>
            <pc:docMk/>
            <pc:sldMk cId="73688137" sldId="267"/>
            <ac:spMk id="4" creationId="{4188EA02-8D97-D4A8-1FBD-EC9B1D1719C7}"/>
          </ac:spMkLst>
        </pc:spChg>
      </pc:sldChg>
      <pc:sldChg chg="addSp delSp modSp new mod">
        <pc:chgData name="ajmal ansare" userId="82645666a154b446" providerId="LiveId" clId="{23A37F84-8741-4027-9422-6B00ED7633A2}" dt="2026-02-16T05:23:24.041" v="677" actId="14100"/>
        <pc:sldMkLst>
          <pc:docMk/>
          <pc:sldMk cId="742934496" sldId="268"/>
        </pc:sldMkLst>
        <pc:spChg chg="del">
          <ac:chgData name="ajmal ansare" userId="82645666a154b446" providerId="LiveId" clId="{23A37F84-8741-4027-9422-6B00ED7633A2}" dt="2026-02-16T04:22:59.122" v="583" actId="21"/>
          <ac:spMkLst>
            <pc:docMk/>
            <pc:sldMk cId="742934496" sldId="268"/>
            <ac:spMk id="2" creationId="{075A6FE1-2B0F-B5E7-6DFA-051C61A6BCFC}"/>
          </ac:spMkLst>
        </pc:spChg>
        <pc:spChg chg="del">
          <ac:chgData name="ajmal ansare" userId="82645666a154b446" providerId="LiveId" clId="{23A37F84-8741-4027-9422-6B00ED7633A2}" dt="2026-02-16T04:08:16.528" v="580" actId="22"/>
          <ac:spMkLst>
            <pc:docMk/>
            <pc:sldMk cId="742934496" sldId="268"/>
            <ac:spMk id="3" creationId="{FEE09DA3-F98A-DAA2-9714-616228EF6E28}"/>
          </ac:spMkLst>
        </pc:spChg>
        <pc:picChg chg="add mod ord modCrop">
          <ac:chgData name="ajmal ansare" userId="82645666a154b446" providerId="LiveId" clId="{23A37F84-8741-4027-9422-6B00ED7633A2}" dt="2026-02-16T05:23:24.041" v="677" actId="14100"/>
          <ac:picMkLst>
            <pc:docMk/>
            <pc:sldMk cId="742934496" sldId="268"/>
            <ac:picMk id="5" creationId="{7DBA3162-8C6F-18A1-E4A7-48DE20FE37F8}"/>
          </ac:picMkLst>
        </pc:picChg>
      </pc:sldChg>
      <pc:sldChg chg="addSp delSp modSp new mod">
        <pc:chgData name="ajmal ansare" userId="82645666a154b446" providerId="LiveId" clId="{23A37F84-8741-4027-9422-6B00ED7633A2}" dt="2026-02-16T04:39:20.453" v="600" actId="14100"/>
        <pc:sldMkLst>
          <pc:docMk/>
          <pc:sldMk cId="2133488208" sldId="269"/>
        </pc:sldMkLst>
        <pc:spChg chg="del">
          <ac:chgData name="ajmal ansare" userId="82645666a154b446" providerId="LiveId" clId="{23A37F84-8741-4027-9422-6B00ED7633A2}" dt="2026-02-16T04:28:44.745" v="592" actId="21"/>
          <ac:spMkLst>
            <pc:docMk/>
            <pc:sldMk cId="2133488208" sldId="269"/>
            <ac:spMk id="2" creationId="{56B3A02F-8E91-DC73-E340-D44DAFE7D213}"/>
          </ac:spMkLst>
        </pc:spChg>
        <pc:spChg chg="del">
          <ac:chgData name="ajmal ansare" userId="82645666a154b446" providerId="LiveId" clId="{23A37F84-8741-4027-9422-6B00ED7633A2}" dt="2026-02-16T04:28:41.075" v="591" actId="22"/>
          <ac:spMkLst>
            <pc:docMk/>
            <pc:sldMk cId="2133488208" sldId="269"/>
            <ac:spMk id="3" creationId="{AEE923B6-41A5-2C13-0883-B6FEE23F7167}"/>
          </ac:spMkLst>
        </pc:spChg>
        <pc:picChg chg="add mod ord modCrop">
          <ac:chgData name="ajmal ansare" userId="82645666a154b446" providerId="LiveId" clId="{23A37F84-8741-4027-9422-6B00ED7633A2}" dt="2026-02-16T04:39:20.453" v="600" actId="14100"/>
          <ac:picMkLst>
            <pc:docMk/>
            <pc:sldMk cId="2133488208" sldId="269"/>
            <ac:picMk id="5" creationId="{3AB5A3B5-17A3-3A09-50AC-C9C8E8BAA71D}"/>
          </ac:picMkLst>
        </pc:picChg>
      </pc:sldChg>
      <pc:sldChg chg="addSp delSp modSp new mod">
        <pc:chgData name="ajmal ansare" userId="82645666a154b446" providerId="LiveId" clId="{23A37F84-8741-4027-9422-6B00ED7633A2}" dt="2026-02-16T04:41:44.508" v="616" actId="14100"/>
        <pc:sldMkLst>
          <pc:docMk/>
          <pc:sldMk cId="3255122930" sldId="270"/>
        </pc:sldMkLst>
        <pc:spChg chg="del">
          <ac:chgData name="ajmal ansare" userId="82645666a154b446" providerId="LiveId" clId="{23A37F84-8741-4027-9422-6B00ED7633A2}" dt="2026-02-16T04:41:29.843" v="612" actId="21"/>
          <ac:spMkLst>
            <pc:docMk/>
            <pc:sldMk cId="3255122930" sldId="270"/>
            <ac:spMk id="2" creationId="{C2DE5F1D-C88B-ED0D-DF82-768B60F80C5F}"/>
          </ac:spMkLst>
        </pc:spChg>
        <pc:spChg chg="del">
          <ac:chgData name="ajmal ansare" userId="82645666a154b446" providerId="LiveId" clId="{23A37F84-8741-4027-9422-6B00ED7633A2}" dt="2026-02-16T04:41:26.620" v="611" actId="22"/>
          <ac:spMkLst>
            <pc:docMk/>
            <pc:sldMk cId="3255122930" sldId="270"/>
            <ac:spMk id="3" creationId="{0CB22733-4D8B-E4D5-75DD-6BD7BF6C37AD}"/>
          </ac:spMkLst>
        </pc:spChg>
        <pc:picChg chg="add mod ord">
          <ac:chgData name="ajmal ansare" userId="82645666a154b446" providerId="LiveId" clId="{23A37F84-8741-4027-9422-6B00ED7633A2}" dt="2026-02-16T04:41:44.508" v="616" actId="14100"/>
          <ac:picMkLst>
            <pc:docMk/>
            <pc:sldMk cId="3255122930" sldId="270"/>
            <ac:picMk id="5" creationId="{18BF27CA-542D-B5B7-0634-CB46195639A6}"/>
          </ac:picMkLst>
        </pc:picChg>
      </pc:sldChg>
      <pc:sldChg chg="addSp delSp modSp new mod">
        <pc:chgData name="ajmal ansare" userId="82645666a154b446" providerId="LiveId" clId="{23A37F84-8741-4027-9422-6B00ED7633A2}" dt="2026-02-16T04:46:23.040" v="642" actId="14100"/>
        <pc:sldMkLst>
          <pc:docMk/>
          <pc:sldMk cId="3391519636" sldId="271"/>
        </pc:sldMkLst>
        <pc:spChg chg="del">
          <ac:chgData name="ajmal ansare" userId="82645666a154b446" providerId="LiveId" clId="{23A37F84-8741-4027-9422-6B00ED7633A2}" dt="2026-02-16T04:44:16.901" v="624" actId="21"/>
          <ac:spMkLst>
            <pc:docMk/>
            <pc:sldMk cId="3391519636" sldId="271"/>
            <ac:spMk id="2" creationId="{153A5B4F-466E-1995-C061-FA8CBCE235EC}"/>
          </ac:spMkLst>
        </pc:spChg>
        <pc:spChg chg="del">
          <ac:chgData name="ajmal ansare" userId="82645666a154b446" providerId="LiveId" clId="{23A37F84-8741-4027-9422-6B00ED7633A2}" dt="2026-02-16T04:44:13.508" v="623" actId="21"/>
          <ac:spMkLst>
            <pc:docMk/>
            <pc:sldMk cId="3391519636" sldId="271"/>
            <ac:spMk id="3" creationId="{136ACE6A-742B-806D-98A7-0EDCD19C8BA8}"/>
          </ac:spMkLst>
        </pc:spChg>
        <pc:picChg chg="add del mod">
          <ac:chgData name="ajmal ansare" userId="82645666a154b446" providerId="LiveId" clId="{23A37F84-8741-4027-9422-6B00ED7633A2}" dt="2026-02-16T04:45:27.163" v="634" actId="21"/>
          <ac:picMkLst>
            <pc:docMk/>
            <pc:sldMk cId="3391519636" sldId="271"/>
            <ac:picMk id="5" creationId="{CC8B4818-38D1-84CC-19FF-331AD0F7AECC}"/>
          </ac:picMkLst>
        </pc:picChg>
        <pc:picChg chg="add mod">
          <ac:chgData name="ajmal ansare" userId="82645666a154b446" providerId="LiveId" clId="{23A37F84-8741-4027-9422-6B00ED7633A2}" dt="2026-02-16T04:46:23.040" v="642" actId="14100"/>
          <ac:picMkLst>
            <pc:docMk/>
            <pc:sldMk cId="3391519636" sldId="271"/>
            <ac:picMk id="7" creationId="{8289F284-FFCF-E65D-E9F1-90A4976E6683}"/>
          </ac:picMkLst>
        </pc:picChg>
      </pc:sldChg>
      <pc:sldChg chg="delSp modSp new mod">
        <pc:chgData name="ajmal ansare" userId="82645666a154b446" providerId="LiveId" clId="{23A37F84-8741-4027-9422-6B00ED7633A2}" dt="2026-02-16T05:22:12.399" v="675" actId="14100"/>
        <pc:sldMkLst>
          <pc:docMk/>
          <pc:sldMk cId="2857330614" sldId="272"/>
        </pc:sldMkLst>
        <pc:spChg chg="mod">
          <ac:chgData name="ajmal ansare" userId="82645666a154b446" providerId="LiveId" clId="{23A37F84-8741-4027-9422-6B00ED7633A2}" dt="2026-02-16T05:22:12.399" v="675" actId="14100"/>
          <ac:spMkLst>
            <pc:docMk/>
            <pc:sldMk cId="2857330614" sldId="272"/>
            <ac:spMk id="2" creationId="{B61BA05F-DE7C-1256-5364-5C158569E450}"/>
          </ac:spMkLst>
        </pc:spChg>
        <pc:spChg chg="del">
          <ac:chgData name="ajmal ansare" userId="82645666a154b446" providerId="LiveId" clId="{23A37F84-8741-4027-9422-6B00ED7633A2}" dt="2026-02-16T05:21:31.340" v="657" actId="21"/>
          <ac:spMkLst>
            <pc:docMk/>
            <pc:sldMk cId="2857330614" sldId="272"/>
            <ac:spMk id="3" creationId="{B7581D74-7CD0-1B36-7268-2C9FFE020E2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2/16/2026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422EEB-C18E-401D-4D14-F61D82881EC6}"/>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5A44D43F-1B53-AAA9-B551-4D46D6B6290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9F3FAB85-38C0-CBC3-894D-F14B0983660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AAAF0D4-F34A-1980-C65B-0B0205913902}"/>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94EFB44A-ED67-5BFE-548D-FCB7384C661F}"/>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BA2ED9E8-378E-74DB-69F2-37A19A83672D}"/>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E2363BD-0C06-5137-F50F-3CB1079D47C5}"/>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A034863C-B4F3-2506-7721-DA2D88319DB1}"/>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CD0-EC4A-C019-CFB5-6E82D6E84B7E}"/>
              </a:ext>
            </a:extLst>
          </p:cNvPr>
          <p:cNvSpPr>
            <a:spLocks noGrp="1"/>
          </p:cNvSpPr>
          <p:nvPr>
            <p:ph type="ctrTitle"/>
          </p:nvPr>
        </p:nvSpPr>
        <p:spPr>
          <a:xfrm>
            <a:off x="866274" y="2835442"/>
            <a:ext cx="10202779" cy="2013870"/>
          </a:xfrm>
        </p:spPr>
        <p:txBody>
          <a:bodyPr/>
          <a:lstStyle/>
          <a:p>
            <a:r>
              <a:rPr lang="en-IN" sz="4800" b="1" i="1" dirty="0">
                <a:latin typeface="Arial" panose="020B0604020202020204" pitchFamily="34" charset="0"/>
                <a:ea typeface="Calibri" panose="020F0502020204030204" pitchFamily="34" charset="0"/>
                <a:cs typeface="Arial" panose="020B0604020202020204" pitchFamily="34" charset="0"/>
              </a:rPr>
              <a:t>CARTILAGINOUS STORM IN SYNOVIUM . A CASE REPORT ON A RARE CASE OF SYNOVIAL CHONDROMATOSIS IN A 28 YEAR OLD FEMALE</a:t>
            </a:r>
          </a:p>
        </p:txBody>
      </p:sp>
      <p:sp>
        <p:nvSpPr>
          <p:cNvPr id="3" name="Subtitle 2">
            <a:extLst>
              <a:ext uri="{FF2B5EF4-FFF2-40B4-BE49-F238E27FC236}">
                <a16:creationId xmlns:a16="http://schemas.microsoft.com/office/drawing/2014/main" id="{BD44852C-C6CF-483E-BEAA-74ADC4F80679}"/>
              </a:ext>
            </a:extLst>
          </p:cNvPr>
          <p:cNvSpPr>
            <a:spLocks noGrp="1"/>
          </p:cNvSpPr>
          <p:nvPr>
            <p:ph type="subTitle" idx="1"/>
          </p:nvPr>
        </p:nvSpPr>
        <p:spPr>
          <a:xfrm>
            <a:off x="2582779" y="5202238"/>
            <a:ext cx="9144000" cy="1655762"/>
          </a:xfrm>
        </p:spPr>
        <p:txBody>
          <a:bodyPr/>
          <a:lstStyle/>
          <a:p>
            <a:pPr algn="r"/>
            <a:r>
              <a:rPr lang="en-IN" b="1" dirty="0">
                <a:latin typeface="Arial" panose="020B0604020202020204" pitchFamily="34" charset="0"/>
                <a:ea typeface="Calibri" panose="020F0502020204030204" pitchFamily="34" charset="0"/>
                <a:cs typeface="Arial" panose="020B0604020202020204" pitchFamily="34" charset="0"/>
              </a:rPr>
              <a:t>PRESENTED BY </a:t>
            </a:r>
            <a:r>
              <a:rPr lang="en-IN" b="1" i="1" dirty="0">
                <a:latin typeface="Arial" panose="020B0604020202020204" pitchFamily="34" charset="0"/>
                <a:ea typeface="Calibri" panose="020F0502020204030204" pitchFamily="34" charset="0"/>
                <a:cs typeface="Arial" panose="020B0604020202020204" pitchFamily="34" charset="0"/>
              </a:rPr>
              <a:t>Dr. A.S.I.R.AJMAL ANSARE </a:t>
            </a:r>
          </a:p>
          <a:p>
            <a:pPr algn="r"/>
            <a:r>
              <a:rPr lang="en-IN" b="1" i="1" dirty="0">
                <a:latin typeface="Arial" panose="020B0604020202020204" pitchFamily="34" charset="0"/>
                <a:ea typeface="Calibri" panose="020F0502020204030204" pitchFamily="34" charset="0"/>
                <a:cs typeface="Arial" panose="020B0604020202020204" pitchFamily="34" charset="0"/>
              </a:rPr>
              <a:t>GUIDE - Dr. M SAI KRISHNA (ASSOCIATE PROFESSOR</a:t>
            </a:r>
            <a:r>
              <a:rPr lang="en-IN" dirty="0">
                <a:latin typeface="Arial" panose="020B0604020202020204" pitchFamily="34" charset="0"/>
                <a:ea typeface="Calibri" panose="020F0502020204030204" pitchFamily="34" charset="0"/>
                <a:cs typeface="Arial" panose="020B0604020202020204" pitchFamily="34" charset="0"/>
              </a:rPr>
              <a:t>)</a:t>
            </a:r>
          </a:p>
          <a:p>
            <a:pPr algn="r"/>
            <a:r>
              <a:rPr lang="en-IN" b="1" dirty="0">
                <a:latin typeface="Arial" panose="020B0604020202020204" pitchFamily="34" charset="0"/>
                <a:ea typeface="Calibri" panose="020F0502020204030204" pitchFamily="34" charset="0"/>
                <a:cs typeface="Arial" panose="020B0604020202020204" pitchFamily="34" charset="0"/>
              </a:rPr>
              <a:t>DEPARTMENT OF ORTHOPAEDICS GIMSR</a:t>
            </a:r>
          </a:p>
        </p:txBody>
      </p:sp>
    </p:spTree>
    <p:extLst>
      <p:ext uri="{BB962C8B-B14F-4D97-AF65-F5344CB8AC3E}">
        <p14:creationId xmlns:p14="http://schemas.microsoft.com/office/powerpoint/2010/main" val="3992775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4B6E8-193C-5DDF-BAF8-7A8412E3D9D5}"/>
              </a:ext>
            </a:extLst>
          </p:cNvPr>
          <p:cNvSpPr>
            <a:spLocks noGrp="1"/>
          </p:cNvSpPr>
          <p:nvPr>
            <p:ph type="title"/>
          </p:nvPr>
        </p:nvSpPr>
        <p:spPr>
          <a:xfrm>
            <a:off x="838200" y="1373605"/>
            <a:ext cx="10515600" cy="792079"/>
          </a:xfrm>
        </p:spPr>
        <p:txBody>
          <a:bodyPr/>
          <a:lstStyle/>
          <a:p>
            <a:r>
              <a:rPr lang="en-IN" dirty="0">
                <a:latin typeface="Arial" panose="020B0604020202020204" pitchFamily="34" charset="0"/>
                <a:cs typeface="Arial" panose="020B0604020202020204" pitchFamily="34" charset="0"/>
              </a:rPr>
              <a:t>ABSTRACT :-</a:t>
            </a:r>
          </a:p>
        </p:txBody>
      </p:sp>
      <p:sp>
        <p:nvSpPr>
          <p:cNvPr id="3" name="Content Placeholder 2">
            <a:extLst>
              <a:ext uri="{FF2B5EF4-FFF2-40B4-BE49-F238E27FC236}">
                <a16:creationId xmlns:a16="http://schemas.microsoft.com/office/drawing/2014/main" id="{4AA4EF9E-E393-E355-9EF4-47BBA1EE29B8}"/>
              </a:ext>
            </a:extLst>
          </p:cNvPr>
          <p:cNvSpPr>
            <a:spLocks noGrp="1"/>
          </p:cNvSpPr>
          <p:nvPr>
            <p:ph idx="1"/>
          </p:nvPr>
        </p:nvSpPr>
        <p:spPr>
          <a:xfrm>
            <a:off x="547437" y="1989221"/>
            <a:ext cx="11097126" cy="4868779"/>
          </a:xfrm>
        </p:spPr>
        <p:txBody>
          <a:bodyPr/>
          <a:lstStyle/>
          <a:p>
            <a:r>
              <a:rPr lang="en-US" sz="3000" dirty="0">
                <a:latin typeface="Arial" panose="020B0604020202020204" pitchFamily="34" charset="0"/>
                <a:cs typeface="Arial" panose="020B0604020202020204" pitchFamily="34" charset="0"/>
              </a:rPr>
              <a:t>Primary synovial </a:t>
            </a:r>
            <a:r>
              <a:rPr lang="en-US" sz="3000" dirty="0" err="1">
                <a:latin typeface="Arial" panose="020B0604020202020204" pitchFamily="34" charset="0"/>
                <a:cs typeface="Arial" panose="020B0604020202020204" pitchFamily="34" charset="0"/>
              </a:rPr>
              <a:t>chondromatosis</a:t>
            </a:r>
            <a:r>
              <a:rPr lang="en-US" sz="3000" dirty="0">
                <a:latin typeface="Arial" panose="020B0604020202020204" pitchFamily="34" charset="0"/>
                <a:cs typeface="Arial" panose="020B0604020202020204" pitchFamily="34" charset="0"/>
              </a:rPr>
              <a:t> of the hip.is a rare benign metaplastic condition of the synovium of unknown </a:t>
            </a:r>
            <a:r>
              <a:rPr lang="en-US" sz="3000" dirty="0" err="1">
                <a:latin typeface="Arial" panose="020B0604020202020204" pitchFamily="34" charset="0"/>
                <a:cs typeface="Arial" panose="020B0604020202020204" pitchFamily="34" charset="0"/>
              </a:rPr>
              <a:t>aetiology</a:t>
            </a:r>
            <a:r>
              <a:rPr lang="en-US" sz="3000" dirty="0">
                <a:latin typeface="Arial" panose="020B0604020202020204" pitchFamily="34" charset="0"/>
                <a:cs typeface="Arial" panose="020B0604020202020204" pitchFamily="34" charset="0"/>
              </a:rPr>
              <a:t>.</a:t>
            </a:r>
          </a:p>
          <a:p>
            <a:r>
              <a:rPr lang="en-US" sz="3000" dirty="0">
                <a:latin typeface="Arial" panose="020B0604020202020204" pitchFamily="34" charset="0"/>
                <a:cs typeface="Arial" panose="020B0604020202020204" pitchFamily="34" charset="0"/>
              </a:rPr>
              <a:t> We report a case of 27 year old female presented to us with pain and restriction of movements of the hip treated by debridement and removal of loose bodies via anterior approach to the hip. A literature search was performed to identify studies describing outcome after surgical treatment of synovial </a:t>
            </a:r>
            <a:r>
              <a:rPr lang="en-US" sz="3000" dirty="0" err="1">
                <a:latin typeface="Arial" panose="020B0604020202020204" pitchFamily="34" charset="0"/>
                <a:cs typeface="Arial" panose="020B0604020202020204" pitchFamily="34" charset="0"/>
              </a:rPr>
              <a:t>chondromatosis</a:t>
            </a:r>
            <a:r>
              <a:rPr lang="en-US" sz="3000" dirty="0">
                <a:latin typeface="Arial" panose="020B0604020202020204" pitchFamily="34" charset="0"/>
                <a:cs typeface="Arial" panose="020B0604020202020204" pitchFamily="34" charset="0"/>
              </a:rPr>
              <a:t> of hip by various methods like arthroscopic debridement, total hip arthroplasty and debridement via arthrotomy. Post operative outcome of our case was assessed by post operative radiograph and </a:t>
            </a:r>
            <a:r>
              <a:rPr lang="en-US" sz="3000" dirty="0" err="1">
                <a:latin typeface="Arial" panose="020B0604020202020204" pitchFamily="34" charset="0"/>
                <a:cs typeface="Arial" panose="020B0604020202020204" pitchFamily="34" charset="0"/>
              </a:rPr>
              <a:t>harris</a:t>
            </a:r>
            <a:r>
              <a:rPr lang="en-US" sz="3000" dirty="0">
                <a:latin typeface="Arial" panose="020B0604020202020204" pitchFamily="34" charset="0"/>
                <a:cs typeface="Arial" panose="020B0604020202020204" pitchFamily="34" charset="0"/>
              </a:rPr>
              <a:t> hip score.</a:t>
            </a:r>
            <a:endParaRPr lang="en-IN" sz="3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4846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5D687-585C-C59B-DA58-515686B8BC26}"/>
              </a:ext>
            </a:extLst>
          </p:cNvPr>
          <p:cNvSpPr>
            <a:spLocks noGrp="1"/>
          </p:cNvSpPr>
          <p:nvPr>
            <p:ph type="title"/>
          </p:nvPr>
        </p:nvSpPr>
        <p:spPr>
          <a:xfrm>
            <a:off x="838200" y="1355349"/>
            <a:ext cx="10515600" cy="1325563"/>
          </a:xfrm>
        </p:spPr>
        <p:txBody>
          <a:bodyPr/>
          <a:lstStyle/>
          <a:p>
            <a:r>
              <a:rPr lang="en-IN" dirty="0">
                <a:latin typeface="Arial" panose="020B0604020202020204" pitchFamily="34" charset="0"/>
                <a:cs typeface="Arial" panose="020B0604020202020204" pitchFamily="34" charset="0"/>
              </a:rPr>
              <a:t>INTRODUCTION</a:t>
            </a:r>
          </a:p>
        </p:txBody>
      </p:sp>
      <p:sp>
        <p:nvSpPr>
          <p:cNvPr id="3" name="Content Placeholder 2">
            <a:extLst>
              <a:ext uri="{FF2B5EF4-FFF2-40B4-BE49-F238E27FC236}">
                <a16:creationId xmlns:a16="http://schemas.microsoft.com/office/drawing/2014/main" id="{CBC48AED-F94C-48B3-86C6-CAA73FD9A066}"/>
              </a:ext>
            </a:extLst>
          </p:cNvPr>
          <p:cNvSpPr>
            <a:spLocks noGrp="1"/>
          </p:cNvSpPr>
          <p:nvPr>
            <p:ph idx="1"/>
          </p:nvPr>
        </p:nvSpPr>
        <p:spPr>
          <a:xfrm>
            <a:off x="838200" y="2261936"/>
            <a:ext cx="10515600" cy="4395537"/>
          </a:xfrm>
        </p:spPr>
        <p:txBody>
          <a:bodyPr/>
          <a:lstStyle/>
          <a:p>
            <a:pPr>
              <a:buNone/>
            </a:pPr>
            <a:r>
              <a:rPr lang="en-US" sz="3000" dirty="0">
                <a:latin typeface="Arial" panose="020B0604020202020204" pitchFamily="34" charset="0"/>
                <a:cs typeface="Arial" panose="020B0604020202020204" pitchFamily="34" charset="0"/>
              </a:rPr>
              <a:t>Synovial </a:t>
            </a:r>
            <a:r>
              <a:rPr lang="en-US" sz="3000" dirty="0" err="1">
                <a:latin typeface="Arial" panose="020B0604020202020204" pitchFamily="34" charset="0"/>
                <a:cs typeface="Arial" panose="020B0604020202020204" pitchFamily="34" charset="0"/>
              </a:rPr>
              <a:t>chondromatosis</a:t>
            </a:r>
            <a:r>
              <a:rPr lang="en-US" sz="3000" dirty="0">
                <a:latin typeface="Arial" panose="020B0604020202020204" pitchFamily="34" charset="0"/>
                <a:cs typeface="Arial" panose="020B0604020202020204" pitchFamily="34" charset="0"/>
              </a:rPr>
              <a:t> is a non-neoplastic condition where metaplastic cartilage nodules in the synovium of the joints, bursa, or tendon sheath are present. Lesions are almost always monoarticular and tend to occur in large joints, with the most frequent location in the knee and less frequently in the pelvis, elbows, wrists, ankles, and temporomandibular joints .</a:t>
            </a:r>
          </a:p>
          <a:p>
            <a:pPr>
              <a:buNone/>
            </a:pPr>
            <a:r>
              <a:rPr lang="en-US" sz="3000" dirty="0">
                <a:latin typeface="Arial" panose="020B0604020202020204" pitchFamily="34" charset="0"/>
                <a:cs typeface="Arial" panose="020B0604020202020204" pitchFamily="34" charset="0"/>
              </a:rPr>
              <a:t>Primary synovial </a:t>
            </a:r>
            <a:r>
              <a:rPr lang="en-US" sz="3000" dirty="0" err="1">
                <a:latin typeface="Arial" panose="020B0604020202020204" pitchFamily="34" charset="0"/>
                <a:cs typeface="Arial" panose="020B0604020202020204" pitchFamily="34" charset="0"/>
              </a:rPr>
              <a:t>chondromatosis</a:t>
            </a:r>
            <a:r>
              <a:rPr lang="en-US" sz="3000" dirty="0">
                <a:latin typeface="Arial" panose="020B0604020202020204" pitchFamily="34" charset="0"/>
                <a:cs typeface="Arial" panose="020B0604020202020204" pitchFamily="34" charset="0"/>
              </a:rPr>
              <a:t> (also known as Reichel syndrome or Reichel-Jones-Henderson syndrome) is </a:t>
            </a:r>
            <a:r>
              <a:rPr lang="en-US" sz="3000" dirty="0" err="1">
                <a:latin typeface="Arial" panose="020B0604020202020204" pitchFamily="34" charset="0"/>
                <a:cs typeface="Arial" panose="020B0604020202020204" pitchFamily="34" charset="0"/>
              </a:rPr>
              <a:t>characterised</a:t>
            </a:r>
            <a:r>
              <a:rPr lang="en-US" sz="3000" dirty="0">
                <a:latin typeface="Arial" panose="020B0604020202020204" pitchFamily="34" charset="0"/>
                <a:cs typeface="Arial" panose="020B0604020202020204" pitchFamily="34" charset="0"/>
              </a:rPr>
              <a:t> by synovial metaplasia of unknown </a:t>
            </a:r>
            <a:r>
              <a:rPr lang="en-US" sz="3000" dirty="0" err="1">
                <a:latin typeface="Arial" panose="020B0604020202020204" pitchFamily="34" charset="0"/>
                <a:cs typeface="Arial" panose="020B0604020202020204" pitchFamily="34" charset="0"/>
              </a:rPr>
              <a:t>aetiology</a:t>
            </a:r>
            <a:r>
              <a:rPr lang="en-US" sz="3000" dirty="0">
                <a:latin typeface="Arial" panose="020B0604020202020204" pitchFamily="34" charset="0"/>
                <a:cs typeface="Arial" panose="020B0604020202020204" pitchFamily="34" charset="0"/>
              </a:rPr>
              <a:t>.</a:t>
            </a:r>
          </a:p>
          <a:p>
            <a:endParaRPr lang="en-IN" dirty="0"/>
          </a:p>
        </p:txBody>
      </p:sp>
    </p:spTree>
    <p:extLst>
      <p:ext uri="{BB962C8B-B14F-4D97-AF65-F5344CB8AC3E}">
        <p14:creationId xmlns:p14="http://schemas.microsoft.com/office/powerpoint/2010/main" val="2074229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1B54B6-92DF-27E9-3AD5-0EF56CBAF8D1}"/>
              </a:ext>
            </a:extLst>
          </p:cNvPr>
          <p:cNvSpPr>
            <a:spLocks noGrp="1"/>
          </p:cNvSpPr>
          <p:nvPr>
            <p:ph idx="1"/>
          </p:nvPr>
        </p:nvSpPr>
        <p:spPr/>
        <p:txBody>
          <a:bodyPr/>
          <a:lstStyle/>
          <a:p>
            <a:r>
              <a:rPr lang="en-US" sz="3000" dirty="0">
                <a:latin typeface="Arial" panose="020B0604020202020204" pitchFamily="34" charset="0"/>
                <a:cs typeface="Arial" panose="020B0604020202020204" pitchFamily="34" charset="0"/>
              </a:rPr>
              <a:t>Various theories such as raised bone morphogenic protein (BMP), interleukin-6 (IL-6), and vascular endothelial growth factor-A (VEGF) and trauma leading to the synovial metaplasia and formation of loose bodies in Primary synovial </a:t>
            </a:r>
            <a:r>
              <a:rPr lang="en-US" sz="3000" dirty="0" err="1">
                <a:latin typeface="Arial" panose="020B0604020202020204" pitchFamily="34" charset="0"/>
                <a:cs typeface="Arial" panose="020B0604020202020204" pitchFamily="34" charset="0"/>
              </a:rPr>
              <a:t>chondromatosis</a:t>
            </a:r>
            <a:r>
              <a:rPr lang="en-US" sz="3000" dirty="0">
                <a:latin typeface="Arial" panose="020B0604020202020204" pitchFamily="34" charset="0"/>
                <a:cs typeface="Arial" panose="020B0604020202020204" pitchFamily="34" charset="0"/>
              </a:rPr>
              <a:t> have been suggested but yet unproven [2].Microscopically, SC is </a:t>
            </a:r>
            <a:r>
              <a:rPr lang="en-US" sz="3000" dirty="0" err="1">
                <a:latin typeface="Arial" panose="020B0604020202020204" pitchFamily="34" charset="0"/>
                <a:cs typeface="Arial" panose="020B0604020202020204" pitchFamily="34" charset="0"/>
              </a:rPr>
              <a:t>characterised</a:t>
            </a:r>
            <a:r>
              <a:rPr lang="en-US" sz="3000" dirty="0">
                <a:latin typeface="Arial" panose="020B0604020202020204" pitchFamily="34" charset="0"/>
                <a:cs typeface="Arial" panose="020B0604020202020204" pitchFamily="34" charset="0"/>
              </a:rPr>
              <a:t> by the formation of multiple cartilaginous proliferating nodules. These nodules detach and form nodules within the joints or surrounding soft </a:t>
            </a:r>
            <a:r>
              <a:rPr lang="en-US" sz="3000" dirty="0" err="1">
                <a:latin typeface="Arial" panose="020B0604020202020204" pitchFamily="34" charset="0"/>
                <a:cs typeface="Arial" panose="020B0604020202020204" pitchFamily="34" charset="0"/>
              </a:rPr>
              <a:t>tissue.Primary</a:t>
            </a:r>
            <a:r>
              <a:rPr lang="en-US" sz="3000" dirty="0">
                <a:latin typeface="Arial" panose="020B0604020202020204" pitchFamily="34" charset="0"/>
                <a:cs typeface="Arial" panose="020B0604020202020204" pitchFamily="34" charset="0"/>
              </a:rPr>
              <a:t> ‘Synovial </a:t>
            </a:r>
            <a:r>
              <a:rPr lang="en-US" sz="3000" dirty="0" err="1">
                <a:latin typeface="Arial" panose="020B0604020202020204" pitchFamily="34" charset="0"/>
                <a:cs typeface="Arial" panose="020B0604020202020204" pitchFamily="34" charset="0"/>
              </a:rPr>
              <a:t>chondromatosis</a:t>
            </a:r>
            <a:r>
              <a:rPr lang="en-US" sz="3000" dirty="0">
                <a:latin typeface="Arial" panose="020B0604020202020204" pitchFamily="34" charset="0"/>
                <a:cs typeface="Arial" panose="020B0604020202020204" pitchFamily="34" charset="0"/>
              </a:rPr>
              <a:t>’ of the hip (</a:t>
            </a:r>
            <a:r>
              <a:rPr lang="en-US" sz="3000" dirty="0" err="1">
                <a:latin typeface="Arial" panose="020B0604020202020204" pitchFamily="34" charset="0"/>
                <a:cs typeface="Arial" panose="020B0604020202020204" pitchFamily="34" charset="0"/>
              </a:rPr>
              <a:t>PrSC</a:t>
            </a:r>
            <a:r>
              <a:rPr lang="en-US" sz="3000" dirty="0">
                <a:latin typeface="Arial" panose="020B0604020202020204" pitchFamily="34" charset="0"/>
                <a:cs typeface="Arial" panose="020B0604020202020204" pitchFamily="34" charset="0"/>
              </a:rPr>
              <a:t> of the hip) is an uncommon condition, and its prevalence is not exactly known.</a:t>
            </a:r>
            <a:endParaRPr lang="en-IN" sz="3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7200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BBF30-25BF-0D61-CE28-3A33CC4E5669}"/>
              </a:ext>
            </a:extLst>
          </p:cNvPr>
          <p:cNvSpPr>
            <a:spLocks noGrp="1"/>
          </p:cNvSpPr>
          <p:nvPr>
            <p:ph type="title"/>
          </p:nvPr>
        </p:nvSpPr>
        <p:spPr>
          <a:xfrm>
            <a:off x="838200" y="1279524"/>
            <a:ext cx="10515600" cy="1325563"/>
          </a:xfrm>
        </p:spPr>
        <p:txBody>
          <a:bodyPr/>
          <a:lstStyle/>
          <a:p>
            <a:r>
              <a:rPr lang="en-IN" dirty="0">
                <a:latin typeface="Arial" panose="020B0604020202020204" pitchFamily="34" charset="0"/>
                <a:cs typeface="Arial" panose="020B0604020202020204" pitchFamily="34" charset="0"/>
              </a:rPr>
              <a:t>AIM</a:t>
            </a:r>
          </a:p>
        </p:txBody>
      </p:sp>
      <p:sp>
        <p:nvSpPr>
          <p:cNvPr id="3" name="Content Placeholder 2">
            <a:extLst>
              <a:ext uri="{FF2B5EF4-FFF2-40B4-BE49-F238E27FC236}">
                <a16:creationId xmlns:a16="http://schemas.microsoft.com/office/drawing/2014/main" id="{52662C6D-B503-BD64-9E39-68040961EF58}"/>
              </a:ext>
            </a:extLst>
          </p:cNvPr>
          <p:cNvSpPr>
            <a:spLocks noGrp="1"/>
          </p:cNvSpPr>
          <p:nvPr>
            <p:ph idx="1"/>
          </p:nvPr>
        </p:nvSpPr>
        <p:spPr>
          <a:xfrm>
            <a:off x="838200" y="2605086"/>
            <a:ext cx="10515600" cy="4110707"/>
          </a:xfrm>
        </p:spPr>
        <p:txBody>
          <a:bodyPr/>
          <a:lstStyle/>
          <a:p>
            <a:pPr>
              <a:buNone/>
            </a:pPr>
            <a:r>
              <a:rPr lang="en-US" sz="3200" dirty="0">
                <a:latin typeface="Arial" panose="020B0604020202020204" pitchFamily="34" charset="0"/>
                <a:cs typeface="Arial" panose="020B0604020202020204" pitchFamily="34" charset="0"/>
              </a:rPr>
              <a:t>The current </a:t>
            </a:r>
            <a:r>
              <a:rPr lang="en-US" sz="3200" b="1" dirty="0">
                <a:latin typeface="Arial" panose="020B0604020202020204" pitchFamily="34" charset="0"/>
                <a:cs typeface="Arial" panose="020B0604020202020204" pitchFamily="34" charset="0"/>
              </a:rPr>
              <a:t>CASE REPORT </a:t>
            </a:r>
            <a:r>
              <a:rPr lang="en-US" sz="3200" dirty="0">
                <a:latin typeface="Arial" panose="020B0604020202020204" pitchFamily="34" charset="0"/>
                <a:cs typeface="Arial" panose="020B0604020202020204" pitchFamily="34" charset="0"/>
              </a:rPr>
              <a:t>is to </a:t>
            </a:r>
            <a:r>
              <a:rPr lang="en-US" sz="3200" dirty="0" err="1">
                <a:latin typeface="Arial" panose="020B0604020202020204" pitchFamily="34" charset="0"/>
                <a:cs typeface="Arial" panose="020B0604020202020204" pitchFamily="34" charset="0"/>
              </a:rPr>
              <a:t>emphasise</a:t>
            </a:r>
            <a:r>
              <a:rPr lang="en-US" sz="3200" dirty="0">
                <a:latin typeface="Arial" panose="020B0604020202020204" pitchFamily="34" charset="0"/>
                <a:cs typeface="Arial" panose="020B0604020202020204" pitchFamily="34" charset="0"/>
              </a:rPr>
              <a:t> on presentation </a:t>
            </a:r>
            <a:r>
              <a:rPr lang="en-US" sz="3200" b="1" dirty="0">
                <a:latin typeface="Arial" panose="020B0604020202020204" pitchFamily="34" charset="0"/>
                <a:cs typeface="Arial" panose="020B0604020202020204" pitchFamily="34" charset="0"/>
              </a:rPr>
              <a:t>of a rare case of synovial </a:t>
            </a:r>
            <a:r>
              <a:rPr lang="en-US" sz="3200" b="1" dirty="0" err="1">
                <a:latin typeface="Arial" panose="020B0604020202020204" pitchFamily="34" charset="0"/>
                <a:cs typeface="Arial" panose="020B0604020202020204" pitchFamily="34" charset="0"/>
              </a:rPr>
              <a:t>chondromatosis</a:t>
            </a:r>
            <a:r>
              <a:rPr lang="en-US" sz="3200" b="1" dirty="0">
                <a:latin typeface="Arial" panose="020B0604020202020204" pitchFamily="34" charset="0"/>
                <a:cs typeface="Arial" panose="020B0604020202020204" pitchFamily="34" charset="0"/>
              </a:rPr>
              <a:t> and its management.</a:t>
            </a:r>
          </a:p>
          <a:p>
            <a:endParaRPr lang="en-IN" dirty="0"/>
          </a:p>
        </p:txBody>
      </p:sp>
    </p:spTree>
    <p:extLst>
      <p:ext uri="{BB962C8B-B14F-4D97-AF65-F5344CB8AC3E}">
        <p14:creationId xmlns:p14="http://schemas.microsoft.com/office/powerpoint/2010/main" val="2549318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56011-ED4A-5F28-3C1A-6BA30C5E258D}"/>
              </a:ext>
            </a:extLst>
          </p:cNvPr>
          <p:cNvSpPr>
            <a:spLocks noGrp="1"/>
          </p:cNvSpPr>
          <p:nvPr>
            <p:ph type="title"/>
          </p:nvPr>
        </p:nvSpPr>
        <p:spPr>
          <a:xfrm>
            <a:off x="240631" y="1422693"/>
            <a:ext cx="10515600" cy="1325563"/>
          </a:xfrm>
        </p:spPr>
        <p:txBody>
          <a:bodyPr/>
          <a:lstStyle/>
          <a:p>
            <a:r>
              <a:rPr lang="en-IN" dirty="0">
                <a:latin typeface="Arial" panose="020B0604020202020204" pitchFamily="34" charset="0"/>
                <a:cs typeface="Arial" panose="020B0604020202020204" pitchFamily="34" charset="0"/>
              </a:rPr>
              <a:t>METHODS </a:t>
            </a:r>
          </a:p>
        </p:txBody>
      </p:sp>
      <p:sp>
        <p:nvSpPr>
          <p:cNvPr id="3" name="Content Placeholder 2">
            <a:extLst>
              <a:ext uri="{FF2B5EF4-FFF2-40B4-BE49-F238E27FC236}">
                <a16:creationId xmlns:a16="http://schemas.microsoft.com/office/drawing/2014/main" id="{93357850-D6E6-7E59-20D8-CBF2DA863901}"/>
              </a:ext>
            </a:extLst>
          </p:cNvPr>
          <p:cNvSpPr>
            <a:spLocks noGrp="1"/>
          </p:cNvSpPr>
          <p:nvPr>
            <p:ph idx="1"/>
          </p:nvPr>
        </p:nvSpPr>
        <p:spPr>
          <a:xfrm>
            <a:off x="240631" y="2085475"/>
            <a:ext cx="11790947" cy="4523872"/>
          </a:xfrm>
        </p:spPr>
        <p:txBody>
          <a:bodyPr/>
          <a:lstStyle/>
          <a:p>
            <a:pPr>
              <a:buNone/>
            </a:pPr>
            <a:r>
              <a:rPr lang="en-US" dirty="0">
                <a:latin typeface="Arial" panose="020B0604020202020204" pitchFamily="34" charset="0"/>
                <a:cs typeface="Arial" panose="020B0604020202020204" pitchFamily="34" charset="0"/>
              </a:rPr>
              <a:t>We present a case of 27 year old female came to our </a:t>
            </a:r>
            <a:r>
              <a:rPr lang="en-US" dirty="0" err="1">
                <a:latin typeface="Arial" panose="020B0604020202020204" pitchFamily="34" charset="0"/>
                <a:cs typeface="Arial" panose="020B0604020202020204" pitchFamily="34" charset="0"/>
              </a:rPr>
              <a:t>opd</a:t>
            </a:r>
            <a:r>
              <a:rPr lang="en-US" dirty="0">
                <a:latin typeface="Arial" panose="020B0604020202020204" pitchFamily="34" charset="0"/>
                <a:cs typeface="Arial" panose="020B0604020202020204" pitchFamily="34" charset="0"/>
              </a:rPr>
              <a:t> with pain right hip since 1 year associated with restriction of movements of right hip. Pain was insidious in onset and gradually progressive.</a:t>
            </a:r>
          </a:p>
          <a:p>
            <a:pPr>
              <a:buNone/>
            </a:pPr>
            <a:r>
              <a:rPr lang="en-US" dirty="0">
                <a:latin typeface="Arial" panose="020B0604020202020204" pitchFamily="34" charset="0"/>
                <a:cs typeface="Arial" panose="020B0604020202020204" pitchFamily="34" charset="0"/>
              </a:rPr>
              <a:t>Plain radiographs of pelvis with both hips ap view was suggestive of multiple loose bodies around the right femoral neck (Fig 1).</a:t>
            </a:r>
          </a:p>
          <a:p>
            <a:pPr>
              <a:buNone/>
            </a:pPr>
            <a:r>
              <a:rPr lang="en-US" dirty="0">
                <a:latin typeface="Arial" panose="020B0604020202020204" pitchFamily="34" charset="0"/>
                <a:cs typeface="Arial" panose="020B0604020202020204" pitchFamily="34" charset="0"/>
              </a:rPr>
              <a:t>MRI of both hips were suggestive of synovial </a:t>
            </a:r>
            <a:r>
              <a:rPr lang="en-US" dirty="0" err="1">
                <a:latin typeface="Arial" panose="020B0604020202020204" pitchFamily="34" charset="0"/>
                <a:cs typeface="Arial" panose="020B0604020202020204" pitchFamily="34" charset="0"/>
              </a:rPr>
              <a:t>chondromatosis</a:t>
            </a:r>
            <a:r>
              <a:rPr lang="en-US" dirty="0">
                <a:latin typeface="Arial" panose="020B0604020202020204" pitchFamily="34" charset="0"/>
                <a:cs typeface="Arial" panose="020B0604020202020204" pitchFamily="34" charset="0"/>
              </a:rPr>
              <a:t> (Fig 2, 3).</a:t>
            </a:r>
          </a:p>
          <a:p>
            <a:pPr>
              <a:buNone/>
            </a:pPr>
            <a:r>
              <a:rPr lang="en-US" dirty="0">
                <a:latin typeface="Arial" panose="020B0604020202020204" pitchFamily="34" charset="0"/>
                <a:cs typeface="Arial" panose="020B0604020202020204" pitchFamily="34" charset="0"/>
              </a:rPr>
              <a:t>The pre-operative HARRIS HIP SCORE was 62.5.</a:t>
            </a:r>
          </a:p>
          <a:p>
            <a:pPr>
              <a:buNone/>
            </a:pPr>
            <a:r>
              <a:rPr lang="en-US" b="1" dirty="0">
                <a:latin typeface="Arial" panose="020B0604020202020204" pitchFamily="34" charset="0"/>
                <a:cs typeface="Arial" panose="020B0604020202020204" pitchFamily="34" charset="0"/>
              </a:rPr>
              <a:t>Surgical procedure</a:t>
            </a:r>
            <a:r>
              <a:rPr lang="en-US" dirty="0">
                <a:latin typeface="Arial" panose="020B0604020202020204" pitchFamily="34" charset="0"/>
                <a:cs typeface="Arial" panose="020B0604020202020204" pitchFamily="34" charset="0"/>
              </a:rPr>
              <a:t>: under spinal anesthesia and under strict aseptic precautions via Smith-Peterson approach hip joint capsule was exposed anteriorly after reflecting the head of rectus femoris. The capsule was incised and </a:t>
            </a:r>
            <a:r>
              <a:rPr lang="en-US" dirty="0" err="1">
                <a:latin typeface="Arial" panose="020B0604020202020204" pitchFamily="34" charset="0"/>
                <a:cs typeface="Arial" panose="020B0604020202020204" pitchFamily="34" charset="0"/>
              </a:rPr>
              <a:t>and</a:t>
            </a:r>
            <a:r>
              <a:rPr lang="en-US" dirty="0">
                <a:latin typeface="Arial" panose="020B0604020202020204" pitchFamily="34" charset="0"/>
                <a:cs typeface="Arial" panose="020B0604020202020204" pitchFamily="34" charset="0"/>
              </a:rPr>
              <a:t> loose bodies were extracted.</a:t>
            </a:r>
          </a:p>
        </p:txBody>
      </p:sp>
    </p:spTree>
    <p:extLst>
      <p:ext uri="{BB962C8B-B14F-4D97-AF65-F5344CB8AC3E}">
        <p14:creationId xmlns:p14="http://schemas.microsoft.com/office/powerpoint/2010/main" val="1180474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DBA3162-8C6F-18A1-E4A7-48DE20FE37F8}"/>
              </a:ext>
            </a:extLst>
          </p:cNvPr>
          <p:cNvPicPr>
            <a:picLocks noGrp="1" noChangeAspect="1"/>
          </p:cNvPicPr>
          <p:nvPr>
            <p:ph idx="1"/>
          </p:nvPr>
        </p:nvPicPr>
        <p:blipFill>
          <a:blip r:embed="rId2"/>
          <a:srcRect l="15137" t="3851" r="15505" b="10265"/>
          <a:stretch>
            <a:fillRect/>
          </a:stretch>
        </p:blipFill>
        <p:spPr>
          <a:xfrm>
            <a:off x="0" y="1299410"/>
            <a:ext cx="12192000" cy="5558590"/>
          </a:xfrm>
          <a:prstGeom prst="rect">
            <a:avLst/>
          </a:prstGeom>
        </p:spPr>
      </p:pic>
    </p:spTree>
    <p:extLst>
      <p:ext uri="{BB962C8B-B14F-4D97-AF65-F5344CB8AC3E}">
        <p14:creationId xmlns:p14="http://schemas.microsoft.com/office/powerpoint/2010/main" val="742934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AB5A3B5-17A3-3A09-50AC-C9C8E8BAA71D}"/>
              </a:ext>
            </a:extLst>
          </p:cNvPr>
          <p:cNvPicPr>
            <a:picLocks noGrp="1" noChangeAspect="1"/>
          </p:cNvPicPr>
          <p:nvPr>
            <p:ph idx="1"/>
          </p:nvPr>
        </p:nvPicPr>
        <p:blipFill>
          <a:blip r:embed="rId2"/>
          <a:srcRect t="847" b="9436"/>
          <a:stretch>
            <a:fillRect/>
          </a:stretch>
        </p:blipFill>
        <p:spPr>
          <a:xfrm>
            <a:off x="0" y="1379621"/>
            <a:ext cx="12192000" cy="5478379"/>
          </a:xfrm>
          <a:prstGeom prst="rect">
            <a:avLst/>
          </a:prstGeom>
        </p:spPr>
      </p:pic>
    </p:spTree>
    <p:extLst>
      <p:ext uri="{BB962C8B-B14F-4D97-AF65-F5344CB8AC3E}">
        <p14:creationId xmlns:p14="http://schemas.microsoft.com/office/powerpoint/2010/main" val="2133488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8BF27CA-542D-B5B7-0634-CB46195639A6}"/>
              </a:ext>
            </a:extLst>
          </p:cNvPr>
          <p:cNvPicPr>
            <a:picLocks noGrp="1" noChangeAspect="1"/>
          </p:cNvPicPr>
          <p:nvPr>
            <p:ph idx="1"/>
          </p:nvPr>
        </p:nvPicPr>
        <p:blipFill>
          <a:blip r:embed="rId2"/>
          <a:stretch>
            <a:fillRect/>
          </a:stretch>
        </p:blipFill>
        <p:spPr>
          <a:xfrm>
            <a:off x="0" y="1272130"/>
            <a:ext cx="12192000" cy="5585870"/>
          </a:xfrm>
          <a:prstGeom prst="rect">
            <a:avLst/>
          </a:prstGeom>
        </p:spPr>
      </p:pic>
    </p:spTree>
    <p:extLst>
      <p:ext uri="{BB962C8B-B14F-4D97-AF65-F5344CB8AC3E}">
        <p14:creationId xmlns:p14="http://schemas.microsoft.com/office/powerpoint/2010/main" val="3255122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09408-CBEF-D01E-E145-652EEF1443E2}"/>
              </a:ext>
            </a:extLst>
          </p:cNvPr>
          <p:cNvSpPr>
            <a:spLocks noGrp="1"/>
          </p:cNvSpPr>
          <p:nvPr>
            <p:ph type="title"/>
          </p:nvPr>
        </p:nvSpPr>
        <p:spPr>
          <a:xfrm>
            <a:off x="838200" y="1439946"/>
            <a:ext cx="10515600" cy="1325563"/>
          </a:xfrm>
        </p:spPr>
        <p:txBody>
          <a:bodyPr/>
          <a:lstStyle/>
          <a:p>
            <a:r>
              <a:rPr lang="en-IN" dirty="0">
                <a:latin typeface="Arial" panose="020B0604020202020204" pitchFamily="34" charset="0"/>
                <a:cs typeface="Arial" panose="020B0604020202020204" pitchFamily="34" charset="0"/>
              </a:rPr>
              <a:t>RESULTS</a:t>
            </a:r>
          </a:p>
        </p:txBody>
      </p:sp>
      <p:sp>
        <p:nvSpPr>
          <p:cNvPr id="3" name="Content Placeholder 2">
            <a:extLst>
              <a:ext uri="{FF2B5EF4-FFF2-40B4-BE49-F238E27FC236}">
                <a16:creationId xmlns:a16="http://schemas.microsoft.com/office/drawing/2014/main" id="{D014F5C7-E0EC-49AE-A0EB-0398ACE4C79D}"/>
              </a:ext>
            </a:extLst>
          </p:cNvPr>
          <p:cNvSpPr>
            <a:spLocks noGrp="1"/>
          </p:cNvSpPr>
          <p:nvPr>
            <p:ph idx="1"/>
          </p:nvPr>
        </p:nvSpPr>
        <p:spPr>
          <a:xfrm>
            <a:off x="838200" y="2400634"/>
            <a:ext cx="10515600" cy="4351338"/>
          </a:xfrm>
        </p:spPr>
        <p:txBody>
          <a:bodyPr/>
          <a:lstStyle/>
          <a:p>
            <a:pPr>
              <a:buNone/>
            </a:pPr>
            <a:r>
              <a:rPr lang="en-US" sz="3200" dirty="0">
                <a:latin typeface="Arial" panose="020B0604020202020204" pitchFamily="34" charset="0"/>
                <a:cs typeface="Arial" panose="020B0604020202020204" pitchFamily="34" charset="0"/>
              </a:rPr>
              <a:t>Post operative radiograph confirmed the removal of loose bodies (Fig 6).</a:t>
            </a:r>
          </a:p>
          <a:p>
            <a:pPr>
              <a:buNone/>
            </a:pPr>
            <a:r>
              <a:rPr lang="en-US" sz="3200" dirty="0">
                <a:latin typeface="Arial" panose="020B0604020202020204" pitchFamily="34" charset="0"/>
                <a:cs typeface="Arial" panose="020B0604020202020204" pitchFamily="34" charset="0"/>
              </a:rPr>
              <a:t>Histopathological examination confirmed the diagnosis of synovial </a:t>
            </a:r>
            <a:r>
              <a:rPr lang="en-US" sz="3200" dirty="0" err="1">
                <a:latin typeface="Arial" panose="020B0604020202020204" pitchFamily="34" charset="0"/>
                <a:cs typeface="Arial" panose="020B0604020202020204" pitchFamily="34" charset="0"/>
              </a:rPr>
              <a:t>chondromatosis</a:t>
            </a:r>
            <a:endParaRPr lang="en-US" sz="3200" dirty="0">
              <a:latin typeface="Arial" panose="020B0604020202020204" pitchFamily="34" charset="0"/>
              <a:cs typeface="Arial" panose="020B0604020202020204" pitchFamily="34" charset="0"/>
            </a:endParaRPr>
          </a:p>
          <a:p>
            <a:pPr>
              <a:buNone/>
            </a:pPr>
            <a:r>
              <a:rPr lang="en-US" sz="3200" b="1" dirty="0">
                <a:latin typeface="Arial" panose="020B0604020202020204" pitchFamily="34" charset="0"/>
                <a:cs typeface="Arial" panose="020B0604020202020204" pitchFamily="34" charset="0"/>
              </a:rPr>
              <a:t>Post operative HARRIS HIP SCORE was 78 at 1 month and 96 at 3 months follow-up.</a:t>
            </a:r>
          </a:p>
          <a:p>
            <a:pPr>
              <a:buNone/>
            </a:pPr>
            <a:r>
              <a:rPr lang="en-US" sz="3200" dirty="0">
                <a:latin typeface="Arial" panose="020B0604020202020204" pitchFamily="34" charset="0"/>
                <a:cs typeface="Arial" panose="020B0604020202020204" pitchFamily="34" charset="0"/>
              </a:rPr>
              <a:t>No evidence of recurrence was noted.</a:t>
            </a:r>
          </a:p>
          <a:p>
            <a:endParaRPr lang="en-IN" dirty="0"/>
          </a:p>
        </p:txBody>
      </p:sp>
    </p:spTree>
    <p:extLst>
      <p:ext uri="{BB962C8B-B14F-4D97-AF65-F5344CB8AC3E}">
        <p14:creationId xmlns:p14="http://schemas.microsoft.com/office/powerpoint/2010/main" val="632543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289F284-FFCF-E65D-E9F1-90A4976E6683}"/>
              </a:ext>
            </a:extLst>
          </p:cNvPr>
          <p:cNvPicPr>
            <a:picLocks noChangeAspect="1"/>
          </p:cNvPicPr>
          <p:nvPr/>
        </p:nvPicPr>
        <p:blipFill>
          <a:blip r:embed="rId2"/>
          <a:stretch>
            <a:fillRect/>
          </a:stretch>
        </p:blipFill>
        <p:spPr>
          <a:xfrm>
            <a:off x="0" y="1248524"/>
            <a:ext cx="12192000" cy="5609476"/>
          </a:xfrm>
          <a:prstGeom prst="rect">
            <a:avLst/>
          </a:prstGeom>
        </p:spPr>
      </p:pic>
    </p:spTree>
    <p:extLst>
      <p:ext uri="{BB962C8B-B14F-4D97-AF65-F5344CB8AC3E}">
        <p14:creationId xmlns:p14="http://schemas.microsoft.com/office/powerpoint/2010/main" val="3391519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CD068-74CE-CE86-AC74-436B1E933C71}"/>
              </a:ext>
            </a:extLst>
          </p:cNvPr>
          <p:cNvSpPr>
            <a:spLocks noGrp="1"/>
          </p:cNvSpPr>
          <p:nvPr>
            <p:ph type="title"/>
          </p:nvPr>
        </p:nvSpPr>
        <p:spPr>
          <a:xfrm>
            <a:off x="838200" y="1359987"/>
            <a:ext cx="10515600" cy="1325563"/>
          </a:xfrm>
        </p:spPr>
        <p:txBody>
          <a:bodyPr/>
          <a:lstStyle/>
          <a:p>
            <a:r>
              <a:rPr lang="en-IN" dirty="0">
                <a:latin typeface="Arial" panose="020B0604020202020204" pitchFamily="34" charset="0"/>
                <a:cs typeface="Arial" panose="020B0604020202020204" pitchFamily="34" charset="0"/>
              </a:rPr>
              <a:t>DISCUSSION</a:t>
            </a:r>
          </a:p>
        </p:txBody>
      </p:sp>
      <p:sp>
        <p:nvSpPr>
          <p:cNvPr id="3" name="Content Placeholder 2">
            <a:extLst>
              <a:ext uri="{FF2B5EF4-FFF2-40B4-BE49-F238E27FC236}">
                <a16:creationId xmlns:a16="http://schemas.microsoft.com/office/drawing/2014/main" id="{2C3635D2-1AD1-0367-FA19-C8F7A4740440}"/>
              </a:ext>
            </a:extLst>
          </p:cNvPr>
          <p:cNvSpPr>
            <a:spLocks noGrp="1"/>
          </p:cNvSpPr>
          <p:nvPr>
            <p:ph idx="1"/>
          </p:nvPr>
        </p:nvSpPr>
        <p:spPr>
          <a:xfrm>
            <a:off x="838200" y="2300538"/>
            <a:ext cx="10515600" cy="4130591"/>
          </a:xfrm>
        </p:spPr>
        <p:txBody>
          <a:bodyPr/>
          <a:lstStyle/>
          <a:p>
            <a:pPr>
              <a:buNone/>
            </a:pPr>
            <a:r>
              <a:rPr lang="en-US" dirty="0">
                <a:latin typeface="Arial" panose="020B0604020202020204" pitchFamily="34" charset="0"/>
                <a:cs typeface="Arial" panose="020B0604020202020204" pitchFamily="34" charset="0"/>
              </a:rPr>
              <a:t>Management of the case depends upon the extent of symptoms like pain and restriction of movements whilst the definitive mode of treatment given in the literature was open arthrotomy and excision.</a:t>
            </a:r>
          </a:p>
          <a:p>
            <a:pPr>
              <a:buNone/>
            </a:pPr>
            <a:r>
              <a:rPr lang="en-US" dirty="0">
                <a:latin typeface="Arial" panose="020B0604020202020204" pitchFamily="34" charset="0"/>
                <a:cs typeface="Arial" panose="020B0604020202020204" pitchFamily="34" charset="0"/>
              </a:rPr>
              <a:t>Arthroscopic synovectomy and removal of loose osteochondral fragments/loose bodies are effective and safe. However, there is a mean recurrence rate of 7.1%.</a:t>
            </a:r>
          </a:p>
          <a:p>
            <a:pPr>
              <a:buNone/>
            </a:pPr>
            <a:r>
              <a:rPr lang="en-US" dirty="0">
                <a:latin typeface="Arial" panose="020B0604020202020204" pitchFamily="34" charset="0"/>
                <a:cs typeface="Arial" panose="020B0604020202020204" pitchFamily="34" charset="0"/>
              </a:rPr>
              <a:t>Total hip arthroplasty (THA) or joint reconstruction remains a cornerstone in the management of patients with extensive disease, recurrence after open or arthroscopic synovectomy, and in patients with underlying arthritis.</a:t>
            </a:r>
          </a:p>
          <a:p>
            <a:endParaRPr lang="en-IN" dirty="0"/>
          </a:p>
        </p:txBody>
      </p:sp>
    </p:spTree>
    <p:extLst>
      <p:ext uri="{BB962C8B-B14F-4D97-AF65-F5344CB8AC3E}">
        <p14:creationId xmlns:p14="http://schemas.microsoft.com/office/powerpoint/2010/main" val="1296849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35BE3-D8F1-4C5A-3405-5CBA8F856D50}"/>
              </a:ext>
            </a:extLst>
          </p:cNvPr>
          <p:cNvSpPr>
            <a:spLocks noGrp="1"/>
          </p:cNvSpPr>
          <p:nvPr>
            <p:ph type="title"/>
          </p:nvPr>
        </p:nvSpPr>
        <p:spPr>
          <a:xfrm>
            <a:off x="838200" y="1295568"/>
            <a:ext cx="10515600" cy="1325563"/>
          </a:xfrm>
        </p:spPr>
        <p:txBody>
          <a:bodyPr/>
          <a:lstStyle/>
          <a:p>
            <a:r>
              <a:rPr lang="en-IN" dirty="0">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E25D480C-5DE9-3525-0209-E04ED75181D6}"/>
              </a:ext>
            </a:extLst>
          </p:cNvPr>
          <p:cNvSpPr>
            <a:spLocks noGrp="1"/>
          </p:cNvSpPr>
          <p:nvPr>
            <p:ph idx="1"/>
          </p:nvPr>
        </p:nvSpPr>
        <p:spPr>
          <a:xfrm>
            <a:off x="838200" y="2506662"/>
            <a:ext cx="10515600" cy="4351338"/>
          </a:xfrm>
        </p:spPr>
        <p:txBody>
          <a:bodyPr/>
          <a:lstStyle/>
          <a:p>
            <a:pPr>
              <a:buNone/>
            </a:pPr>
            <a:r>
              <a:rPr lang="en-US" sz="3200" dirty="0">
                <a:latin typeface="Arial" panose="020B0604020202020204" pitchFamily="34" charset="0"/>
                <a:cs typeface="Arial" panose="020B0604020202020204" pitchFamily="34" charset="0"/>
              </a:rPr>
              <a:t>Primary synovial </a:t>
            </a:r>
            <a:r>
              <a:rPr lang="en-US" sz="3200" dirty="0" err="1">
                <a:latin typeface="Arial" panose="020B0604020202020204" pitchFamily="34" charset="0"/>
                <a:cs typeface="Arial" panose="020B0604020202020204" pitchFamily="34" charset="0"/>
              </a:rPr>
              <a:t>chondromatosis</a:t>
            </a:r>
            <a:r>
              <a:rPr lang="en-US" sz="3200" dirty="0">
                <a:latin typeface="Arial" panose="020B0604020202020204" pitchFamily="34" charset="0"/>
                <a:cs typeface="Arial" panose="020B0604020202020204" pitchFamily="34" charset="0"/>
              </a:rPr>
              <a:t> of hip is a rare condition </a:t>
            </a:r>
            <a:r>
              <a:rPr lang="en-US" sz="3200" dirty="0" err="1">
                <a:latin typeface="Arial" panose="020B0604020202020204" pitchFamily="34" charset="0"/>
                <a:cs typeface="Arial" panose="020B0604020202020204" pitchFamily="34" charset="0"/>
              </a:rPr>
              <a:t>characterised</a:t>
            </a:r>
            <a:r>
              <a:rPr lang="en-US" sz="3200" dirty="0">
                <a:latin typeface="Arial" panose="020B0604020202020204" pitchFamily="34" charset="0"/>
                <a:cs typeface="Arial" panose="020B0604020202020204" pitchFamily="34" charset="0"/>
              </a:rPr>
              <a:t> by pain and restriction of movements of hip.</a:t>
            </a:r>
          </a:p>
          <a:p>
            <a:pPr>
              <a:buNone/>
            </a:pPr>
            <a:r>
              <a:rPr lang="en-US" sz="3200" dirty="0">
                <a:latin typeface="Arial" panose="020B0604020202020204" pitchFamily="34" charset="0"/>
                <a:cs typeface="Arial" panose="020B0604020202020204" pitchFamily="34" charset="0"/>
              </a:rPr>
              <a:t>Debridement and excision of loose bodies via arthrotomy through anterior approach can be </a:t>
            </a:r>
            <a:r>
              <a:rPr lang="en-US" sz="3200" dirty="0" err="1">
                <a:latin typeface="Arial" panose="020B0604020202020204" pitchFamily="34" charset="0"/>
                <a:cs typeface="Arial" panose="020B0604020202020204" pitchFamily="34" charset="0"/>
              </a:rPr>
              <a:t>choosen</a:t>
            </a:r>
            <a:r>
              <a:rPr lang="en-US" sz="3200" dirty="0">
                <a:latin typeface="Arial" panose="020B0604020202020204" pitchFamily="34" charset="0"/>
                <a:cs typeface="Arial" panose="020B0604020202020204" pitchFamily="34" charset="0"/>
              </a:rPr>
              <a:t> as an option for treatment if there are no changes of arthritis of the joint however long term follow-up is needed to check for any recurrences.</a:t>
            </a:r>
          </a:p>
          <a:p>
            <a:endParaRPr lang="en-IN" dirty="0"/>
          </a:p>
        </p:txBody>
      </p:sp>
    </p:spTree>
    <p:extLst>
      <p:ext uri="{BB962C8B-B14F-4D97-AF65-F5344CB8AC3E}">
        <p14:creationId xmlns:p14="http://schemas.microsoft.com/office/powerpoint/2010/main" val="3427070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92795-4C61-F7A6-A8E3-FF65D01E8C57}"/>
              </a:ext>
            </a:extLst>
          </p:cNvPr>
          <p:cNvSpPr>
            <a:spLocks noGrp="1"/>
          </p:cNvSpPr>
          <p:nvPr>
            <p:ph type="title"/>
          </p:nvPr>
        </p:nvSpPr>
        <p:spPr>
          <a:xfrm>
            <a:off x="838200" y="1257466"/>
            <a:ext cx="10515600" cy="1325563"/>
          </a:xfrm>
        </p:spPr>
        <p:txBody>
          <a:bodyPr/>
          <a:lstStyle/>
          <a:p>
            <a:r>
              <a:rPr lang="en-IN" dirty="0"/>
              <a:t>REFERENCES</a:t>
            </a:r>
          </a:p>
        </p:txBody>
      </p:sp>
      <p:sp>
        <p:nvSpPr>
          <p:cNvPr id="4" name="Rectangle 1">
            <a:extLst>
              <a:ext uri="{FF2B5EF4-FFF2-40B4-BE49-F238E27FC236}">
                <a16:creationId xmlns:a16="http://schemas.microsoft.com/office/drawing/2014/main" id="{793D6A2A-0428-B584-9914-F9F14F80D423}"/>
              </a:ext>
            </a:extLst>
          </p:cNvPr>
          <p:cNvSpPr>
            <a:spLocks noGrp="1" noChangeArrowheads="1"/>
          </p:cNvSpPr>
          <p:nvPr>
            <p:ph idx="1"/>
          </p:nvPr>
        </p:nvSpPr>
        <p:spPr bwMode="auto">
          <a:xfrm>
            <a:off x="176463" y="2412115"/>
            <a:ext cx="12015537"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1.K. Unni, C. Inwards, Dahlin’s Bone </a:t>
            </a:r>
            <a:r>
              <a:rPr kumimoji="0" lang="en-US" altLang="en-US" sz="2400" b="0" i="0" u="none" strike="noStrike" cap="none" normalizeH="0" baseline="0" dirty="0" err="1">
                <a:ln>
                  <a:noFill/>
                </a:ln>
                <a:solidFill>
                  <a:schemeClr val="tx1"/>
                </a:solidFill>
                <a:effectLst/>
                <a:latin typeface="Arial" panose="020B0604020202020204" pitchFamily="34" charset="0"/>
              </a:rPr>
              <a:t>Tumours</a:t>
            </a:r>
            <a:r>
              <a:rPr kumimoji="0" lang="en-US" altLang="en-US" sz="2400" b="0" i="0" u="none" strike="noStrike" cap="none" normalizeH="0" baseline="0" dirty="0">
                <a:ln>
                  <a:noFill/>
                </a:ln>
                <a:solidFill>
                  <a:schemeClr val="tx1"/>
                </a:solidFill>
                <a:effectLst/>
                <a:latin typeface="Arial" panose="020B0604020202020204" pitchFamily="34" charset="0"/>
              </a:rPr>
              <a:t>, 6th ed., Lippincott &amp; Willliams, USA, 2020. p. 36–39.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2.Habusta SF, Tuck JA. Synovial </a:t>
            </a:r>
            <a:r>
              <a:rPr kumimoji="0" lang="en-US" altLang="en-US" sz="2400" b="0" i="0" u="none" strike="noStrike" cap="none" normalizeH="0" baseline="0" dirty="0" err="1">
                <a:ln>
                  <a:noFill/>
                </a:ln>
                <a:solidFill>
                  <a:schemeClr val="tx1"/>
                </a:solidFill>
                <a:effectLst/>
                <a:latin typeface="Arial" panose="020B0604020202020204" pitchFamily="34" charset="0"/>
              </a:rPr>
              <a:t>chondromatosis</a:t>
            </a:r>
            <a:r>
              <a:rPr kumimoji="0" lang="en-US" altLang="en-US" sz="2400" b="0" i="0" u="none" strike="noStrike" cap="none" normalizeH="0" baseline="0" dirty="0">
                <a:ln>
                  <a:noFill/>
                </a:ln>
                <a:solidFill>
                  <a:schemeClr val="tx1"/>
                </a:solidFill>
                <a:effectLst/>
                <a:latin typeface="Arial" panose="020B0604020202020204" pitchFamily="34" charset="0"/>
              </a:rPr>
              <a:t>. In: </a:t>
            </a:r>
            <a:r>
              <a:rPr kumimoji="0" lang="en-US" altLang="en-US" sz="2400" b="0" i="0" u="none" strike="noStrike" cap="none" normalizeH="0" baseline="0" dirty="0" err="1">
                <a:ln>
                  <a:noFill/>
                </a:ln>
                <a:solidFill>
                  <a:schemeClr val="tx1"/>
                </a:solidFill>
                <a:effectLst/>
                <a:latin typeface="Arial" panose="020B0604020202020204" pitchFamily="34" charset="0"/>
              </a:rPr>
              <a:t>StatPearls</a:t>
            </a:r>
            <a:r>
              <a:rPr kumimoji="0" lang="en-US" altLang="en-US" sz="2400" b="0" i="0" u="none" strike="noStrike" cap="none" normalizeH="0" baseline="0" dirty="0">
                <a:ln>
                  <a:noFill/>
                </a:ln>
                <a:solidFill>
                  <a:schemeClr val="tx1"/>
                </a:solidFill>
                <a:effectLst/>
                <a:latin typeface="Arial" panose="020B0604020202020204" pitchFamily="34" charset="0"/>
              </a:rPr>
              <a:t> [Internet]. Treasure Island (FL: </a:t>
            </a:r>
            <a:r>
              <a:rPr kumimoji="0" lang="en-US" altLang="en-US" sz="2400" b="0" i="0" u="none" strike="noStrike" cap="none" normalizeH="0" baseline="0" dirty="0" err="1">
                <a:ln>
                  <a:noFill/>
                </a:ln>
                <a:solidFill>
                  <a:schemeClr val="tx1"/>
                </a:solidFill>
                <a:effectLst/>
                <a:latin typeface="Arial" panose="020B0604020202020204" pitchFamily="34" charset="0"/>
              </a:rPr>
              <a:t>StatPearls</a:t>
            </a:r>
            <a:r>
              <a:rPr kumimoji="0" lang="en-US" altLang="en-US" sz="2400" b="0" i="0" u="none" strike="noStrike" cap="none" normalizeH="0" baseline="0" dirty="0">
                <a:ln>
                  <a:noFill/>
                </a:ln>
                <a:solidFill>
                  <a:schemeClr val="tx1"/>
                </a:solidFill>
                <a:effectLst/>
                <a:latin typeface="Arial" panose="020B0604020202020204" pitchFamily="34" charset="0"/>
              </a:rPr>
              <a:t> Publishing; 2022 May 8, 2022 Jane. PMID: 29262110.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3.Li Y, Zhou Y, Wang Y, Crawford R, Xiao Y. Synovial macrophages in cartilage destruction and regeneration-lessons learnt from osteoarthritis and synovial </a:t>
            </a:r>
            <a:r>
              <a:rPr kumimoji="0" lang="en-US" altLang="en-US" sz="2400" b="0" i="0" u="none" strike="noStrike" cap="none" normalizeH="0" baseline="0" dirty="0" err="1">
                <a:ln>
                  <a:noFill/>
                </a:ln>
                <a:solidFill>
                  <a:schemeClr val="tx1"/>
                </a:solidFill>
                <a:effectLst/>
                <a:latin typeface="Arial" panose="020B0604020202020204" pitchFamily="34" charset="0"/>
              </a:rPr>
              <a:t>chondromatosis</a:t>
            </a:r>
            <a:r>
              <a:rPr kumimoji="0" lang="en-US" altLang="en-US" sz="2400" b="0" i="0" u="none" strike="noStrike" cap="none" normalizeH="0" baseline="0" dirty="0">
                <a:ln>
                  <a:noFill/>
                </a:ln>
                <a:solidFill>
                  <a:schemeClr val="tx1"/>
                </a:solidFill>
                <a:effectLst/>
                <a:latin typeface="Arial" panose="020B0604020202020204" pitchFamily="34" charset="0"/>
              </a:rPr>
              <a:t>. Biomed Mater. 2021 Dec 9;(1):17.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4.Fang S, Li H, Wang Y, et al. Surgical hip dislocation for treatment of synovial </a:t>
            </a:r>
            <a:r>
              <a:rPr kumimoji="0" lang="en-US" altLang="en-US" sz="2400" b="0" i="0" u="none" strike="noStrike" cap="none" normalizeH="0" baseline="0" dirty="0" err="1">
                <a:ln>
                  <a:noFill/>
                </a:ln>
                <a:solidFill>
                  <a:schemeClr val="tx1"/>
                </a:solidFill>
                <a:effectLst/>
                <a:latin typeface="Arial" panose="020B0604020202020204" pitchFamily="34" charset="0"/>
              </a:rPr>
              <a:t>chondromatosis</a:t>
            </a:r>
            <a:r>
              <a:rPr kumimoji="0" lang="en-US" altLang="en-US" sz="2400" b="0" i="0" u="none" strike="noStrike" cap="none" normalizeH="0" baseline="0" dirty="0">
                <a:ln>
                  <a:noFill/>
                </a:ln>
                <a:solidFill>
                  <a:schemeClr val="tx1"/>
                </a:solidFill>
                <a:effectLst/>
                <a:latin typeface="Arial" panose="020B0604020202020204" pitchFamily="34" charset="0"/>
              </a:rPr>
              <a:t> of the hip. Int </a:t>
            </a:r>
            <a:r>
              <a:rPr kumimoji="0" lang="en-US" altLang="en-US" sz="2400" b="0" i="0" u="none" strike="noStrike" cap="none" normalizeH="0" baseline="0" dirty="0" err="1">
                <a:ln>
                  <a:noFill/>
                </a:ln>
                <a:solidFill>
                  <a:schemeClr val="tx1"/>
                </a:solidFill>
                <a:effectLst/>
                <a:latin typeface="Arial" panose="020B0604020202020204" pitchFamily="34" charset="0"/>
              </a:rPr>
              <a:t>Orthop</a:t>
            </a:r>
            <a:r>
              <a:rPr kumimoji="0" lang="en-US" altLang="en-US" sz="2400" b="0" i="0" u="none" strike="noStrike" cap="none" normalizeH="0" baseline="0" dirty="0">
                <a:ln>
                  <a:noFill/>
                </a:ln>
                <a:solidFill>
                  <a:schemeClr val="tx1"/>
                </a:solidFill>
                <a:effectLst/>
                <a:latin typeface="Arial" panose="020B0604020202020204" pitchFamily="34" charset="0"/>
              </a:rPr>
              <a:t>. 2021 Nov;45(11):2819e2824.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5.Gilbert SR, </a:t>
            </a:r>
            <a:r>
              <a:rPr kumimoji="0" lang="en-US" altLang="en-US" sz="2400" b="0" i="0" u="none" strike="noStrike" cap="none" normalizeH="0" baseline="0" dirty="0" err="1">
                <a:ln>
                  <a:noFill/>
                </a:ln>
                <a:solidFill>
                  <a:schemeClr val="tx1"/>
                </a:solidFill>
                <a:effectLst/>
                <a:latin typeface="Arial" panose="020B0604020202020204" pitchFamily="34" charset="0"/>
              </a:rPr>
              <a:t>Lachiewicz</a:t>
            </a:r>
            <a:r>
              <a:rPr kumimoji="0" lang="en-US" altLang="en-US" sz="2400" b="0" i="0" u="none" strike="noStrike" cap="none" normalizeH="0" baseline="0" dirty="0">
                <a:ln>
                  <a:noFill/>
                </a:ln>
                <a:solidFill>
                  <a:schemeClr val="tx1"/>
                </a:solidFill>
                <a:effectLst/>
                <a:latin typeface="Arial" panose="020B0604020202020204" pitchFamily="34" charset="0"/>
              </a:rPr>
              <a:t> PF. Primary synovial </a:t>
            </a:r>
            <a:r>
              <a:rPr kumimoji="0" lang="en-US" altLang="en-US" sz="2400" b="0" i="0" u="none" strike="noStrike" cap="none" normalizeH="0" baseline="0" dirty="0" err="1">
                <a:ln>
                  <a:noFill/>
                </a:ln>
                <a:solidFill>
                  <a:schemeClr val="tx1"/>
                </a:solidFill>
                <a:effectLst/>
                <a:latin typeface="Arial" panose="020B0604020202020204" pitchFamily="34" charset="0"/>
              </a:rPr>
              <a:t>osteochondromatosis</a:t>
            </a:r>
            <a:r>
              <a:rPr kumimoji="0" lang="en-US" altLang="en-US" sz="2400" b="0" i="0" u="none" strike="noStrike" cap="none" normalizeH="0" baseline="0" dirty="0">
                <a:ln>
                  <a:noFill/>
                </a:ln>
                <a:solidFill>
                  <a:schemeClr val="tx1"/>
                </a:solidFill>
                <a:effectLst/>
                <a:latin typeface="Arial" panose="020B0604020202020204" pitchFamily="34" charset="0"/>
              </a:rPr>
              <a:t> of the hip. Am J </a:t>
            </a:r>
            <a:r>
              <a:rPr kumimoji="0" lang="en-US" altLang="en-US" sz="2400" b="0" i="0" u="none" strike="noStrike" cap="none" normalizeH="0" baseline="0" dirty="0" err="1">
                <a:ln>
                  <a:noFill/>
                </a:ln>
                <a:solidFill>
                  <a:schemeClr val="tx1"/>
                </a:solidFill>
                <a:effectLst/>
                <a:latin typeface="Arial" panose="020B0604020202020204" pitchFamily="34" charset="0"/>
              </a:rPr>
              <a:t>Orthoped</a:t>
            </a:r>
            <a:r>
              <a:rPr kumimoji="0" lang="en-US" altLang="en-US" sz="2400" b="0" i="0" u="none" strike="noStrike" cap="none" normalizeH="0" baseline="0" dirty="0">
                <a:ln>
                  <a:noFill/>
                </a:ln>
                <a:solidFill>
                  <a:schemeClr val="tx1"/>
                </a:solidFill>
                <a:effectLst/>
                <a:latin typeface="Arial" panose="020B0604020202020204" pitchFamily="34" charset="0"/>
              </a:rPr>
              <a:t>. 1997 Aug;26(8):555e560</a:t>
            </a:r>
          </a:p>
        </p:txBody>
      </p:sp>
    </p:spTree>
    <p:extLst>
      <p:ext uri="{BB962C8B-B14F-4D97-AF65-F5344CB8AC3E}">
        <p14:creationId xmlns:p14="http://schemas.microsoft.com/office/powerpoint/2010/main" val="336339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188EA02-8D97-D4A8-1FBD-EC9B1D1719C7}"/>
              </a:ext>
            </a:extLst>
          </p:cNvPr>
          <p:cNvSpPr>
            <a:spLocks noGrp="1" noChangeArrowheads="1"/>
          </p:cNvSpPr>
          <p:nvPr>
            <p:ph idx="1"/>
          </p:nvPr>
        </p:nvSpPr>
        <p:spPr bwMode="auto">
          <a:xfrm>
            <a:off x="577516" y="2251331"/>
            <a:ext cx="1076024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6.de Sa D, Horner NS, MacDonald A, et al. Arthroscopic surgery for synovial </a:t>
            </a:r>
            <a:r>
              <a:rPr kumimoji="0" lang="en-US" altLang="en-US" b="0" i="0" u="none" strike="noStrike" cap="none" normalizeH="0" baseline="0" dirty="0" err="1">
                <a:ln>
                  <a:noFill/>
                </a:ln>
                <a:solidFill>
                  <a:schemeClr val="tx1"/>
                </a:solidFill>
                <a:effectLst/>
                <a:latin typeface="Arial" panose="020B0604020202020204" pitchFamily="34" charset="0"/>
              </a:rPr>
              <a:t>chondromatosis</a:t>
            </a:r>
            <a:r>
              <a:rPr kumimoji="0" lang="en-US" altLang="en-US" b="0" i="0" u="none" strike="noStrike" cap="none" normalizeH="0" baseline="0" dirty="0">
                <a:ln>
                  <a:noFill/>
                </a:ln>
                <a:solidFill>
                  <a:schemeClr val="tx1"/>
                </a:solidFill>
                <a:effectLst/>
                <a:latin typeface="Arial" panose="020B0604020202020204" pitchFamily="34" charset="0"/>
              </a:rPr>
              <a:t> of the hip. Arthroscopy. 2014 Nov;30(11):1499e1504.</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7.Schoeniger R, </a:t>
            </a:r>
            <a:r>
              <a:rPr kumimoji="0" lang="en-US" altLang="en-US" b="0" i="0" u="none" strike="noStrike" cap="none" normalizeH="0" baseline="0" dirty="0" err="1">
                <a:ln>
                  <a:noFill/>
                </a:ln>
                <a:solidFill>
                  <a:schemeClr val="tx1"/>
                </a:solidFill>
                <a:effectLst/>
                <a:latin typeface="Arial" panose="020B0604020202020204" pitchFamily="34" charset="0"/>
              </a:rPr>
              <a:t>Naudie</a:t>
            </a:r>
            <a:r>
              <a:rPr kumimoji="0" lang="en-US" altLang="en-US" b="0" i="0" u="none" strike="noStrike" cap="none" normalizeH="0" baseline="0" dirty="0">
                <a:ln>
                  <a:noFill/>
                </a:ln>
                <a:solidFill>
                  <a:schemeClr val="tx1"/>
                </a:solidFill>
                <a:effectLst/>
                <a:latin typeface="Arial" panose="020B0604020202020204" pitchFamily="34" charset="0"/>
              </a:rPr>
              <a:t> DD, </a:t>
            </a:r>
            <a:r>
              <a:rPr kumimoji="0" lang="en-US" altLang="en-US" b="0" i="0" u="none" strike="noStrike" cap="none" normalizeH="0" baseline="0" dirty="0" err="1">
                <a:ln>
                  <a:noFill/>
                </a:ln>
                <a:solidFill>
                  <a:schemeClr val="tx1"/>
                </a:solidFill>
                <a:effectLst/>
                <a:latin typeface="Arial" panose="020B0604020202020204" pitchFamily="34" charset="0"/>
              </a:rPr>
              <a:t>Siebenrock</a:t>
            </a:r>
            <a:r>
              <a:rPr kumimoji="0" lang="en-US" altLang="en-US" b="0" i="0" u="none" strike="noStrike" cap="none" normalizeH="0" baseline="0" dirty="0">
                <a:ln>
                  <a:noFill/>
                </a:ln>
                <a:solidFill>
                  <a:schemeClr val="tx1"/>
                </a:solidFill>
                <a:effectLst/>
                <a:latin typeface="Arial" panose="020B0604020202020204" pitchFamily="34" charset="0"/>
              </a:rPr>
              <a:t> KA, Trousdale RT, Ganz R. Clin </a:t>
            </a:r>
            <a:r>
              <a:rPr kumimoji="0" lang="en-US" altLang="en-US" b="0" i="0" u="none" strike="noStrike" cap="none" normalizeH="0" baseline="0" dirty="0" err="1">
                <a:ln>
                  <a:noFill/>
                </a:ln>
                <a:solidFill>
                  <a:schemeClr val="tx1"/>
                </a:solidFill>
                <a:effectLst/>
                <a:latin typeface="Arial" panose="020B0604020202020204" pitchFamily="34" charset="0"/>
              </a:rPr>
              <a:t>Orthop</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Relat</a:t>
            </a:r>
            <a:r>
              <a:rPr kumimoji="0" lang="en-US" altLang="en-US" b="0" i="0" u="none" strike="noStrike" cap="none" normalizeH="0" baseline="0" dirty="0">
                <a:ln>
                  <a:noFill/>
                </a:ln>
                <a:solidFill>
                  <a:schemeClr val="tx1"/>
                </a:solidFill>
                <a:effectLst/>
                <a:latin typeface="Arial" panose="020B0604020202020204" pitchFamily="34" charset="0"/>
              </a:rPr>
              <a:t> Res. 2006 Oct;451:195e200.</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8.Prabowo Y, Saleh I, </a:t>
            </a:r>
            <a:r>
              <a:rPr kumimoji="0" lang="en-US" altLang="en-US" b="0" i="0" u="none" strike="noStrike" cap="none" normalizeH="0" baseline="0" dirty="0" err="1">
                <a:ln>
                  <a:noFill/>
                </a:ln>
                <a:solidFill>
                  <a:schemeClr val="tx1"/>
                </a:solidFill>
                <a:effectLst/>
                <a:latin typeface="Arial" panose="020B0604020202020204" pitchFamily="34" charset="0"/>
              </a:rPr>
              <a:t>Pitarini</a:t>
            </a:r>
            <a:r>
              <a:rPr kumimoji="0" lang="en-US" altLang="en-US" b="0" i="0" u="none" strike="noStrike" cap="none" normalizeH="0" baseline="0" dirty="0">
                <a:ln>
                  <a:noFill/>
                </a:ln>
                <a:solidFill>
                  <a:schemeClr val="tx1"/>
                </a:solidFill>
                <a:effectLst/>
                <a:latin typeface="Arial" panose="020B0604020202020204" pitchFamily="34" charset="0"/>
              </a:rPr>
              <a:t> A, Junaidi MA. Int J Surg Case Rep. 2020;74:289e295.</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9.Iyengar KP, Mishra A, Vaish A, </a:t>
            </a:r>
            <a:r>
              <a:rPr kumimoji="0" lang="en-US" altLang="en-US" b="0" i="0" u="none" strike="noStrike" cap="none" normalizeH="0" baseline="0" dirty="0" err="1">
                <a:ln>
                  <a:noFill/>
                </a:ln>
                <a:solidFill>
                  <a:schemeClr val="tx1"/>
                </a:solidFill>
                <a:effectLst/>
                <a:latin typeface="Arial" panose="020B0604020202020204" pitchFamily="34" charset="0"/>
              </a:rPr>
              <a:t>Kurisunkal</a:t>
            </a:r>
            <a:r>
              <a:rPr kumimoji="0" lang="en-US" altLang="en-US" b="0" i="0" u="none" strike="noStrike" cap="none" normalizeH="0" baseline="0" dirty="0">
                <a:ln>
                  <a:noFill/>
                </a:ln>
                <a:solidFill>
                  <a:schemeClr val="tx1"/>
                </a:solidFill>
                <a:effectLst/>
                <a:latin typeface="Arial" panose="020B0604020202020204" pitchFamily="34" charset="0"/>
              </a:rPr>
              <a:t> V, Vaishya R, </a:t>
            </a:r>
            <a:r>
              <a:rPr kumimoji="0" lang="en-US" altLang="en-US" b="0" i="0" u="none" strike="noStrike" cap="none" normalizeH="0" baseline="0" dirty="0" err="1">
                <a:ln>
                  <a:noFill/>
                </a:ln>
                <a:solidFill>
                  <a:schemeClr val="tx1"/>
                </a:solidFill>
                <a:effectLst/>
                <a:latin typeface="Arial" panose="020B0604020202020204" pitchFamily="34" charset="0"/>
              </a:rPr>
              <a:t>Botchu</a:t>
            </a:r>
            <a:r>
              <a:rPr kumimoji="0" lang="en-US" altLang="en-US" b="0" i="0" u="none" strike="noStrike" cap="none" normalizeH="0" baseline="0" dirty="0">
                <a:ln>
                  <a:noFill/>
                </a:ln>
                <a:solidFill>
                  <a:schemeClr val="tx1"/>
                </a:solidFill>
                <a:effectLst/>
                <a:latin typeface="Arial" panose="020B0604020202020204" pitchFamily="34" charset="0"/>
              </a:rPr>
              <a:t> R. J Clin </a:t>
            </a:r>
            <a:r>
              <a:rPr kumimoji="0" lang="en-US" altLang="en-US" b="0" i="0" u="none" strike="noStrike" cap="none" normalizeH="0" baseline="0" dirty="0" err="1">
                <a:ln>
                  <a:noFill/>
                </a:ln>
                <a:solidFill>
                  <a:schemeClr val="tx1"/>
                </a:solidFill>
                <a:effectLst/>
                <a:latin typeface="Arial" panose="020B0604020202020204" pitchFamily="34" charset="0"/>
              </a:rPr>
              <a:t>Orthop</a:t>
            </a:r>
            <a:r>
              <a:rPr kumimoji="0" lang="en-US" altLang="en-US" b="0" i="0" u="none" strike="noStrike" cap="none" normalizeH="0" baseline="0" dirty="0">
                <a:ln>
                  <a:noFill/>
                </a:ln>
                <a:solidFill>
                  <a:schemeClr val="tx1"/>
                </a:solidFill>
                <a:effectLst/>
                <a:latin typeface="Arial" panose="020B0604020202020204" pitchFamily="34" charset="0"/>
              </a:rPr>
              <a:t> Trauma. 2022 Nov 13;35:102068.</a:t>
            </a:r>
          </a:p>
        </p:txBody>
      </p:sp>
    </p:spTree>
    <p:extLst>
      <p:ext uri="{BB962C8B-B14F-4D97-AF65-F5344CB8AC3E}">
        <p14:creationId xmlns:p14="http://schemas.microsoft.com/office/powerpoint/2010/main" val="73688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BA05F-DE7C-1256-5364-5C158569E450}"/>
              </a:ext>
            </a:extLst>
          </p:cNvPr>
          <p:cNvSpPr>
            <a:spLocks noGrp="1"/>
          </p:cNvSpPr>
          <p:nvPr>
            <p:ph type="title"/>
          </p:nvPr>
        </p:nvSpPr>
        <p:spPr>
          <a:xfrm>
            <a:off x="838200" y="2766218"/>
            <a:ext cx="10515600" cy="2206835"/>
          </a:xfrm>
        </p:spPr>
        <p:txBody>
          <a:bodyPr/>
          <a:lstStyle/>
          <a:p>
            <a:pPr algn="ctr"/>
            <a:r>
              <a:rPr lang="en-IN" sz="9600" b="1" i="1"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857330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978</Words>
  <Application>Microsoft Office PowerPoint</Application>
  <PresentationFormat>Widescreen</PresentationFormat>
  <Paragraphs>42</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Gordita </vt:lpstr>
      <vt:lpstr>Office Theme</vt:lpstr>
      <vt:lpstr>CARTILAGINOUS STORM IN SYNOVIUM . A CASE REPORT ON A RARE CASE OF SYNOVIAL CHONDROMATOSIS IN A 28 YEAR OLD FEMALE</vt:lpstr>
      <vt:lpstr>ABSTRACT :-</vt:lpstr>
      <vt:lpstr>INTRODUCTION</vt:lpstr>
      <vt:lpstr>PowerPoint Presentation</vt:lpstr>
      <vt:lpstr>AIM</vt:lpstr>
      <vt:lpstr>METHODS </vt:lpstr>
      <vt:lpstr>PowerPoint Presentation</vt:lpstr>
      <vt:lpstr>PowerPoint Presentation</vt:lpstr>
      <vt:lpstr>PowerPoint Presentation</vt:lpstr>
      <vt:lpstr>RESULTS</vt:lpstr>
      <vt:lpstr>PowerPoint Presentation</vt:lpstr>
      <vt:lpstr>DISCUSSION</vt:lpstr>
      <vt:lpstr>CONCLUSION</vt:lpstr>
      <vt:lpstr>REFERENCES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ajmal ansare</cp:lastModifiedBy>
  <cp:revision>2</cp:revision>
  <dcterms:created xsi:type="dcterms:W3CDTF">2026-01-11T06:24:43Z</dcterms:created>
  <dcterms:modified xsi:type="dcterms:W3CDTF">2026-02-16T05:42:14Z</dcterms:modified>
</cp:coreProperties>
</file>