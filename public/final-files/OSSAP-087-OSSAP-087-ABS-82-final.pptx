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84" r:id="rId1"/>
  </p:sldMasterIdLst>
  <p:notesMasterIdLst>
    <p:notesMasterId r:id="rId2"/>
  </p:notesMasterIdLst>
  <p:sldIdLst>
    <p:sldId id="268" r:id="rId3"/>
    <p:sldId id="270" r:id="rId4"/>
    <p:sldId id="308" r:id="rId5"/>
    <p:sldId id="283" r:id="rId6"/>
    <p:sldId id="289" r:id="rId7"/>
    <p:sldId id="294" r:id="rId8"/>
    <p:sldId id="300" r:id="rId9"/>
    <p:sldId id="303" r:id="rId10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/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/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04859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59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/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12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/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0486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1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/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1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/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19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04862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2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/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2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/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/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/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/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04862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2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7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04858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58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04863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3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/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4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/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/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6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04863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3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/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01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/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0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/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03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04860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0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0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0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04860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/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59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/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FD73274A-A2CD-4D7F-B977-66E290A1AB7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104859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59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Relationship Id="rId15" Type="http://schemas.openxmlformats.org/officeDocument/2006/relationships/image" Target="../media/image4.png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1"/>
          <p:cNvSpPr/>
          <p:nvPr userDrawn="1"/>
        </p:nvSpPr>
        <p:spPr>
          <a:xfrm>
            <a:off x="0" y="0"/>
            <a:ext cx="12191998" cy="1280156"/>
          </a:xfrm>
          <a:prstGeom prst="rect"/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pic>
        <p:nvPicPr>
          <p:cNvPr id="2097152" name="Picture 14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2"/>
          <a:stretch>
            <a:fillRect/>
          </a:stretch>
        </p:blipFill>
        <p:spPr>
          <a:xfrm>
            <a:off x="9006884" y="74822"/>
            <a:ext cx="1043154" cy="1043154"/>
          </a:xfrm>
          <a:prstGeom prst="rect"/>
        </p:spPr>
      </p:pic>
      <p:pic>
        <p:nvPicPr>
          <p:cNvPr id="2097153" name="Picture 15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3"/>
          <a:stretch>
            <a:fillRect/>
          </a:stretch>
        </p:blipFill>
        <p:spPr>
          <a:xfrm>
            <a:off x="10947316" y="123390"/>
            <a:ext cx="884047" cy="884047"/>
          </a:xfrm>
          <a:prstGeom prst="rect"/>
        </p:spPr>
      </p:pic>
      <p:pic>
        <p:nvPicPr>
          <p:cNvPr id="2097154" name="Picture 16"/>
          <p:cNvPicPr>
            <a:picLocks noChangeAspect="1"/>
          </p:cNvPicPr>
          <p:nvPr userDrawn="1"/>
        </p:nvPicPr>
        <p:blipFill>
          <a:blip xmlns:r="http://schemas.openxmlformats.org/officeDocument/2006/relationships" r:embed="rId14"/>
          <a:stretch>
            <a:fillRect/>
          </a:stretch>
        </p:blipFill>
        <p:spPr>
          <a:xfrm>
            <a:off x="10127893" y="192303"/>
            <a:ext cx="785940" cy="785940"/>
          </a:xfrm>
          <a:prstGeom prst="rect"/>
        </p:spPr>
      </p:pic>
      <p:sp>
        <p:nvSpPr>
          <p:cNvPr id="1048577" name="TextBox 17"/>
          <p:cNvSpPr txBox="1"/>
          <p:nvPr userDrawn="1"/>
        </p:nvSpPr>
        <p:spPr>
          <a:xfrm>
            <a:off x="2575249" y="27424"/>
            <a:ext cx="5998348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US">
                <a:solidFill>
                  <a:schemeClr val="bg1"/>
                </a:solidFill>
                <a:latin typeface="Gordita "/>
              </a:rPr>
              <a:t>55</a:t>
            </a:r>
            <a:r>
              <a:rPr baseline="30000" b="1" dirty="0" lang="en-US">
                <a:solidFill>
                  <a:schemeClr val="bg1"/>
                </a:solidFill>
                <a:latin typeface="Gordita "/>
              </a:rPr>
              <a:t>th</a:t>
            </a:r>
            <a:r>
              <a:rPr b="1" dirty="0" lang="en-US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b="1" dirty="0" lang="en-US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048578" name="TextBox 18"/>
          <p:cNvSpPr txBox="1"/>
          <p:nvPr userDrawn="1"/>
        </p:nvSpPr>
        <p:spPr>
          <a:xfrm>
            <a:off x="2601218" y="653897"/>
            <a:ext cx="6307494" cy="276999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1200" lang="en-US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1048579" name="TextBox 19"/>
          <p:cNvSpPr txBox="1"/>
          <p:nvPr userDrawn="1"/>
        </p:nvSpPr>
        <p:spPr>
          <a:xfrm>
            <a:off x="2575249" y="913340"/>
            <a:ext cx="7114032" cy="276999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1200" lang="en-US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b="1" dirty="0" sz="1200" lang="en-US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b="1" dirty="0" sz="1200" lang="en-US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1048580" name="Freeform 13"/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ah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5"/>
            <a:stretch>
              <a:fillRect t="-9937" r="-4895" b="-10857"/>
            </a:stretch>
          </a:blipFill>
        </p:spPr>
        <p:txBody>
          <a:bodyPr/>
          <a:p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jpeg"/><Relationship Id="rId5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"/>
          <p:cNvSpPr txBox="1"/>
          <p:nvPr/>
        </p:nvSpPr>
        <p:spPr>
          <a:xfrm>
            <a:off x="929291" y="1835578"/>
            <a:ext cx="9583642" cy="1348741"/>
          </a:xfrm>
          <a:prstGeom prst="rect"/>
        </p:spPr>
        <p:txBody>
          <a:bodyPr rtlCol="0" wrap="square">
            <a:spAutoFit/>
          </a:bodyPr>
          <a:p>
            <a:pPr algn="ctr"/>
            <a:r>
              <a:rPr altLang="en-IN" b="1" sz="2800" lang="en-US">
                <a:solidFill>
                  <a:srgbClr val="000000"/>
                </a:solidFill>
              </a:rPr>
              <a:t>F</a:t>
            </a:r>
            <a:r>
              <a:rPr altLang="en-IN" b="1" sz="2800" lang="en-US">
                <a:solidFill>
                  <a:srgbClr val="000000"/>
                </a:solidFill>
              </a:rPr>
              <a:t>U</a:t>
            </a:r>
            <a:r>
              <a:rPr altLang="en-IN" b="1" sz="2800" lang="en-US">
                <a:solidFill>
                  <a:srgbClr val="000000"/>
                </a:solidFill>
              </a:rPr>
              <a:t>N</a:t>
            </a:r>
            <a:r>
              <a:rPr altLang="en-IN" b="1" sz="2800" lang="en-US">
                <a:solidFill>
                  <a:srgbClr val="000000"/>
                </a:solidFill>
              </a:rPr>
              <a:t>C</a:t>
            </a:r>
            <a:r>
              <a:rPr altLang="en-IN" b="1" sz="2800" lang="en-US">
                <a:solidFill>
                  <a:srgbClr val="000000"/>
                </a:solidFill>
              </a:rPr>
              <a:t>T</a:t>
            </a:r>
            <a:r>
              <a:rPr altLang="en-IN" b="1" sz="2800" lang="en-US">
                <a:solidFill>
                  <a:srgbClr val="000000"/>
                </a:solidFill>
              </a:rPr>
              <a:t>I</a:t>
            </a:r>
            <a:r>
              <a:rPr altLang="en-IN" b="1" sz="2800" lang="en-US">
                <a:solidFill>
                  <a:srgbClr val="000000"/>
                </a:solidFill>
              </a:rPr>
              <a:t>O</a:t>
            </a:r>
            <a:r>
              <a:rPr altLang="en-IN" b="1" sz="2800" lang="en-US">
                <a:solidFill>
                  <a:srgbClr val="000000"/>
                </a:solidFill>
              </a:rPr>
              <a:t>N</a:t>
            </a:r>
            <a:r>
              <a:rPr altLang="en-IN" b="1" sz="2800" lang="en-US">
                <a:solidFill>
                  <a:srgbClr val="000000"/>
                </a:solidFill>
              </a:rPr>
              <a:t>A</a:t>
            </a:r>
            <a:r>
              <a:rPr altLang="en-IN" b="1" sz="2800" lang="en-US">
                <a:solidFill>
                  <a:srgbClr val="000000"/>
                </a:solidFill>
              </a:rPr>
              <a:t>L</a:t>
            </a:r>
            <a:r>
              <a:rPr altLang="en-IN" b="1" sz="2800" lang="en-US">
                <a:solidFill>
                  <a:srgbClr val="000000"/>
                </a:solidFill>
              </a:rPr>
              <a:t> </a:t>
            </a:r>
            <a:r>
              <a:rPr altLang="en-IN" b="1" sz="2800" lang="en-US">
                <a:solidFill>
                  <a:srgbClr val="000000"/>
                </a:solidFill>
              </a:rPr>
              <a:t>O</a:t>
            </a:r>
            <a:r>
              <a:rPr altLang="en-IN" b="1" sz="2800" lang="en-US">
                <a:solidFill>
                  <a:srgbClr val="000000"/>
                </a:solidFill>
              </a:rPr>
              <a:t>U</a:t>
            </a:r>
            <a:r>
              <a:rPr altLang="en-IN" b="1" sz="2800" lang="en-US">
                <a:solidFill>
                  <a:srgbClr val="000000"/>
                </a:solidFill>
              </a:rPr>
              <a:t>T</a:t>
            </a:r>
            <a:r>
              <a:rPr altLang="en-IN" b="1" sz="2800" lang="en-US">
                <a:solidFill>
                  <a:srgbClr val="000000"/>
                </a:solidFill>
              </a:rPr>
              <a:t>C</a:t>
            </a:r>
            <a:r>
              <a:rPr altLang="en-IN" b="1" sz="2800" lang="en-US">
                <a:solidFill>
                  <a:srgbClr val="000000"/>
                </a:solidFill>
              </a:rPr>
              <a:t>O</a:t>
            </a:r>
            <a:r>
              <a:rPr altLang="en-IN" b="1" sz="2800" lang="en-US">
                <a:solidFill>
                  <a:srgbClr val="000000"/>
                </a:solidFill>
              </a:rPr>
              <a:t>M</a:t>
            </a:r>
            <a:r>
              <a:rPr altLang="en-IN" b="1" sz="2800" lang="en-US">
                <a:solidFill>
                  <a:srgbClr val="000000"/>
                </a:solidFill>
              </a:rPr>
              <a:t>E</a:t>
            </a:r>
            <a:r>
              <a:rPr altLang="en-IN" b="1" sz="2800" lang="en-US">
                <a:solidFill>
                  <a:srgbClr val="000000"/>
                </a:solidFill>
              </a:rPr>
              <a:t> </a:t>
            </a:r>
            <a:r>
              <a:rPr altLang="en-IN" b="1" sz="2800" lang="en-US">
                <a:solidFill>
                  <a:srgbClr val="000000"/>
                </a:solidFill>
              </a:rPr>
              <a:t>A</a:t>
            </a:r>
            <a:r>
              <a:rPr altLang="en-IN" b="1" sz="2800" lang="en-US">
                <a:solidFill>
                  <a:srgbClr val="000000"/>
                </a:solidFill>
              </a:rPr>
              <a:t>N</a:t>
            </a:r>
            <a:r>
              <a:rPr altLang="en-IN" b="1" sz="2800" lang="en-US">
                <a:solidFill>
                  <a:srgbClr val="000000"/>
                </a:solidFill>
              </a:rPr>
              <a:t>D</a:t>
            </a:r>
            <a:r>
              <a:rPr altLang="en-IN" b="1" sz="2800" lang="en-US">
                <a:solidFill>
                  <a:srgbClr val="000000"/>
                </a:solidFill>
              </a:rPr>
              <a:t> </a:t>
            </a:r>
            <a:r>
              <a:rPr altLang="en-IN" b="1" sz="2800" lang="en-US">
                <a:solidFill>
                  <a:srgbClr val="000000"/>
                </a:solidFill>
              </a:rPr>
              <a:t>C</a:t>
            </a:r>
            <a:r>
              <a:rPr altLang="en-IN" b="1" sz="2800" lang="en-US">
                <a:solidFill>
                  <a:srgbClr val="000000"/>
                </a:solidFill>
              </a:rPr>
              <a:t>O</a:t>
            </a:r>
            <a:r>
              <a:rPr altLang="en-IN" b="1" sz="2800" lang="en-US">
                <a:solidFill>
                  <a:srgbClr val="000000"/>
                </a:solidFill>
              </a:rPr>
              <a:t>M</a:t>
            </a:r>
            <a:r>
              <a:rPr altLang="en-IN" b="1" sz="2800" lang="en-US">
                <a:solidFill>
                  <a:srgbClr val="000000"/>
                </a:solidFill>
              </a:rPr>
              <a:t>P</a:t>
            </a:r>
            <a:r>
              <a:rPr altLang="en-IN" b="1" sz="2800" lang="en-US">
                <a:solidFill>
                  <a:srgbClr val="000000"/>
                </a:solidFill>
              </a:rPr>
              <a:t>L</a:t>
            </a:r>
            <a:r>
              <a:rPr altLang="en-IN" b="1" sz="2800" lang="en-US">
                <a:solidFill>
                  <a:srgbClr val="000000"/>
                </a:solidFill>
              </a:rPr>
              <a:t>I</a:t>
            </a:r>
            <a:r>
              <a:rPr altLang="en-IN" b="1" sz="2800" lang="en-US">
                <a:solidFill>
                  <a:srgbClr val="000000"/>
                </a:solidFill>
              </a:rPr>
              <a:t>C</a:t>
            </a:r>
            <a:r>
              <a:rPr altLang="en-IN" b="1" sz="2800" lang="en-US">
                <a:solidFill>
                  <a:srgbClr val="000000"/>
                </a:solidFill>
              </a:rPr>
              <a:t>A</a:t>
            </a:r>
            <a:r>
              <a:rPr altLang="en-IN" b="1" sz="2800" lang="en-US">
                <a:solidFill>
                  <a:srgbClr val="000000"/>
                </a:solidFill>
              </a:rPr>
              <a:t>T</a:t>
            </a:r>
            <a:r>
              <a:rPr altLang="en-IN" b="1" sz="2800" lang="en-US">
                <a:solidFill>
                  <a:srgbClr val="000000"/>
                </a:solidFill>
              </a:rPr>
              <a:t>I</a:t>
            </a:r>
            <a:r>
              <a:rPr altLang="en-IN" b="1" sz="2800" lang="en-US">
                <a:solidFill>
                  <a:srgbClr val="000000"/>
                </a:solidFill>
              </a:rPr>
              <a:t>O</a:t>
            </a:r>
            <a:r>
              <a:rPr altLang="en-IN" b="1" sz="2800" lang="en-US">
                <a:solidFill>
                  <a:srgbClr val="000000"/>
                </a:solidFill>
              </a:rPr>
              <a:t>N</a:t>
            </a:r>
            <a:r>
              <a:rPr altLang="en-IN" b="1" sz="2800" lang="en-US">
                <a:solidFill>
                  <a:srgbClr val="000000"/>
                </a:solidFill>
              </a:rPr>
              <a:t>S</a:t>
            </a:r>
            <a:r>
              <a:rPr altLang="en-IN" b="1" sz="2800" lang="en-US">
                <a:solidFill>
                  <a:srgbClr val="000000"/>
                </a:solidFill>
              </a:rPr>
              <a:t> </a:t>
            </a:r>
            <a:r>
              <a:rPr altLang="en-IN" b="1" sz="2800" lang="en-US">
                <a:solidFill>
                  <a:srgbClr val="000000"/>
                </a:solidFill>
              </a:rPr>
              <a:t>O</a:t>
            </a:r>
            <a:r>
              <a:rPr altLang="en-IN" b="1" sz="2800" lang="en-US">
                <a:solidFill>
                  <a:srgbClr val="000000"/>
                </a:solidFill>
              </a:rPr>
              <a:t>F</a:t>
            </a:r>
            <a:r>
              <a:rPr altLang="en-IN" b="1" sz="2800" lang="en-US">
                <a:solidFill>
                  <a:srgbClr val="000000"/>
                </a:solidFill>
              </a:rPr>
              <a:t> </a:t>
            </a:r>
            <a:r>
              <a:rPr altLang="en-IN" b="1" sz="2800" lang="en-US">
                <a:solidFill>
                  <a:srgbClr val="000000"/>
                </a:solidFill>
              </a:rPr>
              <a:t>P</a:t>
            </a:r>
            <a:r>
              <a:rPr altLang="en-IN" b="1" sz="2800" lang="en-US">
                <a:solidFill>
                  <a:srgbClr val="000000"/>
                </a:solidFill>
              </a:rPr>
              <a:t>L</a:t>
            </a:r>
            <a:r>
              <a:rPr altLang="en-IN" b="1" sz="2800" lang="en-US">
                <a:solidFill>
                  <a:srgbClr val="000000"/>
                </a:solidFill>
              </a:rPr>
              <a:t>A</a:t>
            </a:r>
            <a:r>
              <a:rPr altLang="en-IN" b="1" sz="2800" lang="en-US">
                <a:solidFill>
                  <a:srgbClr val="000000"/>
                </a:solidFill>
              </a:rPr>
              <a:t>N</a:t>
            </a:r>
            <a:r>
              <a:rPr altLang="en-IN" b="1" sz="2800" lang="en-US">
                <a:solidFill>
                  <a:srgbClr val="000000"/>
                </a:solidFill>
              </a:rPr>
              <a:t>T</a:t>
            </a:r>
            <a:r>
              <a:rPr altLang="en-IN" b="1" sz="2800" lang="en-US">
                <a:solidFill>
                  <a:srgbClr val="000000"/>
                </a:solidFill>
              </a:rPr>
              <a:t>A</a:t>
            </a:r>
            <a:r>
              <a:rPr altLang="en-IN" b="1" sz="2800" lang="en-US">
                <a:solidFill>
                  <a:srgbClr val="000000"/>
                </a:solidFill>
              </a:rPr>
              <a:t>R</a:t>
            </a:r>
            <a:r>
              <a:rPr altLang="en-IN" b="1" sz="2800" lang="en-US">
                <a:solidFill>
                  <a:srgbClr val="000000"/>
                </a:solidFill>
              </a:rPr>
              <a:t> </a:t>
            </a:r>
            <a:r>
              <a:rPr altLang="en-IN" b="1" sz="2800" lang="en-US">
                <a:solidFill>
                  <a:srgbClr val="000000"/>
                </a:solidFill>
              </a:rPr>
              <a:t>A</a:t>
            </a:r>
            <a:r>
              <a:rPr altLang="en-IN" b="1" sz="2800" lang="en-US">
                <a:solidFill>
                  <a:srgbClr val="000000"/>
                </a:solidFill>
              </a:rPr>
              <a:t>R</a:t>
            </a:r>
            <a:r>
              <a:rPr altLang="en-IN" b="1" sz="2800" lang="en-US">
                <a:solidFill>
                  <a:srgbClr val="000000"/>
                </a:solidFill>
              </a:rPr>
              <a:t>T</a:t>
            </a:r>
            <a:r>
              <a:rPr altLang="en-IN" b="1" sz="2800" lang="en-US">
                <a:solidFill>
                  <a:srgbClr val="000000"/>
                </a:solidFill>
              </a:rPr>
              <a:t>H</a:t>
            </a:r>
            <a:r>
              <a:rPr altLang="en-IN" b="1" sz="2800" lang="en-US">
                <a:solidFill>
                  <a:srgbClr val="000000"/>
                </a:solidFill>
              </a:rPr>
              <a:t>R</a:t>
            </a:r>
            <a:r>
              <a:rPr altLang="en-IN" b="1" sz="2800" lang="en-US">
                <a:solidFill>
                  <a:srgbClr val="000000"/>
                </a:solidFill>
              </a:rPr>
              <a:t>O</a:t>
            </a:r>
            <a:r>
              <a:rPr altLang="en-IN" b="1" sz="2800" lang="en-US">
                <a:solidFill>
                  <a:srgbClr val="000000"/>
                </a:solidFill>
              </a:rPr>
              <a:t>D</a:t>
            </a:r>
            <a:r>
              <a:rPr altLang="en-IN" b="1" sz="2800" lang="en-US">
                <a:solidFill>
                  <a:srgbClr val="000000"/>
                </a:solidFill>
              </a:rPr>
              <a:t>E</a:t>
            </a:r>
            <a:r>
              <a:rPr altLang="en-IN" b="1" sz="2800" lang="en-US">
                <a:solidFill>
                  <a:srgbClr val="000000"/>
                </a:solidFill>
              </a:rPr>
              <a:t>S</a:t>
            </a:r>
            <a:r>
              <a:rPr altLang="en-IN" b="1" sz="2800" lang="en-US">
                <a:solidFill>
                  <a:srgbClr val="000000"/>
                </a:solidFill>
              </a:rPr>
              <a:t>I</a:t>
            </a:r>
            <a:r>
              <a:rPr altLang="en-IN" b="1" sz="2800" lang="en-US">
                <a:solidFill>
                  <a:srgbClr val="000000"/>
                </a:solidFill>
              </a:rPr>
              <a:t>S</a:t>
            </a:r>
            <a:r>
              <a:rPr altLang="en-IN" b="1" sz="2800" lang="en-US">
                <a:solidFill>
                  <a:srgbClr val="000000"/>
                </a:solidFill>
              </a:rPr>
              <a:t> </a:t>
            </a:r>
            <a:r>
              <a:rPr altLang="en-IN" b="1" sz="2800" lang="en-US">
                <a:solidFill>
                  <a:srgbClr val="000000"/>
                </a:solidFill>
              </a:rPr>
              <a:t>U</a:t>
            </a:r>
            <a:r>
              <a:rPr altLang="en-IN" b="1" sz="2800" lang="en-US">
                <a:solidFill>
                  <a:srgbClr val="000000"/>
                </a:solidFill>
              </a:rPr>
              <a:t>S</a:t>
            </a:r>
            <a:r>
              <a:rPr altLang="en-IN" b="1" sz="2800" lang="en-US">
                <a:solidFill>
                  <a:srgbClr val="000000"/>
                </a:solidFill>
              </a:rPr>
              <a:t>I</a:t>
            </a:r>
            <a:r>
              <a:rPr altLang="en-IN" b="1" sz="2800" lang="en-US">
                <a:solidFill>
                  <a:srgbClr val="000000"/>
                </a:solidFill>
              </a:rPr>
              <a:t>N</a:t>
            </a:r>
            <a:r>
              <a:rPr altLang="en-IN" b="1" sz="2800" lang="en-US">
                <a:solidFill>
                  <a:srgbClr val="000000"/>
                </a:solidFill>
              </a:rPr>
              <a:t>G</a:t>
            </a:r>
            <a:r>
              <a:rPr altLang="en-IN" b="1" sz="2800" lang="en-US">
                <a:solidFill>
                  <a:srgbClr val="000000"/>
                </a:solidFill>
              </a:rPr>
              <a:t> </a:t>
            </a:r>
            <a:r>
              <a:rPr altLang="en-IN" b="1" sz="2800" lang="en-US">
                <a:solidFill>
                  <a:srgbClr val="000000"/>
                </a:solidFill>
              </a:rPr>
              <a:t>R</a:t>
            </a:r>
            <a:r>
              <a:rPr altLang="en-IN" b="1" sz="2800" lang="en-US">
                <a:solidFill>
                  <a:srgbClr val="000000"/>
                </a:solidFill>
              </a:rPr>
              <a:t>E</a:t>
            </a:r>
            <a:r>
              <a:rPr altLang="en-IN" b="1" sz="2800" lang="en-US">
                <a:solidFill>
                  <a:srgbClr val="000000"/>
                </a:solidFill>
              </a:rPr>
              <a:t>T</a:t>
            </a:r>
            <a:r>
              <a:rPr altLang="en-IN" b="1" sz="2800" lang="en-US">
                <a:solidFill>
                  <a:srgbClr val="000000"/>
                </a:solidFill>
              </a:rPr>
              <a:t>R</a:t>
            </a:r>
            <a:r>
              <a:rPr altLang="en-IN" b="1" sz="2800" lang="en-US">
                <a:solidFill>
                  <a:srgbClr val="000000"/>
                </a:solidFill>
              </a:rPr>
              <a:t>O</a:t>
            </a:r>
            <a:r>
              <a:rPr altLang="en-IN" b="1" sz="2800" lang="en-US">
                <a:solidFill>
                  <a:srgbClr val="000000"/>
                </a:solidFill>
              </a:rPr>
              <a:t>G</a:t>
            </a:r>
            <a:r>
              <a:rPr altLang="en-IN" b="1" sz="2800" lang="en-US">
                <a:solidFill>
                  <a:srgbClr val="000000"/>
                </a:solidFill>
              </a:rPr>
              <a:t>R</a:t>
            </a:r>
            <a:r>
              <a:rPr altLang="en-IN" b="1" sz="2800" lang="en-US">
                <a:solidFill>
                  <a:srgbClr val="000000"/>
                </a:solidFill>
              </a:rPr>
              <a:t>A</a:t>
            </a:r>
            <a:r>
              <a:rPr altLang="en-IN" b="1" sz="2800" lang="en-US">
                <a:solidFill>
                  <a:srgbClr val="000000"/>
                </a:solidFill>
              </a:rPr>
              <a:t>D</a:t>
            </a:r>
            <a:r>
              <a:rPr altLang="en-IN" b="1" sz="2800" lang="en-US">
                <a:solidFill>
                  <a:srgbClr val="000000"/>
                </a:solidFill>
              </a:rPr>
              <a:t>E</a:t>
            </a:r>
            <a:r>
              <a:rPr altLang="en-IN" b="1" sz="2800" lang="en-US">
                <a:solidFill>
                  <a:srgbClr val="000000"/>
                </a:solidFill>
              </a:rPr>
              <a:t> </a:t>
            </a:r>
            <a:r>
              <a:rPr altLang="en-IN" b="1" sz="2800" lang="en-US">
                <a:solidFill>
                  <a:srgbClr val="000000"/>
                </a:solidFill>
              </a:rPr>
              <a:t>I</a:t>
            </a:r>
            <a:r>
              <a:rPr altLang="en-IN" b="1" sz="2800" lang="en-US">
                <a:solidFill>
                  <a:srgbClr val="000000"/>
                </a:solidFill>
              </a:rPr>
              <a:t>N</a:t>
            </a:r>
            <a:r>
              <a:rPr altLang="en-IN" b="1" sz="2800" lang="en-US">
                <a:solidFill>
                  <a:srgbClr val="000000"/>
                </a:solidFill>
              </a:rPr>
              <a:t>T</a:t>
            </a:r>
            <a:r>
              <a:rPr altLang="en-IN" b="1" sz="2800" lang="en-US">
                <a:solidFill>
                  <a:srgbClr val="000000"/>
                </a:solidFill>
              </a:rPr>
              <a:t>R</a:t>
            </a:r>
            <a:r>
              <a:rPr altLang="en-IN" b="1" sz="2800" lang="en-US">
                <a:solidFill>
                  <a:srgbClr val="000000"/>
                </a:solidFill>
              </a:rPr>
              <a:t>A</a:t>
            </a:r>
            <a:r>
              <a:rPr altLang="en-IN" b="1" sz="2800" lang="en-US">
                <a:solidFill>
                  <a:srgbClr val="000000"/>
                </a:solidFill>
              </a:rPr>
              <a:t>M</a:t>
            </a:r>
            <a:r>
              <a:rPr altLang="en-IN" b="1" sz="2800" lang="en-US">
                <a:solidFill>
                  <a:srgbClr val="000000"/>
                </a:solidFill>
              </a:rPr>
              <a:t>E</a:t>
            </a:r>
            <a:r>
              <a:rPr altLang="en-IN" b="1" sz="2800" lang="en-US">
                <a:solidFill>
                  <a:srgbClr val="000000"/>
                </a:solidFill>
              </a:rPr>
              <a:t>D</a:t>
            </a:r>
            <a:r>
              <a:rPr altLang="en-IN" b="1" sz="2800" lang="en-US">
                <a:solidFill>
                  <a:srgbClr val="000000"/>
                </a:solidFill>
              </a:rPr>
              <a:t>U</a:t>
            </a:r>
            <a:r>
              <a:rPr altLang="en-IN" b="1" sz="2800" lang="en-US">
                <a:solidFill>
                  <a:srgbClr val="000000"/>
                </a:solidFill>
              </a:rPr>
              <a:t>L</a:t>
            </a:r>
            <a:r>
              <a:rPr altLang="en-IN" b="1" sz="2800" lang="en-US">
                <a:solidFill>
                  <a:srgbClr val="000000"/>
                </a:solidFill>
              </a:rPr>
              <a:t>L</a:t>
            </a:r>
            <a:r>
              <a:rPr altLang="en-IN" b="1" sz="2800" lang="en-US">
                <a:solidFill>
                  <a:srgbClr val="000000"/>
                </a:solidFill>
              </a:rPr>
              <a:t>A</a:t>
            </a:r>
            <a:r>
              <a:rPr altLang="en-IN" b="1" sz="2800" lang="en-US">
                <a:solidFill>
                  <a:srgbClr val="000000"/>
                </a:solidFill>
              </a:rPr>
              <a:t>R</a:t>
            </a:r>
            <a:r>
              <a:rPr altLang="en-IN" b="1" sz="2800" lang="en-US">
                <a:solidFill>
                  <a:srgbClr val="000000"/>
                </a:solidFill>
              </a:rPr>
              <a:t>Y</a:t>
            </a:r>
            <a:r>
              <a:rPr altLang="en-IN" b="1" sz="2800" lang="en-US">
                <a:solidFill>
                  <a:srgbClr val="000000"/>
                </a:solidFill>
              </a:rPr>
              <a:t> </a:t>
            </a:r>
            <a:r>
              <a:rPr altLang="en-IN" b="1" sz="2800" lang="en-US">
                <a:solidFill>
                  <a:srgbClr val="000000"/>
                </a:solidFill>
              </a:rPr>
              <a:t>N</a:t>
            </a:r>
            <a:r>
              <a:rPr altLang="en-IN" b="1" sz="2800" lang="en-US">
                <a:solidFill>
                  <a:srgbClr val="000000"/>
                </a:solidFill>
              </a:rPr>
              <a:t>A</a:t>
            </a:r>
            <a:r>
              <a:rPr altLang="en-IN" b="1" sz="2800" lang="en-US">
                <a:solidFill>
                  <a:srgbClr val="000000"/>
                </a:solidFill>
              </a:rPr>
              <a:t>I</a:t>
            </a:r>
            <a:r>
              <a:rPr altLang="en-IN" b="1" sz="2800" lang="en-US">
                <a:solidFill>
                  <a:srgbClr val="000000"/>
                </a:solidFill>
              </a:rPr>
              <a:t>L</a:t>
            </a:r>
            <a:endParaRPr b="1" sz="2800" lang="en-IN">
              <a:solidFill>
                <a:srgbClr val="000000"/>
              </a:solidFill>
            </a:endParaRPr>
          </a:p>
        </p:txBody>
      </p:sp>
      <p:sp>
        <p:nvSpPr>
          <p:cNvPr id="1048679" name=""/>
          <p:cNvSpPr txBox="1"/>
          <p:nvPr/>
        </p:nvSpPr>
        <p:spPr>
          <a:xfrm>
            <a:off x="840370" y="3902757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altLang="en-IN" b="1" sz="2800" lang="en-US">
                <a:solidFill>
                  <a:srgbClr val="000000"/>
                </a:solidFill>
              </a:rPr>
              <a:t>P</a:t>
            </a:r>
            <a:r>
              <a:rPr altLang="en-IN" b="1" sz="2800" lang="en-US">
                <a:solidFill>
                  <a:srgbClr val="000000"/>
                </a:solidFill>
              </a:rPr>
              <a:t>r</a:t>
            </a:r>
            <a:r>
              <a:rPr altLang="en-IN" b="1" sz="2800" lang="en-US">
                <a:solidFill>
                  <a:srgbClr val="000000"/>
                </a:solidFill>
              </a:rPr>
              <a:t>e</a:t>
            </a:r>
            <a:r>
              <a:rPr altLang="en-IN" b="1" sz="2800" lang="en-US">
                <a:solidFill>
                  <a:srgbClr val="000000"/>
                </a:solidFill>
              </a:rPr>
              <a:t>s</a:t>
            </a:r>
            <a:r>
              <a:rPr altLang="en-IN" b="1" sz="2800" lang="en-US">
                <a:solidFill>
                  <a:srgbClr val="000000"/>
                </a:solidFill>
              </a:rPr>
              <a:t>e</a:t>
            </a:r>
            <a:r>
              <a:rPr altLang="en-IN" b="1" sz="2800" lang="en-US">
                <a:solidFill>
                  <a:srgbClr val="000000"/>
                </a:solidFill>
              </a:rPr>
              <a:t>n</a:t>
            </a:r>
            <a:r>
              <a:rPr altLang="en-IN" b="1" sz="2800" lang="en-US">
                <a:solidFill>
                  <a:srgbClr val="000000"/>
                </a:solidFill>
              </a:rPr>
              <a:t>t</a:t>
            </a:r>
            <a:r>
              <a:rPr altLang="en-IN" b="1" sz="2800" lang="en-US">
                <a:solidFill>
                  <a:srgbClr val="000000"/>
                </a:solidFill>
              </a:rPr>
              <a:t>e</a:t>
            </a:r>
            <a:r>
              <a:rPr altLang="en-IN" b="1" sz="2800" lang="en-US">
                <a:solidFill>
                  <a:srgbClr val="000000"/>
                </a:solidFill>
              </a:rPr>
              <a:t>r</a:t>
            </a:r>
            <a:r>
              <a:rPr altLang="en-IN" b="1" sz="2800" lang="en-US">
                <a:solidFill>
                  <a:srgbClr val="000000"/>
                </a:solidFill>
              </a:rPr>
              <a:t> </a:t>
            </a:r>
            <a:r>
              <a:rPr altLang="en-IN" b="1" sz="2800" lang="en-US">
                <a:solidFill>
                  <a:srgbClr val="000000"/>
                </a:solidFill>
              </a:rPr>
              <a:t>-</a:t>
            </a:r>
            <a:endParaRPr b="1" sz="2800" lang="en-IN">
              <a:solidFill>
                <a:srgbClr val="000000"/>
              </a:solidFill>
            </a:endParaRPr>
          </a:p>
        </p:txBody>
      </p:sp>
      <p:sp>
        <p:nvSpPr>
          <p:cNvPr id="1048680" name=""/>
          <p:cNvSpPr txBox="1"/>
          <p:nvPr/>
        </p:nvSpPr>
        <p:spPr>
          <a:xfrm>
            <a:off x="1126137" y="4413296"/>
            <a:ext cx="5484068" cy="1513841"/>
          </a:xfrm>
          <a:prstGeom prst="rect"/>
        </p:spPr>
        <p:txBody>
          <a:bodyPr rtlCol="0" wrap="square">
            <a:spAutoFit/>
          </a:bodyPr>
          <a:p>
            <a:r>
              <a:rPr altLang="en-IN" sz="2400" lang="en-US">
                <a:solidFill>
                  <a:srgbClr val="000000"/>
                </a:solidFill>
              </a:rPr>
              <a:t>D</a:t>
            </a:r>
            <a:r>
              <a:rPr altLang="en-IN" sz="2400" lang="en-US">
                <a:solidFill>
                  <a:srgbClr val="000000"/>
                </a:solidFill>
              </a:rPr>
              <a:t>r</a:t>
            </a:r>
            <a:r>
              <a:rPr altLang="en-IN" sz="2400" lang="en-US">
                <a:solidFill>
                  <a:srgbClr val="000000"/>
                </a:solidFill>
              </a:rPr>
              <a:t> </a:t>
            </a:r>
            <a:r>
              <a:rPr altLang="en-IN" sz="2400" lang="en-US">
                <a:solidFill>
                  <a:srgbClr val="000000"/>
                </a:solidFill>
              </a:rPr>
              <a:t>V</a:t>
            </a:r>
            <a:r>
              <a:rPr altLang="en-IN" sz="2400" lang="en-US">
                <a:solidFill>
                  <a:srgbClr val="000000"/>
                </a:solidFill>
              </a:rPr>
              <a:t> </a:t>
            </a:r>
            <a:r>
              <a:rPr altLang="en-IN" sz="2400" lang="en-US">
                <a:solidFill>
                  <a:srgbClr val="000000"/>
                </a:solidFill>
              </a:rPr>
              <a:t>.</a:t>
            </a:r>
            <a:r>
              <a:rPr altLang="en-IN" sz="2400" lang="en-US">
                <a:solidFill>
                  <a:srgbClr val="000000"/>
                </a:solidFill>
              </a:rPr>
              <a:t> </a:t>
            </a:r>
            <a:r>
              <a:rPr altLang="en-IN" sz="2400" lang="en-US">
                <a:solidFill>
                  <a:srgbClr val="000000"/>
                </a:solidFill>
              </a:rPr>
              <a:t>A</a:t>
            </a:r>
            <a:r>
              <a:rPr altLang="en-IN" sz="2400" lang="en-US">
                <a:solidFill>
                  <a:srgbClr val="000000"/>
                </a:solidFill>
              </a:rPr>
              <a:t>N</a:t>
            </a:r>
            <a:r>
              <a:rPr altLang="en-IN" sz="2400" lang="en-US">
                <a:solidFill>
                  <a:srgbClr val="000000"/>
                </a:solidFill>
              </a:rPr>
              <a:t>J</a:t>
            </a:r>
            <a:r>
              <a:rPr altLang="en-IN" sz="2400" lang="en-US">
                <a:solidFill>
                  <a:srgbClr val="000000"/>
                </a:solidFill>
              </a:rPr>
              <a:t>A</a:t>
            </a:r>
            <a:r>
              <a:rPr altLang="en-IN" sz="2400" lang="en-US">
                <a:solidFill>
                  <a:srgbClr val="000000"/>
                </a:solidFill>
              </a:rPr>
              <a:t>N</a:t>
            </a:r>
            <a:r>
              <a:rPr altLang="en-IN" sz="2400" lang="en-US">
                <a:solidFill>
                  <a:srgbClr val="000000"/>
                </a:solidFill>
              </a:rPr>
              <a:t>E</a:t>
            </a:r>
            <a:r>
              <a:rPr altLang="en-IN" sz="2400" lang="en-US">
                <a:solidFill>
                  <a:srgbClr val="000000"/>
                </a:solidFill>
              </a:rPr>
              <a:t>Y</a:t>
            </a:r>
            <a:r>
              <a:rPr altLang="en-IN" sz="2400" lang="en-US">
                <a:solidFill>
                  <a:srgbClr val="000000"/>
                </a:solidFill>
              </a:rPr>
              <a:t>A</a:t>
            </a:r>
            <a:r>
              <a:rPr altLang="en-IN" sz="2400" lang="en-US">
                <a:solidFill>
                  <a:srgbClr val="000000"/>
                </a:solidFill>
              </a:rPr>
              <a:t> </a:t>
            </a:r>
            <a:r>
              <a:rPr altLang="en-IN" sz="2400" lang="en-US">
                <a:solidFill>
                  <a:srgbClr val="000000"/>
                </a:solidFill>
              </a:rPr>
              <a:t>R</a:t>
            </a:r>
            <a:r>
              <a:rPr altLang="en-IN" sz="2400" lang="en-US">
                <a:solidFill>
                  <a:srgbClr val="000000"/>
                </a:solidFill>
              </a:rPr>
              <a:t>A</a:t>
            </a:r>
            <a:r>
              <a:rPr altLang="en-IN" sz="2400" lang="en-US">
                <a:solidFill>
                  <a:srgbClr val="000000"/>
                </a:solidFill>
              </a:rPr>
              <a:t>M</a:t>
            </a:r>
            <a:r>
              <a:rPr altLang="en-IN" sz="2400" lang="en-US">
                <a:solidFill>
                  <a:srgbClr val="000000"/>
                </a:solidFill>
              </a:rPr>
              <a:t>E</a:t>
            </a:r>
            <a:r>
              <a:rPr altLang="en-IN" sz="2400" lang="en-US">
                <a:solidFill>
                  <a:srgbClr val="000000"/>
                </a:solidFill>
              </a:rPr>
              <a:t>S</a:t>
            </a:r>
            <a:r>
              <a:rPr altLang="en-IN" sz="2400" lang="en-US">
                <a:solidFill>
                  <a:srgbClr val="000000"/>
                </a:solidFill>
              </a:rPr>
              <a:t>H</a:t>
            </a:r>
            <a:r>
              <a:rPr altLang="en-IN" sz="2400" lang="en-US">
                <a:solidFill>
                  <a:srgbClr val="000000"/>
                </a:solidFill>
              </a:rPr>
              <a:t> </a:t>
            </a:r>
            <a:r>
              <a:rPr altLang="en-IN" sz="2400" lang="en-US">
                <a:solidFill>
                  <a:srgbClr val="000000"/>
                </a:solidFill>
              </a:rPr>
              <a:t>R</a:t>
            </a:r>
            <a:r>
              <a:rPr altLang="en-IN" sz="2400" lang="en-US">
                <a:solidFill>
                  <a:srgbClr val="000000"/>
                </a:solidFill>
              </a:rPr>
              <a:t>E</a:t>
            </a:r>
            <a:r>
              <a:rPr altLang="en-IN" sz="2400" lang="en-US">
                <a:solidFill>
                  <a:srgbClr val="000000"/>
                </a:solidFill>
              </a:rPr>
              <a:t>D</a:t>
            </a:r>
            <a:r>
              <a:rPr altLang="en-IN" sz="2400" lang="en-US">
                <a:solidFill>
                  <a:srgbClr val="000000"/>
                </a:solidFill>
              </a:rPr>
              <a:t>D</a:t>
            </a:r>
            <a:r>
              <a:rPr altLang="en-IN" sz="2400" lang="en-US">
                <a:solidFill>
                  <a:srgbClr val="000000"/>
                </a:solidFill>
              </a:rPr>
              <a:t>Y</a:t>
            </a:r>
            <a:r>
              <a:rPr altLang="en-IN" sz="2400" lang="en-US">
                <a:solidFill>
                  <a:srgbClr val="000000"/>
                </a:solidFill>
              </a:rPr>
              <a:t>,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400" lang="en-US">
                <a:solidFill>
                  <a:srgbClr val="000000"/>
                </a:solidFill>
              </a:rPr>
              <a:t>P</a:t>
            </a:r>
            <a:r>
              <a:rPr altLang="en-IN" sz="2400" lang="en-US">
                <a:solidFill>
                  <a:srgbClr val="000000"/>
                </a:solidFill>
              </a:rPr>
              <a:t>O</a:t>
            </a:r>
            <a:r>
              <a:rPr altLang="en-IN" sz="2400" lang="en-US">
                <a:solidFill>
                  <a:srgbClr val="000000"/>
                </a:solidFill>
              </a:rPr>
              <a:t>S</a:t>
            </a:r>
            <a:r>
              <a:rPr altLang="en-IN" sz="2400" lang="en-US">
                <a:solidFill>
                  <a:srgbClr val="000000"/>
                </a:solidFill>
              </a:rPr>
              <a:t>T</a:t>
            </a:r>
            <a:r>
              <a:rPr altLang="en-IN" sz="2400" lang="en-US">
                <a:solidFill>
                  <a:srgbClr val="000000"/>
                </a:solidFill>
              </a:rPr>
              <a:t> </a:t>
            </a:r>
            <a:r>
              <a:rPr altLang="en-IN" sz="2400" lang="en-US">
                <a:solidFill>
                  <a:srgbClr val="000000"/>
                </a:solidFill>
              </a:rPr>
              <a:t>G</a:t>
            </a:r>
            <a:r>
              <a:rPr altLang="en-IN" sz="2400" lang="en-US">
                <a:solidFill>
                  <a:srgbClr val="000000"/>
                </a:solidFill>
              </a:rPr>
              <a:t>R</a:t>
            </a:r>
            <a:r>
              <a:rPr altLang="en-IN" sz="2400" lang="en-US">
                <a:solidFill>
                  <a:srgbClr val="000000"/>
                </a:solidFill>
              </a:rPr>
              <a:t>A</a:t>
            </a:r>
            <a:r>
              <a:rPr altLang="en-IN" sz="2400" lang="en-US">
                <a:solidFill>
                  <a:srgbClr val="000000"/>
                </a:solidFill>
              </a:rPr>
              <a:t>D</a:t>
            </a:r>
            <a:r>
              <a:rPr altLang="en-IN" sz="2400" lang="en-US">
                <a:solidFill>
                  <a:srgbClr val="000000"/>
                </a:solidFill>
              </a:rPr>
              <a:t>U</a:t>
            </a:r>
            <a:r>
              <a:rPr altLang="en-IN" sz="2400" lang="en-US">
                <a:solidFill>
                  <a:srgbClr val="000000"/>
                </a:solidFill>
              </a:rPr>
              <a:t>A</a:t>
            </a:r>
            <a:r>
              <a:rPr altLang="en-IN" sz="2400" lang="en-US">
                <a:solidFill>
                  <a:srgbClr val="000000"/>
                </a:solidFill>
              </a:rPr>
              <a:t>T</a:t>
            </a:r>
            <a:r>
              <a:rPr altLang="en-IN" sz="2400" lang="en-US">
                <a:solidFill>
                  <a:srgbClr val="000000"/>
                </a:solidFill>
              </a:rPr>
              <a:t>E</a:t>
            </a:r>
            <a:r>
              <a:rPr altLang="en-IN" sz="2400" lang="en-US">
                <a:solidFill>
                  <a:srgbClr val="000000"/>
                </a:solidFill>
              </a:rPr>
              <a:t> </a:t>
            </a:r>
            <a:r>
              <a:rPr altLang="en-IN" sz="2400" lang="en-US">
                <a:solidFill>
                  <a:srgbClr val="000000"/>
                </a:solidFill>
              </a:rPr>
              <a:t>,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400" lang="en-US">
                <a:solidFill>
                  <a:srgbClr val="000000"/>
                </a:solidFill>
              </a:rPr>
              <a:t>D</a:t>
            </a:r>
            <a:r>
              <a:rPr altLang="en-IN" sz="2400" lang="en-US">
                <a:solidFill>
                  <a:srgbClr val="000000"/>
                </a:solidFill>
              </a:rPr>
              <a:t>E</a:t>
            </a:r>
            <a:r>
              <a:rPr altLang="en-IN" sz="2400" lang="en-US">
                <a:solidFill>
                  <a:srgbClr val="000000"/>
                </a:solidFill>
              </a:rPr>
              <a:t>P</a:t>
            </a:r>
            <a:r>
              <a:rPr altLang="en-IN" sz="2400" lang="en-US">
                <a:solidFill>
                  <a:srgbClr val="000000"/>
                </a:solidFill>
              </a:rPr>
              <a:t>T</a:t>
            </a:r>
            <a:r>
              <a:rPr altLang="en-IN" sz="2400" lang="en-US">
                <a:solidFill>
                  <a:srgbClr val="000000"/>
                </a:solidFill>
              </a:rPr>
              <a:t>.</a:t>
            </a:r>
            <a:r>
              <a:rPr altLang="en-IN" sz="2400" lang="en-US">
                <a:solidFill>
                  <a:srgbClr val="000000"/>
                </a:solidFill>
              </a:rPr>
              <a:t> </a:t>
            </a:r>
            <a:r>
              <a:rPr altLang="en-IN" sz="2400" lang="en-US">
                <a:solidFill>
                  <a:srgbClr val="000000"/>
                </a:solidFill>
              </a:rPr>
              <a:t>O</a:t>
            </a:r>
            <a:r>
              <a:rPr altLang="en-IN" sz="2400" lang="en-US">
                <a:solidFill>
                  <a:srgbClr val="000000"/>
                </a:solidFill>
              </a:rPr>
              <a:t>F</a:t>
            </a:r>
            <a:r>
              <a:rPr altLang="en-IN" sz="2400" lang="en-US">
                <a:solidFill>
                  <a:srgbClr val="000000"/>
                </a:solidFill>
              </a:rPr>
              <a:t> </a:t>
            </a:r>
            <a:r>
              <a:rPr altLang="en-IN" sz="2400" lang="en-US">
                <a:solidFill>
                  <a:srgbClr val="000000"/>
                </a:solidFill>
              </a:rPr>
              <a:t>O</a:t>
            </a:r>
            <a:r>
              <a:rPr altLang="en-IN" sz="2400" lang="en-US">
                <a:solidFill>
                  <a:srgbClr val="000000"/>
                </a:solidFill>
              </a:rPr>
              <a:t>R</a:t>
            </a:r>
            <a:r>
              <a:rPr altLang="en-IN" sz="2400" lang="en-US">
                <a:solidFill>
                  <a:srgbClr val="000000"/>
                </a:solidFill>
              </a:rPr>
              <a:t>T</a:t>
            </a:r>
            <a:r>
              <a:rPr altLang="en-IN" sz="2400" lang="en-US">
                <a:solidFill>
                  <a:srgbClr val="000000"/>
                </a:solidFill>
              </a:rPr>
              <a:t>H</a:t>
            </a:r>
            <a:r>
              <a:rPr altLang="en-IN" sz="2400" lang="en-US">
                <a:solidFill>
                  <a:srgbClr val="000000"/>
                </a:solidFill>
              </a:rPr>
              <a:t>O</a:t>
            </a:r>
            <a:r>
              <a:rPr altLang="en-IN" sz="2400" lang="en-US">
                <a:solidFill>
                  <a:srgbClr val="000000"/>
                </a:solidFill>
              </a:rPr>
              <a:t>P</a:t>
            </a:r>
            <a:r>
              <a:rPr altLang="en-IN" sz="2400" lang="en-US">
                <a:solidFill>
                  <a:srgbClr val="000000"/>
                </a:solidFill>
              </a:rPr>
              <a:t>A</a:t>
            </a:r>
            <a:r>
              <a:rPr altLang="en-IN" sz="2400" lang="en-US">
                <a:solidFill>
                  <a:srgbClr val="000000"/>
                </a:solidFill>
              </a:rPr>
              <a:t>E</a:t>
            </a:r>
            <a:r>
              <a:rPr altLang="en-IN" sz="2400" lang="en-US">
                <a:solidFill>
                  <a:srgbClr val="000000"/>
                </a:solidFill>
              </a:rPr>
              <a:t>D</a:t>
            </a:r>
            <a:r>
              <a:rPr altLang="en-IN" sz="2400" lang="en-US">
                <a:solidFill>
                  <a:srgbClr val="000000"/>
                </a:solidFill>
              </a:rPr>
              <a:t>I</a:t>
            </a:r>
            <a:r>
              <a:rPr altLang="en-IN" sz="2400" lang="en-US">
                <a:solidFill>
                  <a:srgbClr val="000000"/>
                </a:solidFill>
              </a:rPr>
              <a:t>C</a:t>
            </a:r>
            <a:r>
              <a:rPr altLang="en-IN" sz="2400" lang="en-US">
                <a:solidFill>
                  <a:srgbClr val="000000"/>
                </a:solidFill>
              </a:rPr>
              <a:t>S</a:t>
            </a:r>
            <a:r>
              <a:rPr altLang="en-IN" sz="2400" lang="en-US">
                <a:solidFill>
                  <a:srgbClr val="000000"/>
                </a:solidFill>
              </a:rPr>
              <a:t>,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400" lang="en-US">
                <a:solidFill>
                  <a:srgbClr val="000000"/>
                </a:solidFill>
              </a:rPr>
              <a:t>D</a:t>
            </a:r>
            <a:r>
              <a:rPr altLang="en-IN" sz="2400" lang="en-US">
                <a:solidFill>
                  <a:srgbClr val="000000"/>
                </a:solidFill>
              </a:rPr>
              <a:t>r</a:t>
            </a:r>
            <a:r>
              <a:rPr altLang="en-IN" sz="2400" lang="en-US">
                <a:solidFill>
                  <a:srgbClr val="000000"/>
                </a:solidFill>
              </a:rPr>
              <a:t> </a:t>
            </a:r>
            <a:r>
              <a:rPr altLang="en-IN" sz="2400" lang="en-US">
                <a:solidFill>
                  <a:srgbClr val="000000"/>
                </a:solidFill>
              </a:rPr>
              <a:t>P</a:t>
            </a:r>
            <a:r>
              <a:rPr altLang="en-IN" sz="2400" lang="en-US">
                <a:solidFill>
                  <a:srgbClr val="000000"/>
                </a:solidFill>
              </a:rPr>
              <a:t>S</a:t>
            </a:r>
            <a:r>
              <a:rPr altLang="en-IN" sz="2400" lang="en-US">
                <a:solidFill>
                  <a:srgbClr val="000000"/>
                </a:solidFill>
              </a:rPr>
              <a:t>I</a:t>
            </a:r>
            <a:r>
              <a:rPr altLang="en-IN" sz="2400" lang="en-US">
                <a:solidFill>
                  <a:srgbClr val="000000"/>
                </a:solidFill>
              </a:rPr>
              <a:t>M</a:t>
            </a:r>
            <a:r>
              <a:rPr altLang="en-IN" sz="2400" lang="en-US">
                <a:solidFill>
                  <a:srgbClr val="000000"/>
                </a:solidFill>
              </a:rPr>
              <a:t>S</a:t>
            </a:r>
            <a:r>
              <a:rPr altLang="en-IN" sz="2400" lang="en-US">
                <a:solidFill>
                  <a:srgbClr val="000000"/>
                </a:solidFill>
              </a:rPr>
              <a:t> </a:t>
            </a:r>
            <a:r>
              <a:rPr altLang="en-IN" sz="2400" lang="en-US">
                <a:solidFill>
                  <a:srgbClr val="000000"/>
                </a:solidFill>
              </a:rPr>
              <a:t>&amp;</a:t>
            </a:r>
            <a:r>
              <a:rPr altLang="en-IN" sz="2400" lang="en-US">
                <a:solidFill>
                  <a:srgbClr val="000000"/>
                </a:solidFill>
              </a:rPr>
              <a:t> </a:t>
            </a:r>
            <a:r>
              <a:rPr altLang="en-IN" sz="2400" lang="en-US">
                <a:solidFill>
                  <a:srgbClr val="000000"/>
                </a:solidFill>
              </a:rPr>
              <a:t>R</a:t>
            </a:r>
            <a:r>
              <a:rPr altLang="en-IN" sz="2400" lang="en-US">
                <a:solidFill>
                  <a:srgbClr val="000000"/>
                </a:solidFill>
              </a:rPr>
              <a:t>F</a:t>
            </a:r>
            <a:endParaRPr sz="2800" lang="en-IN">
              <a:solidFill>
                <a:srgbClr val="000000"/>
              </a:solidFill>
            </a:endParaRPr>
          </a:p>
        </p:txBody>
      </p:sp>
      <p:sp>
        <p:nvSpPr>
          <p:cNvPr id="1048683" name=""/>
          <p:cNvSpPr txBox="1"/>
          <p:nvPr/>
        </p:nvSpPr>
        <p:spPr>
          <a:xfrm>
            <a:off x="6620119" y="4413296"/>
            <a:ext cx="5484068" cy="1513840"/>
          </a:xfrm>
          <a:prstGeom prst="rect"/>
        </p:spPr>
        <p:txBody>
          <a:bodyPr rtlCol="0" wrap="square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altLang="en-IN" sz="2400" lang="en-US">
                <a:solidFill>
                  <a:srgbClr val="000000"/>
                </a:solidFill>
                <a:latin typeface="Arial"/>
              </a:rPr>
              <a:t>D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r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V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N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A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N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D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A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G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O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P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A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L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,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400" lang="en-US">
                <a:solidFill>
                  <a:srgbClr val="000000"/>
                </a:solidFill>
                <a:latin typeface="Arial"/>
              </a:rPr>
              <a:t>A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S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S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O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C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I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A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T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E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P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R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O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F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E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S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S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O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R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,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400" lang="en-US">
                <a:solidFill>
                  <a:srgbClr val="000000"/>
                </a:solidFill>
                <a:latin typeface="Arial"/>
              </a:rPr>
              <a:t>D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E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P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T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.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O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F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O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R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T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H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O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P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A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E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D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I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C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S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,</a:t>
            </a:r>
            <a:endParaRPr sz="2800" lang="en-IN">
              <a:solidFill>
                <a:srgbClr val="000000"/>
              </a:solidFill>
            </a:endParaRPr>
          </a:p>
          <a:p>
            <a:r>
              <a:rPr altLang="en-IN" sz="2400" lang="en-US">
                <a:solidFill>
                  <a:srgbClr val="000000"/>
                </a:solidFill>
                <a:latin typeface="Arial"/>
              </a:rPr>
              <a:t>D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r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P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S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I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M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S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&amp;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R</a:t>
            </a:r>
            <a:r>
              <a:rPr altLang="en-IN" sz="2400" lang="en-US">
                <a:solidFill>
                  <a:srgbClr val="000000"/>
                </a:solidFill>
                <a:latin typeface="Arial"/>
              </a:rPr>
              <a:t>F</a:t>
            </a:r>
            <a:endParaRPr sz="2800" lang="en-IN">
              <a:solidFill>
                <a:srgbClr val="000000"/>
              </a:solidFill>
            </a:endParaRPr>
          </a:p>
        </p:txBody>
      </p:sp>
      <p:sp>
        <p:nvSpPr>
          <p:cNvPr id="1048684" name=""/>
          <p:cNvSpPr txBox="1"/>
          <p:nvPr/>
        </p:nvSpPr>
        <p:spPr>
          <a:xfrm>
            <a:off x="6334352" y="3902757"/>
            <a:ext cx="4000000" cy="510540"/>
          </a:xfrm>
          <a:prstGeom prst="rect"/>
        </p:spPr>
        <p:txBody>
          <a:bodyPr rtlCol="0" wrap="square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altLang="en-IN" b="1" sz="2800" lang="en-US">
                <a:solidFill>
                  <a:srgbClr val="000000"/>
                </a:solidFill>
                <a:latin typeface="Arial"/>
              </a:rPr>
              <a:t>G</a:t>
            </a:r>
            <a:r>
              <a:rPr altLang="en-IN" b="1" sz="2800" lang="en-US">
                <a:solidFill>
                  <a:srgbClr val="000000"/>
                </a:solidFill>
                <a:latin typeface="Arial"/>
              </a:rPr>
              <a:t>U</a:t>
            </a:r>
            <a:r>
              <a:rPr altLang="en-IN" b="1" sz="2800" lang="en-US">
                <a:solidFill>
                  <a:srgbClr val="000000"/>
                </a:solidFill>
                <a:latin typeface="Arial"/>
              </a:rPr>
              <a:t>I</a:t>
            </a:r>
            <a:r>
              <a:rPr altLang="en-IN" b="1" sz="2800" lang="en-US">
                <a:solidFill>
                  <a:srgbClr val="000000"/>
                </a:solidFill>
                <a:latin typeface="Arial"/>
              </a:rPr>
              <a:t>D</a:t>
            </a:r>
            <a:r>
              <a:rPr altLang="en-IN" b="1" sz="2800" lang="en-US">
                <a:solidFill>
                  <a:srgbClr val="000000"/>
                </a:solidFill>
                <a:latin typeface="Arial"/>
              </a:rPr>
              <a:t>E</a:t>
            </a:r>
            <a:r>
              <a:rPr altLang="en-IN" b="1"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altLang="en-IN" b="1" sz="2800" lang="en-US">
                <a:solidFill>
                  <a:srgbClr val="000000"/>
                </a:solidFill>
                <a:latin typeface="Arial"/>
              </a:rPr>
              <a:t>-</a:t>
            </a:r>
            <a:endParaRPr b="1"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Introduction"/>
          <p:cNvSpPr txBox="1"/>
          <p:nvPr/>
        </p:nvSpPr>
        <p:spPr>
          <a:xfrm>
            <a:off x="309778" y="1388069"/>
            <a:ext cx="2576173" cy="624840"/>
          </a:xfrm>
          <a:prstGeom prst="rect"/>
          <a:ln w="12700">
            <a:miter lim="400000"/>
          </a:ln>
        </p:spPr>
        <p:txBody>
          <a:bodyPr lIns="45719" rIns="45719" wrap="none">
            <a:spAutoFit/>
          </a:bodyPr>
          <a:lstStyle>
            <a:lvl1pPr>
              <a:defRPr b="1" sz="36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Introduction</a:t>
            </a:r>
            <a:endParaRPr b="0"/>
          </a:p>
        </p:txBody>
      </p:sp>
      <p:sp>
        <p:nvSpPr>
          <p:cNvPr id="1048646" name="Pantalar arthrodesis is the definitive salvage procedure for advanced ankle osteoarthritis and instability after failed conservative management,…"/>
          <p:cNvSpPr txBox="1"/>
          <p:nvPr/>
        </p:nvSpPr>
        <p:spPr>
          <a:xfrm>
            <a:off x="684046" y="2342501"/>
            <a:ext cx="10588094" cy="3850640"/>
          </a:xfrm>
          <a:prstGeom prst="rect"/>
          <a:ln w="12700">
            <a:miter lim="400000"/>
          </a:ln>
        </p:spPr>
        <p:txBody>
          <a:bodyPr lIns="45719" rIns="45719">
            <a:spAutoFit/>
          </a:bodyPr>
          <a:lstStyle>
            <a:defPPr algn="l" defTabSz="914400" fontAlgn="auto" hangingPunct="0" indent="0" latinLnBrk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</a:defRPr>
            </a:defPPr>
            <a:lvl1pPr algn="l" defTabSz="457200" fontAlgn="auto" hangingPunct="0" indent="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1pPr>
            <a:lvl2pPr algn="l" defTabSz="457200" fontAlgn="auto" hangingPunct="0" indent="4572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2pPr>
            <a:lvl3pPr algn="l" defTabSz="457200" fontAlgn="auto" hangingPunct="0" indent="9144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3pPr>
            <a:lvl4pPr algn="l" defTabSz="457200" fontAlgn="auto" hangingPunct="0" indent="13716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4pPr>
            <a:lvl5pPr algn="l" defTabSz="457200" fontAlgn="auto" hangingPunct="0" indent="18288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5pPr>
            <a:lvl6pPr algn="l" defTabSz="457200" fontAlgn="auto" hangingPunct="0" indent="22860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6pPr>
            <a:lvl7pPr algn="l" defTabSz="457200" fontAlgn="auto" hangingPunct="0" indent="27432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7pPr>
            <a:lvl8pPr algn="l" defTabSz="457200" fontAlgn="auto" hangingPunct="0" indent="32004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8pPr>
            <a:lvl9pPr algn="l" defTabSz="457200" fontAlgn="auto" hangingPunct="0" indent="36576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indent="-457200" marL="457200">
              <a:spcBef>
                <a:spcPts val="1200"/>
              </a:spcBef>
              <a:buFont typeface="Arial"/>
              <a:buChar char="•"/>
              <a:defRPr b="1" sz="2400">
                <a:latin typeface="+mn-lt"/>
                <a:ea typeface="+mn-ea"/>
                <a:cs typeface="+mn-cs"/>
                <a:sym typeface="Arial"/>
              </a:defRPr>
            </a:pPr>
            <a:r>
              <a:rPr b="0" sz="2400"/>
              <a:t>Pantalar arthrodesis is the definitive salvage procedure for advanced ankle osteoarthritis and instability after failed conservative management,</a:t>
            </a:r>
            <a:endParaRPr b="0" sz="2000"/>
          </a:p>
          <a:p>
            <a:pPr indent="-457200" marL="457200">
              <a:spcBef>
                <a:spcPts val="1200"/>
              </a:spcBef>
              <a:buFont typeface="Arial"/>
              <a:buChar char="•"/>
              <a:defRPr b="1" sz="2400">
                <a:latin typeface="+mn-lt"/>
                <a:ea typeface="+mn-ea"/>
                <a:cs typeface="+mn-cs"/>
                <a:sym typeface="Arial"/>
              </a:defRPr>
            </a:pPr>
            <a:r>
              <a:rPr b="0" sz="2400"/>
              <a:t>Retrograde intramedullary nailing offers improved stability with minimal soft-tissue disruption, particularly in complex post-traumatic cases</a:t>
            </a:r>
            <a:endParaRPr b="0" sz="2000"/>
          </a:p>
          <a:p>
            <a:pPr indent="-457200" marL="457200">
              <a:spcBef>
                <a:spcPts val="1200"/>
              </a:spcBef>
              <a:buFont typeface="Arial"/>
              <a:buChar char="•"/>
              <a:defRPr b="1" sz="2400">
                <a:latin typeface="+mn-lt"/>
                <a:ea typeface="+mn-ea"/>
                <a:cs typeface="+mn-cs"/>
                <a:sym typeface="Arial"/>
              </a:defRPr>
            </a:pPr>
            <a:r>
              <a:rPr b="0" sz="2400"/>
              <a:t>Our study aims to elucidate the clinical course of 30 patients and compare our outcomes with six recent literature reports, therebyestablishing the clinical validity of this method.</a:t>
            </a:r>
            <a:endParaRPr b="0" sz="2000"/>
          </a:p>
          <a:p>
            <a:pPr indent="-457200" marL="457200">
              <a:spcBef>
                <a:spcPts val="1200"/>
              </a:spcBef>
              <a:buFont typeface="Arial"/>
              <a:buChar char="•"/>
              <a:defRPr b="1" sz="2400">
                <a:latin typeface="+mn-lt"/>
                <a:ea typeface="+mn-ea"/>
                <a:cs typeface="+mn-cs"/>
                <a:sym typeface="Arial"/>
              </a:defRPr>
            </a:pPr>
            <a:endParaRPr b="0" sz="2000"/>
          </a:p>
          <a:p>
            <a:pPr>
              <a:spcBef>
                <a:spcPts val="1200"/>
              </a:spcBef>
              <a:defRPr b="1" sz="2400">
                <a:latin typeface="+mn-lt"/>
                <a:ea typeface="+mn-ea"/>
                <a:cs typeface="+mn-cs"/>
                <a:sym typeface="Arial"/>
              </a:defRPr>
            </a:pPr>
            <a:endParaRPr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"/>
          <p:cNvSpPr txBox="1"/>
          <p:nvPr/>
        </p:nvSpPr>
        <p:spPr>
          <a:xfrm>
            <a:off x="-6122313" y="3814255"/>
            <a:ext cx="10211274" cy="2491740"/>
          </a:xfrm>
          <a:prstGeom prst="rect"/>
        </p:spPr>
        <p:txBody>
          <a:bodyPr rtlCol="0" wrap="square">
            <a:spAutoFit/>
          </a:bodyPr>
          <a:p>
            <a:r>
              <a:rPr sz="1800" lang="en-IN">
                <a:solidFill>
                  <a:srgbClr val="000000"/>
                </a:solidFill>
              </a:rPr>
              <a:t>
Post-operative Protocol
• Below-knee cast – 6 weeks
• Gradual weight bearing thereafter
Outcome Assessment &amp; Follow-up
• Follow-up at 4, 12 &amp; 24 weeks
• Functional: AOFAS score
• Pain: VAS score
• Union: Bridging trabeculation on AP &amp; lateral radiographs</a:t>
            </a:r>
            <a:endParaRPr sz="2800" lang="en-IN">
              <a:solidFill>
                <a:srgbClr val="000000"/>
              </a:solidFill>
            </a:endParaRPr>
          </a:p>
        </p:txBody>
      </p:sp>
      <p:sp>
        <p:nvSpPr>
          <p:cNvPr id="1048671" name=""/>
          <p:cNvSpPr/>
          <p:nvPr/>
        </p:nvSpPr>
        <p:spPr>
          <a:xfrm>
            <a:off x="57150" y="1789411"/>
            <a:ext cx="6115558" cy="5012183"/>
          </a:xfrm>
          <a:prstGeom prst="rect"/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p>
            <a:pPr algn="l"/>
            <a:r>
              <a:rPr b="1" sz="2000" lang="en-IN">
                <a:solidFill>
                  <a:srgbClr val="000000"/>
                </a:solidFill>
              </a:rPr>
              <a:t>Study Design &amp; Setting</a:t>
            </a:r>
            <a:r>
              <a:rPr sz="2000" lang="en-IN">
                <a:solidFill>
                  <a:srgbClr val="000000"/>
                </a:solidFill>
              </a:rPr>
              <a:t>
• Prospective observational study
• Dr. PSIMS &amp; RF (Nov 2023 – Jan 2026)</a:t>
            </a:r>
            <a:endParaRPr lang="en-IN"/>
          </a:p>
          <a:p>
            <a:pPr algn="l"/>
            <a:r>
              <a:rPr sz="2000" lang="en-IN">
                <a:solidFill>
                  <a:srgbClr val="000000"/>
                </a:solidFill>
              </a:rPr>
              <a:t>
</a:t>
            </a:r>
            <a:r>
              <a:rPr b="1" sz="2000" lang="en-IN">
                <a:solidFill>
                  <a:srgbClr val="000000"/>
                </a:solidFill>
              </a:rPr>
              <a:t>Study Population</a:t>
            </a:r>
            <a:r>
              <a:rPr sz="2000" lang="en-IN">
                <a:solidFill>
                  <a:srgbClr val="000000"/>
                </a:solidFill>
              </a:rPr>
              <a:t>
• 30 patients with post-traumatic ankle OA &amp; instability
• Refractory to non-operative treatment
• 33.3% with prior ORIF</a:t>
            </a:r>
            <a:endParaRPr lang="en-IN"/>
          </a:p>
          <a:p>
            <a:pPr algn="l"/>
            <a:r>
              <a:rPr sz="2000" lang="en-IN">
                <a:solidFill>
                  <a:srgbClr val="000000"/>
                </a:solidFill>
              </a:rPr>
              <a:t>
</a:t>
            </a:r>
            <a:endParaRPr lang="en-IN"/>
          </a:p>
          <a:p>
            <a:pPr algn="l"/>
            <a:endParaRPr lang="en-IN"/>
          </a:p>
          <a:p>
            <a:pPr algn="l"/>
            <a:endParaRPr lang="en-IN"/>
          </a:p>
          <a:p>
            <a:pPr algn="l"/>
            <a:endParaRPr lang="en-IN"/>
          </a:p>
          <a:p>
            <a:pPr algn="l"/>
            <a:endParaRPr lang="en-IN"/>
          </a:p>
          <a:p>
            <a:pPr algn="l"/>
            <a:endParaRPr lang="en-IN"/>
          </a:p>
          <a:p>
            <a:pPr algn="l"/>
            <a:endParaRPr lang="en-IN"/>
          </a:p>
        </p:txBody>
      </p:sp>
      <p:sp>
        <p:nvSpPr>
          <p:cNvPr id="1048673" name=""/>
          <p:cNvSpPr/>
          <p:nvPr/>
        </p:nvSpPr>
        <p:spPr>
          <a:xfrm>
            <a:off x="6163183" y="1789411"/>
            <a:ext cx="6115558" cy="5012183"/>
          </a:xfrm>
          <a:prstGeom prst="rect"/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sz="2000" lang="en-IN">
                <a:solidFill>
                  <a:srgbClr val="000000"/>
                </a:solidFill>
              </a:rPr>
              <a:t>Surgical Technique</a:t>
            </a:r>
            <a:r>
              <a:rPr sz="1800" lang="en-IN">
                <a:solidFill>
                  <a:srgbClr val="000000"/>
                </a:solidFill>
              </a:rPr>
              <a:t>
</a:t>
            </a:r>
            <a:r>
              <a:rPr sz="2000" lang="en-IN">
                <a:solidFill>
                  <a:srgbClr val="000000"/>
                </a:solidFill>
              </a:rPr>
              <a:t>• Lateral approach unde</a:t>
            </a:r>
            <a:r>
              <a:rPr altLang="en-IN" sz="2000" lang="en-US">
                <a:solidFill>
                  <a:srgbClr val="000000"/>
                </a:solidFill>
              </a:rPr>
              <a:t>r</a:t>
            </a:r>
            <a:r>
              <a:rPr altLang="en-IN" sz="2000" lang="en-US">
                <a:solidFill>
                  <a:srgbClr val="000000"/>
                </a:solidFill>
              </a:rPr>
              <a:t> </a:t>
            </a:r>
            <a:r>
              <a:rPr altLang="en-IN" sz="2000" lang="en-US">
                <a:solidFill>
                  <a:srgbClr val="000000"/>
                </a:solidFill>
              </a:rPr>
              <a:t>s</a:t>
            </a:r>
            <a:r>
              <a:rPr altLang="en-IN" sz="2000" lang="en-US">
                <a:solidFill>
                  <a:srgbClr val="000000"/>
                </a:solidFill>
              </a:rPr>
              <a:t>p</a:t>
            </a:r>
            <a:r>
              <a:rPr altLang="en-IN" sz="2000" lang="en-US">
                <a:solidFill>
                  <a:srgbClr val="000000"/>
                </a:solidFill>
              </a:rPr>
              <a:t>i</a:t>
            </a:r>
            <a:r>
              <a:rPr altLang="en-IN" sz="2000" lang="en-US">
                <a:solidFill>
                  <a:srgbClr val="000000"/>
                </a:solidFill>
              </a:rPr>
              <a:t>n</a:t>
            </a:r>
            <a:r>
              <a:rPr altLang="en-IN" sz="2000" lang="en-US">
                <a:solidFill>
                  <a:srgbClr val="000000"/>
                </a:solidFill>
              </a:rPr>
              <a:t>a</a:t>
            </a:r>
            <a:r>
              <a:rPr altLang="en-IN" sz="2000" lang="en-US">
                <a:solidFill>
                  <a:srgbClr val="000000"/>
                </a:solidFill>
              </a:rPr>
              <a:t>l</a:t>
            </a:r>
            <a:r>
              <a:rPr sz="2000" lang="en-IN">
                <a:solidFill>
                  <a:srgbClr val="000000"/>
                </a:solidFill>
              </a:rPr>
              <a:t> anesthesia
• Joint debridement
• Retrograde intramedullary nail (12 mm) from calcaneus to tibia
• Proximal &amp; distal locking under fluoroscopy</a:t>
            </a:r>
            <a:endParaRPr b="1" sz="2000" lang="en-IN"/>
          </a:p>
          <a:p>
            <a:pPr algn="l"/>
            <a:endParaRPr b="1" sz="2000" lang="en-IN"/>
          </a:p>
          <a:p>
            <a:pPr algn="l"/>
            <a:r>
              <a:rPr b="1" sz="2000" lang="en-IN"/>
              <a:t>Post-operative Protocol</a:t>
            </a:r>
            <a:endParaRPr b="1" sz="1800" lang="en-IN"/>
          </a:p>
          <a:p>
            <a:pPr algn="l"/>
            <a:r>
              <a:rPr sz="2000" lang="en-IN"/>
              <a:t>• Below-knee cast – 6 weeks</a:t>
            </a:r>
            <a:endParaRPr sz="1800" lang="en-IN"/>
          </a:p>
          <a:p>
            <a:pPr algn="l"/>
            <a:r>
              <a:rPr sz="2000" lang="en-IN"/>
              <a:t>• Gradual weight bearing thereafter</a:t>
            </a:r>
            <a:endParaRPr sz="1800" lang="en-IN"/>
          </a:p>
          <a:p>
            <a:pPr algn="l"/>
            <a:r>
              <a:rPr b="1" sz="2000" lang="en-IN"/>
              <a:t>Outcome Assessment &amp; Follow-up</a:t>
            </a:r>
            <a:endParaRPr b="1" sz="1800" lang="en-IN"/>
          </a:p>
          <a:p>
            <a:pPr algn="l"/>
            <a:r>
              <a:rPr sz="2000" lang="en-IN"/>
              <a:t>• Follow-up at 4, 12 &amp; 24 weeks</a:t>
            </a:r>
            <a:endParaRPr sz="1800" lang="en-IN"/>
          </a:p>
          <a:p>
            <a:pPr algn="l"/>
            <a:r>
              <a:rPr sz="2000" lang="en-IN"/>
              <a:t>• Functional: AOFAS score</a:t>
            </a:r>
            <a:endParaRPr sz="1800" lang="en-IN"/>
          </a:p>
          <a:p>
            <a:pPr algn="l"/>
            <a:r>
              <a:rPr sz="2000" lang="en-IN"/>
              <a:t>• Pain: VAS score</a:t>
            </a:r>
            <a:endParaRPr sz="1800" lang="en-IN"/>
          </a:p>
          <a:p>
            <a:pPr algn="l"/>
            <a:r>
              <a:rPr sz="2000" lang="en-IN"/>
              <a:t>• Union: Bridging trabeculation on AP &amp; lateral radiograph</a:t>
            </a:r>
            <a:r>
              <a:rPr altLang="en-IN" sz="2000" lang="en-US"/>
              <a:t>s</a:t>
            </a:r>
            <a:endParaRPr lang="en-IN"/>
          </a:p>
        </p:txBody>
      </p:sp>
      <p:sp>
        <p:nvSpPr>
          <p:cNvPr id="1048675" name="Materials and Methods:-"/>
          <p:cNvSpPr txBox="1"/>
          <p:nvPr/>
        </p:nvSpPr>
        <p:spPr>
          <a:xfrm>
            <a:off x="3691476" y="1291846"/>
            <a:ext cx="5161225" cy="574040"/>
          </a:xfrm>
          <a:prstGeom prst="rect"/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b="1" sz="37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3200"/>
              <a:t>Materials and Methods</a:t>
            </a:r>
          </a:p>
        </p:txBody>
      </p:sp>
      <p:pic>
        <p:nvPicPr>
          <p:cNvPr id="2097174" name="IMG_0107.jpeg" descr="IMG_0107.jpeg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44597" y="4738807"/>
            <a:ext cx="5819607" cy="1719763"/>
          </a:xfrm>
          <a:prstGeom prst="rect"/>
          <a:ln w="12700">
            <a:miter lim="400000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Serial evaluation of functional status demonstrated progressive improvement in both AOFAS and VAS scores."/>
          <p:cNvSpPr txBox="1"/>
          <p:nvPr/>
        </p:nvSpPr>
        <p:spPr>
          <a:xfrm>
            <a:off x="519325" y="1926705"/>
            <a:ext cx="11153348" cy="802640"/>
          </a:xfrm>
          <a:prstGeom prst="rect"/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b="1" sz="24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b="0"/>
              <a:t>Serial evaluation of functional status demonstrated progressive improvement in both AOFAS and VAS scores.</a:t>
            </a:r>
            <a:endParaRPr b="0"/>
          </a:p>
        </p:txBody>
      </p:sp>
      <p:sp>
        <p:nvSpPr>
          <p:cNvPr id="1048656" name="Results"/>
          <p:cNvSpPr txBox="1"/>
          <p:nvPr/>
        </p:nvSpPr>
        <p:spPr>
          <a:xfrm>
            <a:off x="173652" y="1397128"/>
            <a:ext cx="2485224" cy="624840"/>
          </a:xfrm>
          <a:prstGeom prst="rect"/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b="1" sz="36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Results</a:t>
            </a:r>
            <a:endParaRPr b="0"/>
          </a:p>
        </p:txBody>
      </p:sp>
      <p:pic>
        <p:nvPicPr>
          <p:cNvPr id="2097157" name="IMG_0109.jpeg" descr="IMG_0109.jpeg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19325" y="2866930"/>
            <a:ext cx="11002762" cy="2433624"/>
          </a:xfrm>
          <a:prstGeom prst="rect"/>
          <a:ln w="12700">
            <a:miter lim="400000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Radiographic Union Progressive radiographic union was noted at each follow-up interval."/>
          <p:cNvSpPr txBox="1"/>
          <p:nvPr/>
        </p:nvSpPr>
        <p:spPr>
          <a:xfrm>
            <a:off x="270705" y="1536776"/>
            <a:ext cx="10269719" cy="802639"/>
          </a:xfrm>
          <a:prstGeom prst="rect"/>
          <a:ln w="12700">
            <a:miter lim="400000"/>
          </a:ln>
        </p:spPr>
        <p:txBody>
          <a:bodyPr lIns="45719" rIns="45719" wrap="square">
            <a:spAutoFit/>
          </a:bodyPr>
          <a:lstStyle>
            <a:lvl1pPr>
              <a:defRPr b="1" sz="24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altLang="en-IN" lang="en-US"/>
              <a:t> </a:t>
            </a:r>
            <a:r>
              <a:t>Radiographic Union Progressive radiographic union was noted at each follow-up interval.</a:t>
            </a:r>
            <a:endParaRPr altLang="en-US" lang="zh-CN"/>
          </a:p>
        </p:txBody>
      </p:sp>
      <p:pic>
        <p:nvPicPr>
          <p:cNvPr id="2097158" name="IMG_0112.jpeg" descr="IMG_0112.jpeg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931863" y="2417347"/>
            <a:ext cx="5594125" cy="2219188"/>
          </a:xfrm>
          <a:prstGeom prst="rect"/>
          <a:ln w="12700">
            <a:miter lim="400000"/>
          </a:ln>
        </p:spPr>
      </p:pic>
      <p:pic>
        <p:nvPicPr>
          <p:cNvPr id="2097159" name="IMG_0111.jpeg" descr="IMG_0111.jpeg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3179724" y="2430512"/>
            <a:ext cx="2775909" cy="2192858"/>
          </a:xfrm>
          <a:prstGeom prst="rect"/>
          <a:ln w="12700">
            <a:miter lim="400000"/>
          </a:ln>
        </p:spPr>
      </p:pic>
      <p:pic>
        <p:nvPicPr>
          <p:cNvPr id="2097160" name="IMG_0114.jpeg" descr="IMG_0114.jpeg"/>
          <p:cNvPicPr>
            <a:picLocks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949809" y="4858793"/>
            <a:ext cx="10298168" cy="1450581"/>
          </a:xfrm>
          <a:prstGeom prst="rect"/>
          <a:ln w="12700">
            <a:miter lim="400000"/>
          </a:ln>
        </p:spPr>
      </p:pic>
      <p:pic>
        <p:nvPicPr>
          <p:cNvPr id="2097164" name=""/>
          <p:cNvPicPr>
            <a:picLocks/>
          </p:cNvPicPr>
          <p:nvPr/>
        </p:nvPicPr>
        <p:blipFill>
          <a:blip xmlns:r="http://schemas.openxmlformats.org/officeDocument/2006/relationships" r:embed="rId4"/>
          <a:srcRect l="0" t="7468" r="4900" b="5334"/>
          <a:stretch>
            <a:fillRect/>
          </a:stretch>
        </p:blipFill>
        <p:spPr>
          <a:xfrm rot="0">
            <a:off x="574128" y="2424252"/>
            <a:ext cx="2567496" cy="2206070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Subtitle 2"/>
          <p:cNvSpPr txBox="1"/>
          <p:nvPr/>
        </p:nvSpPr>
        <p:spPr>
          <a:xfrm>
            <a:off x="-390525" y="1327774"/>
            <a:ext cx="4525664" cy="552831"/>
          </a:xfrm>
          <a:prstGeom prst="rect"/>
          <a:ln w="12700">
            <a:miter lim="400000"/>
          </a:ln>
        </p:spPr>
        <p:txBody>
          <a:bodyPr lIns="45719" rIns="45719">
            <a:normAutofit fontScale="100000" lnSpcReduction="0"/>
          </a:bodyPr>
          <a:lstStyle>
            <a:lvl1pPr algn="ctr" defTabSz="333756">
              <a:spcBef>
                <a:spcPts val="500"/>
              </a:spcBef>
              <a:defRPr b="1" sz="3358">
                <a:solidFill>
                  <a:srgbClr val="888888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>
                <a:solidFill>
                  <a:srgbClr val="000000"/>
                </a:solidFill>
              </a:rPr>
              <a:t>COMPLICATIONS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48659" name="The overall complication rate was 20%. Documented complications included nonunion, superficial infection, and…"/>
          <p:cNvSpPr txBox="1"/>
          <p:nvPr/>
        </p:nvSpPr>
        <p:spPr>
          <a:xfrm>
            <a:off x="400115" y="1880605"/>
            <a:ext cx="8251098" cy="1158241"/>
          </a:xfrm>
          <a:prstGeom prst="rect"/>
          <a:ln w="12700">
            <a:miter lim="400000"/>
          </a:ln>
        </p:spPr>
        <p:txBody>
          <a:bodyPr lIns="45719" rIns="45719">
            <a:spAutoFit/>
          </a:bodyPr>
          <a:lstStyle>
            <a:defPPr algn="l" defTabSz="914400" fontAlgn="auto" hangingPunct="0" indent="0" latinLnBrk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</a:defRPr>
            </a:defPPr>
            <a:lvl1pPr algn="l" defTabSz="457200" fontAlgn="auto" hangingPunct="0" indent="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1pPr>
            <a:lvl2pPr algn="l" defTabSz="457200" fontAlgn="auto" hangingPunct="0" indent="4572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2pPr>
            <a:lvl3pPr algn="l" defTabSz="457200" fontAlgn="auto" hangingPunct="0" indent="9144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3pPr>
            <a:lvl4pPr algn="l" defTabSz="457200" fontAlgn="auto" hangingPunct="0" indent="13716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4pPr>
            <a:lvl5pPr algn="l" defTabSz="457200" fontAlgn="auto" hangingPunct="0" indent="18288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5pPr>
            <a:lvl6pPr algn="l" defTabSz="457200" fontAlgn="auto" hangingPunct="0" indent="22860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6pPr>
            <a:lvl7pPr algn="l" defTabSz="457200" fontAlgn="auto" hangingPunct="0" indent="27432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7pPr>
            <a:lvl8pPr algn="l" defTabSz="457200" fontAlgn="auto" hangingPunct="0" indent="32004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8pPr>
            <a:lvl9pPr algn="l" defTabSz="457200" fontAlgn="auto" hangingPunct="0" indent="36576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>
              <a:defRPr b="1" sz="2400">
                <a:latin typeface="+mn-lt"/>
                <a:ea typeface="+mn-ea"/>
                <a:cs typeface="+mn-cs"/>
                <a:sym typeface="Arial"/>
              </a:defRPr>
            </a:pPr>
            <a:r>
              <a:rPr b="0"/>
              <a:t>The overall complication rate was 20%. Documented complications included nonunion, superficial infection, and</a:t>
            </a:r>
            <a:endParaRPr b="0"/>
          </a:p>
          <a:p>
            <a:pPr>
              <a:defRPr b="1" sz="2400">
                <a:latin typeface="+mn-lt"/>
                <a:ea typeface="+mn-ea"/>
                <a:cs typeface="+mn-cs"/>
                <a:sym typeface="Arial"/>
              </a:defRPr>
            </a:pPr>
            <a:r>
              <a:rPr b="0"/>
              <a:t>hardware-related issues.</a:t>
            </a:r>
            <a:endParaRPr b="0"/>
          </a:p>
        </p:txBody>
      </p:sp>
      <p:pic>
        <p:nvPicPr>
          <p:cNvPr id="2097161" name="IMG_0115.jpeg" descr="IMG_0115.jpeg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31542" y="3038845"/>
            <a:ext cx="8575540" cy="1314611"/>
          </a:xfrm>
          <a:prstGeom prst="rect"/>
          <a:ln w="12700">
            <a:miter lim="400000"/>
          </a:ln>
        </p:spPr>
      </p:pic>
      <p:sp>
        <p:nvSpPr>
          <p:cNvPr id="1048660" name="Discussion"/>
          <p:cNvSpPr txBox="1"/>
          <p:nvPr/>
        </p:nvSpPr>
        <p:spPr>
          <a:xfrm>
            <a:off x="258715" y="4353456"/>
            <a:ext cx="3261213" cy="624840"/>
          </a:xfrm>
          <a:prstGeom prst="rect"/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b="1" sz="36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Discussion</a:t>
            </a:r>
            <a:endParaRPr b="0"/>
          </a:p>
        </p:txBody>
      </p:sp>
      <p:sp>
        <p:nvSpPr>
          <p:cNvPr id="1048661" name="Pantalar arthrodesis with retrograde intramedullary nailing in post-traumatic cases resulted in significant functional improvement, pain reduction, and reliable radiographic union, confirming biomechanical stability."/>
          <p:cNvSpPr txBox="1"/>
          <p:nvPr/>
        </p:nvSpPr>
        <p:spPr>
          <a:xfrm>
            <a:off x="400114" y="4978296"/>
            <a:ext cx="8293285" cy="1513840"/>
          </a:xfrm>
          <a:prstGeom prst="rect"/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defRPr b="1" sz="24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b="0"/>
              <a:t>Pantalar arthrodesis with retrograde intramedullary nailing in post-traumatic cases resulted in significant functional improvement, pain reduction, and reliable radiographic union, confirming biomechanical stability.</a:t>
            </a:r>
            <a:endParaRPr b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IMG_0116.jpeg" descr="IMG_0116.jpeg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03713" y="1985290"/>
            <a:ext cx="9365748" cy="4471934"/>
          </a:xfrm>
          <a:prstGeom prst="rect"/>
          <a:ln w="12700">
            <a:miter lim="400000"/>
          </a:ln>
        </p:spPr>
      </p:pic>
      <p:sp>
        <p:nvSpPr>
          <p:cNvPr id="1048662" name="Subtitle 2"/>
          <p:cNvSpPr txBox="1"/>
          <p:nvPr/>
        </p:nvSpPr>
        <p:spPr>
          <a:xfrm>
            <a:off x="0" y="1259409"/>
            <a:ext cx="11822582" cy="950106"/>
          </a:xfrm>
          <a:prstGeom prst="rect"/>
        </p:spPr>
        <p:txBody>
          <a:bodyPr lIns="45719" rIns="45719">
            <a:normAutofit fontScale="100000" lnSpcReduction="0"/>
          </a:bodyPr>
          <a:lstStyle>
            <a:lvl1pPr algn="ctr" defTabSz="457200" indent="0" marL="0" marR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Tx/>
              <a:buFontTx/>
              <a:buNone/>
              <a:defRPr baseline="0" b="0" cap="none" sz="3200" i="0" spc="0" strike="noStrike" u="none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algn="ctr" defTabSz="457200" indent="457200" marL="0" marR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Tx/>
              <a:buFontTx/>
              <a:buNone/>
              <a:defRPr baseline="0" b="0" cap="none" sz="3200" i="0" spc="0" strike="noStrike" u="none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algn="ctr" defTabSz="457200" indent="914400" marL="0" marR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Tx/>
              <a:buFontTx/>
              <a:buNone/>
              <a:defRPr baseline="0" b="0" cap="none" sz="3200" i="0" spc="0" strike="noStrike" u="none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algn="ctr" defTabSz="457200" indent="1371600" marL="0" marR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Tx/>
              <a:buFontTx/>
              <a:buNone/>
              <a:defRPr baseline="0" b="0" cap="none" sz="3200" i="0" spc="0" strike="noStrike" u="none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algn="ctr" defTabSz="457200" indent="1828800" marL="0" marR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Tx/>
              <a:buFontTx/>
              <a:buNone/>
              <a:defRPr baseline="0" b="0" cap="none" sz="3200" i="0" spc="0" strike="noStrike" u="none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5pPr>
            <a:lvl6pPr algn="l" defTabSz="457200" indent="-365760" marL="2651760" marR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defRPr baseline="0" b="0" cap="none" sz="3200" i="0" spc="0" strike="noStrike" u="none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6pPr>
            <a:lvl7pPr algn="l" defTabSz="457200" indent="-365760" marL="3108960" marR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defRPr baseline="0" b="0" cap="none" sz="3200" i="0" spc="0" strike="noStrike" u="none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7pPr>
            <a:lvl8pPr algn="l" defTabSz="457200" indent="-365759" marL="3566159" marR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defRPr baseline="0" b="0" cap="none" sz="3200" i="0" spc="0" strike="noStrike" u="none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8pPr>
            <a:lvl9pPr algn="l" defTabSz="457200" indent="-365759" marL="4023359" marR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/>
              <a:buChar char="•"/>
              <a:defRPr baseline="0" b="0" cap="none" sz="3200" i="0" spc="0" strike="noStrike" u="none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defTabSz="210311">
              <a:spcBef>
                <a:spcPts val="300"/>
              </a:spcBef>
              <a:defRPr b="1" sz="1472">
                <a:latin typeface="+mn-lt"/>
                <a:ea typeface="+mn-ea"/>
                <a:cs typeface="+mn-cs"/>
                <a:sym typeface="Arial"/>
              </a:defRPr>
            </a:pPr>
            <a:r>
              <a:rPr sz="1600">
                <a:solidFill>
                  <a:srgbClr val="000000"/>
                </a:solidFill>
              </a:rPr>
              <a:t>Comparison with contemporary literature studies shows our union &amp; functional improvement align well with previous reports </a:t>
            </a:r>
            <a:endParaRPr sz="1400">
              <a:solidFill>
                <a:srgbClr val="000000"/>
              </a:solidFill>
            </a:endParaRPr>
          </a:p>
          <a:p>
            <a:pPr defTabSz="210311">
              <a:spcBef>
                <a:spcPts val="300"/>
              </a:spcBef>
              <a:defRPr b="1" sz="1472">
                <a:latin typeface="+mn-lt"/>
                <a:ea typeface="+mn-ea"/>
                <a:cs typeface="+mn-cs"/>
                <a:sym typeface="Arial"/>
              </a:defRPr>
            </a:pPr>
            <a:r>
              <a:rPr sz="1600">
                <a:solidFill>
                  <a:srgbClr val="000000"/>
                </a:solidFill>
              </a:rPr>
              <a:t>Our complication rate (20%) reflects an acceptable risk profile in complex reconstructions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Pantalar arthrodesis using retrograde intramedullary nailing is a safe and effective treatment for advanced post-traumatic ankle pathology, providing high union rates, functional improvement, acceptable complications, and outcomes comparable to existing "/>
          <p:cNvSpPr txBox="1"/>
          <p:nvPr/>
        </p:nvSpPr>
        <p:spPr>
          <a:xfrm>
            <a:off x="419076" y="1915158"/>
            <a:ext cx="11680746" cy="1513841"/>
          </a:xfrm>
          <a:prstGeom prst="rect"/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defRPr b="1" sz="24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b="0" sz="2400"/>
              <a:t>Pantalar arthrodesis using retrograde intramedullary nailing is a safe and effective treatment for advanced post-traumatic ankle pathology, providing high union rates, functional improvement, acceptable complications, and outcomes comparable to existing literature, warranting further long-term studies.</a:t>
            </a:r>
            <a:endParaRPr b="0"/>
          </a:p>
        </p:txBody>
      </p:sp>
      <p:sp>
        <p:nvSpPr>
          <p:cNvPr id="1048664" name="Conclusion"/>
          <p:cNvSpPr txBox="1"/>
          <p:nvPr/>
        </p:nvSpPr>
        <p:spPr>
          <a:xfrm>
            <a:off x="119441" y="1245592"/>
            <a:ext cx="3096972" cy="701040"/>
          </a:xfrm>
          <a:prstGeom prst="rect"/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b="1" sz="41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Conclusion</a:t>
            </a:r>
            <a:endParaRPr b="0"/>
          </a:p>
        </p:txBody>
      </p:sp>
      <p:sp>
        <p:nvSpPr>
          <p:cNvPr id="1048665" name="References"/>
          <p:cNvSpPr txBox="1"/>
          <p:nvPr/>
        </p:nvSpPr>
        <p:spPr>
          <a:xfrm>
            <a:off x="119440" y="3545301"/>
            <a:ext cx="2380564" cy="624840"/>
          </a:xfrm>
          <a:prstGeom prst="rect"/>
          <a:ln w="12700">
            <a:miter lim="400000"/>
          </a:ln>
        </p:spPr>
        <p:txBody>
          <a:bodyPr lIns="45719" rIns="45719" wrap="none">
            <a:spAutoFit/>
          </a:bodyPr>
          <a:lstStyle>
            <a:lvl1pPr>
              <a:defRPr b="1" sz="36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References</a:t>
            </a:r>
            <a:endParaRPr b="0"/>
          </a:p>
        </p:txBody>
      </p:sp>
      <p:sp>
        <p:nvSpPr>
          <p:cNvPr id="1048666" name="Chen H, et al. ―Assessment of complications in ankle arthrodesis: a prospective observational study.‖ Orthop…"/>
          <p:cNvSpPr txBox="1"/>
          <p:nvPr/>
        </p:nvSpPr>
        <p:spPr>
          <a:xfrm>
            <a:off x="584901" y="4228859"/>
            <a:ext cx="10297078" cy="2263140"/>
          </a:xfrm>
          <a:prstGeom prst="rect"/>
          <a:ln w="12700">
            <a:miter lim="400000"/>
          </a:ln>
        </p:spPr>
        <p:txBody>
          <a:bodyPr lIns="45719" rIns="45719" wrap="none">
            <a:spAutoFit/>
          </a:bodyPr>
          <a:lstStyle>
            <a:defPPr algn="l" defTabSz="914400" fontAlgn="auto" hangingPunct="0" indent="0" latinLnBrk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</a:defRPr>
            </a:defPPr>
            <a:lvl1pPr algn="l" defTabSz="457200" fontAlgn="auto" hangingPunct="0" indent="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1pPr>
            <a:lvl2pPr algn="l" defTabSz="457200" fontAlgn="auto" hangingPunct="0" indent="4572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2pPr>
            <a:lvl3pPr algn="l" defTabSz="457200" fontAlgn="auto" hangingPunct="0" indent="9144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3pPr>
            <a:lvl4pPr algn="l" defTabSz="457200" fontAlgn="auto" hangingPunct="0" indent="13716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4pPr>
            <a:lvl5pPr algn="l" defTabSz="457200" fontAlgn="auto" hangingPunct="0" indent="18288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5pPr>
            <a:lvl6pPr algn="l" defTabSz="457200" fontAlgn="auto" hangingPunct="0" indent="22860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6pPr>
            <a:lvl7pPr algn="l" defTabSz="457200" fontAlgn="auto" hangingPunct="0" indent="27432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7pPr>
            <a:lvl8pPr algn="l" defTabSz="457200" fontAlgn="auto" hangingPunct="0" indent="32004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8pPr>
            <a:lvl9pPr algn="l" defTabSz="457200" fontAlgn="auto" hangingPunct="0" indent="365760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baseline="0" b="0" cap="none" sz="1800" i="0" kumimoji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indent="-285750" marL="285750">
              <a:buFont typeface="Arial"/>
              <a:buChar char="•"/>
              <a:defRPr sz="1600">
                <a:latin typeface="+mn-lt"/>
                <a:ea typeface="+mn-ea"/>
                <a:cs typeface="+mn-cs"/>
                <a:sym typeface="Arial"/>
              </a:defRPr>
            </a:pPr>
            <a:r>
              <a:rPr sz="1600"/>
              <a:t>Chen H, et al. ―Assessment of complications in ankle arthrodesis: a prospective observational study.‖ Orthop</a:t>
            </a:r>
            <a:endParaRPr sz="1400"/>
          </a:p>
          <a:p>
            <a:pPr>
              <a:defRPr sz="1600">
                <a:latin typeface="+mn-lt"/>
                <a:ea typeface="+mn-ea"/>
                <a:cs typeface="+mn-cs"/>
                <a:sym typeface="Arial"/>
              </a:defRPr>
            </a:pPr>
            <a:r>
              <a:rPr sz="1600"/>
              <a:t>Surg. 2022;14(2):231–237</a:t>
            </a:r>
            <a:r>
              <a:rPr altLang="en-IN" sz="1600" lang="en-US"/>
              <a:t>.</a:t>
            </a:r>
            <a:endParaRPr sz="1400"/>
          </a:p>
          <a:p>
            <a:pPr indent="-285750" marL="285750">
              <a:buFont typeface="Arial"/>
              <a:buChar char="•"/>
              <a:defRPr sz="1600">
                <a:latin typeface="+mn-lt"/>
                <a:ea typeface="+mn-ea"/>
                <a:cs typeface="+mn-cs"/>
                <a:sym typeface="Arial"/>
              </a:defRPr>
            </a:pPr>
            <a:r>
              <a:rPr sz="1600"/>
              <a:t>Jones B, et al. ―Patient‑specific factors influencing union in ankle fusion.‖ J Foot Ankle Res. 2022;15(2):35–42.</a:t>
            </a:r>
            <a:endParaRPr sz="1400"/>
          </a:p>
          <a:p>
            <a:pPr>
              <a:defRPr sz="1600">
                <a:latin typeface="+mn-lt"/>
                <a:ea typeface="+mn-ea"/>
                <a:cs typeface="+mn-cs"/>
                <a:sym typeface="Arial"/>
              </a:defRPr>
            </a:pPr>
            <a:r>
              <a:rPr sz="1600"/>
              <a:t>Evans M, et al. ―Innovative implant designs for improved ankle arthrodesis outcomes.‖ J Orthop Res.</a:t>
            </a:r>
            <a:endParaRPr sz="1400"/>
          </a:p>
          <a:p>
            <a:pPr>
              <a:defRPr sz="1600">
                <a:latin typeface="+mn-lt"/>
                <a:ea typeface="+mn-ea"/>
                <a:cs typeface="+mn-cs"/>
                <a:sym typeface="Arial"/>
              </a:defRPr>
            </a:pPr>
            <a:r>
              <a:rPr sz="1600"/>
              <a:t>2023;41(1):95–103.</a:t>
            </a:r>
            <a:endParaRPr sz="1400"/>
          </a:p>
          <a:p>
            <a:pPr indent="-285750" marL="285750">
              <a:buFont typeface="Arial"/>
              <a:buChar char="•"/>
              <a:defRPr sz="1600">
                <a:latin typeface="+mn-lt"/>
                <a:ea typeface="+mn-ea"/>
                <a:cs typeface="+mn-cs"/>
                <a:sym typeface="Arial"/>
              </a:defRPr>
            </a:pPr>
            <a:r>
              <a:rPr sz="1600"/>
              <a:t>Thompson S, et al. ―Efficacy of retrocondylar nailing in salvaging failed ankle arthroplasties.‖ Foot Ankle Int.</a:t>
            </a:r>
            <a:endParaRPr sz="1400"/>
          </a:p>
          <a:p>
            <a:pPr>
              <a:defRPr sz="1600">
                <a:latin typeface="+mn-lt"/>
                <a:ea typeface="+mn-ea"/>
                <a:cs typeface="+mn-cs"/>
                <a:sym typeface="Arial"/>
              </a:defRPr>
            </a:pPr>
            <a:r>
              <a:rPr sz="1600"/>
              <a:t>2023;44(3):305–312.</a:t>
            </a:r>
            <a:endParaRPr sz="1400"/>
          </a:p>
          <a:p>
            <a:pPr indent="-285750" marL="285750">
              <a:buFont typeface="Arial"/>
              <a:buChar char="•"/>
              <a:defRPr sz="1600">
                <a:latin typeface="+mn-lt"/>
                <a:ea typeface="+mn-ea"/>
                <a:cs typeface="+mn-cs"/>
                <a:sym typeface="Arial"/>
              </a:defRPr>
            </a:pPr>
            <a:r>
              <a:rPr sz="1600"/>
              <a:t>Garcia M, et al. ―Future directions in ankle arthrodesis: technological advances and clinical impact.‖ Clin</a:t>
            </a:r>
            <a:endParaRPr sz="1400"/>
          </a:p>
          <a:p>
            <a:pPr>
              <a:defRPr sz="1600">
                <a:latin typeface="+mn-lt"/>
                <a:ea typeface="+mn-ea"/>
                <a:cs typeface="+mn-cs"/>
                <a:sym typeface="Arial"/>
              </a:defRPr>
            </a:pPr>
            <a:r>
              <a:rPr sz="1600"/>
              <a:t>Orthop Relat Res. 2024;482(5):1150–1158.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Virinchi Vinay</dc:creator>
  <cp:lastModifiedBy>Virinchi Vinay</cp:lastModifiedBy>
  <dcterms:created xsi:type="dcterms:W3CDTF">2026-01-10T19:24:43Z</dcterms:created>
  <dcterms:modified xsi:type="dcterms:W3CDTF">2026-02-05T10:25:28Z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51d664f325454682a620f9da581b2602</vt:lpwstr>
  </property>
</Properties>
</file>