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59" r:id="rId1"/>
  </p:sldMasterIdLst>
  <p:notesMasterIdLst>
    <p:notesMasterId r:id="rId2"/>
  </p:notesMasterIdLst>
  <p:sldIdLst>
    <p:sldId id="256" r:id="rId4"/>
  </p:sldIdLst>
  <p:sldSz cx="12192000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4993" autoAdjust="0"/>
    <p:restoredTop sz="94660" autoAdjust="0"/>
  </p:normalViewPr>
  <p:slideViewPr>
    <p:cSldViewPr snapToGrid="0">
      <p:cViewPr varScale="1">
        <p:scale>
          <a:sx n="84" d="100"/>
          <a:sy n="84" d="100"/>
        </p:scale>
        <p:origin x="0" y="0"/>
      </p:cViewPr>
      <p:guideLst/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sldNum" idx="5"/>
          </p:nvPr>
        </p:nvSpPr>
        <p:spPr>
          <a:xfrm rot="0">
            <a:off x="4021139" y="9720264"/>
            <a:ext cx="3076575" cy="512761"/>
          </a:xfrm>
          <a:prstGeom prst="rect"/>
          <a:noFill/>
          <a:ln w="9525" cmpd="sng" cap="flat">
            <a:noFill/>
            <a:prstDash val="solid"/>
            <a:miter/>
          </a:ln>
        </p:spPr>
        <p:txBody>
          <a:bodyPr vert="horz" wrap="square" lIns="91492" tIns="45745" rIns="91492" bIns="45745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1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&lt;#&gt;</a:t>
            </a:fld>
            <a:endParaRPr lang="zh-CN" altLang="en-US" sz="1100">
              <a:latin typeface="Droid Sans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1" name="文本框"/>
          <p:cNvSpPr>
            <a:spLocks noGrp="1"/>
          </p:cNvSpPr>
          <p:nvPr>
            <p:ph type="hdr"/>
          </p:nvPr>
        </p:nvSpPr>
        <p:spPr>
          <a:xfrm rot="0">
            <a:off x="2" y="1"/>
            <a:ext cx="3076575" cy="512763"/>
          </a:xfrm>
          <a:prstGeom prst="rect"/>
          <a:noFill/>
          <a:ln w="9525" cmpd="sng" cap="flat">
            <a:noFill/>
            <a:prstDash val="solid"/>
            <a:miter/>
          </a:ln>
        </p:spPr>
        <p:txBody>
          <a:bodyPr vert="horz" wrap="square" lIns="91492" tIns="45745" rIns="91492" bIns="45745" anchor="t" anchorCtr="0">
            <a:prstTxWarp prst="textNoShape"/>
          </a:bodyPr>
          <a:lstStyle/>
          <a:p>
            <a:pPr algn="l"/>
            <a:endParaRPr lang="zh-CN" altLang="en-US" sz="1100">
              <a:latin typeface="Droid Sans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2" name="文本框"/>
          <p:cNvSpPr>
            <a:spLocks noGrp="1"/>
          </p:cNvSpPr>
          <p:nvPr>
            <p:ph type="dt" idx="1"/>
          </p:nvPr>
        </p:nvSpPr>
        <p:spPr>
          <a:xfrm rot="0">
            <a:off x="4021139" y="1"/>
            <a:ext cx="3076575" cy="512763"/>
          </a:xfrm>
          <a:prstGeom prst="rect"/>
          <a:noFill/>
          <a:ln w="9525" cmpd="sng" cap="flat">
            <a:noFill/>
            <a:prstDash val="solid"/>
            <a:miter/>
          </a:ln>
        </p:spPr>
        <p:txBody>
          <a:bodyPr vert="horz" wrap="square" lIns="91492" tIns="45745" rIns="91492" bIns="45745" anchor="t" anchorCtr="0">
            <a:prstTxWarp prst="textNoShape"/>
          </a:bodyPr>
          <a:lstStyle/>
          <a:p>
            <a:pPr algn="r"/>
            <a:endParaRPr lang="zh-CN" altLang="en-US" sz="1100">
              <a:latin typeface="Droid Sans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3" name="对象"/>
          <p:cNvSpPr>
            <a:spLocks noGrp="1" noChangeAspect="1"/>
          </p:cNvSpPr>
          <p:nvPr>
            <p:ph type="sldImg" idx="2"/>
          </p:nvPr>
        </p:nvSpPr>
        <p:spPr>
          <a:xfrm rot="0">
            <a:off x="990600" y="766763"/>
            <a:ext cx="5118100" cy="3838575"/>
          </a:xfrm>
          <a:prstGeom prst="rect"/>
          <a:noFill/>
          <a:ln w="9525" cmpd="sng" cap="flat">
            <a:solidFill>
              <a:srgbClr val="000000"/>
            </a:solidFill>
            <a:prstDash val="solid"/>
            <a:miter/>
          </a:ln>
        </p:spPr>
      </p:sp>
      <p:sp>
        <p:nvSpPr>
          <p:cNvPr id="14" name="文本框"/>
          <p:cNvSpPr>
            <a:spLocks noGrp="1"/>
          </p:cNvSpPr>
          <p:nvPr>
            <p:ph type="body" idx="3"/>
          </p:nvPr>
        </p:nvSpPr>
        <p:spPr>
          <a:xfrm rot="0">
            <a:off x="709614" y="4862514"/>
            <a:ext cx="5680075" cy="4605337"/>
          </a:xfrm>
          <a:prstGeom prst="rect"/>
          <a:noFill/>
          <a:ln w="9525" cmpd="sng" cap="flat">
            <a:noFill/>
            <a:prstDash val="solid"/>
            <a:miter/>
          </a:ln>
        </p:spPr>
        <p:txBody>
          <a:bodyPr vert="horz" wrap="square" lIns="91492" tIns="45745" rIns="91492" bIns="45745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5" name="文本框"/>
          <p:cNvSpPr>
            <a:spLocks noGrp="1"/>
          </p:cNvSpPr>
          <p:nvPr>
            <p:ph type="ftr" idx="4"/>
          </p:nvPr>
        </p:nvSpPr>
        <p:spPr>
          <a:xfrm rot="0">
            <a:off x="2" y="9720264"/>
            <a:ext cx="3076575" cy="512761"/>
          </a:xfrm>
          <a:prstGeom prst="rect"/>
          <a:noFill/>
          <a:ln w="9525" cmpd="sng" cap="flat">
            <a:noFill/>
            <a:prstDash val="solid"/>
            <a:miter/>
          </a:ln>
        </p:spPr>
        <p:txBody>
          <a:bodyPr vert="horz" wrap="square" lIns="91492" tIns="45745" rIns="91492" bIns="45745" anchor="b" anchorCtr="0">
            <a:prstTxWarp prst="textNoShape"/>
          </a:bodyPr>
          <a:lstStyle/>
          <a:p>
            <a:pPr algn="l"/>
            <a:endParaRPr lang="zh-CN" altLang="en-US" sz="1100">
              <a:latin typeface="Droid Sans" pitchFamily="0" charset="0"/>
              <a:ea typeface="宋体" pitchFamily="0" charset="0"/>
              <a:cs typeface="Droid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13713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fontAlgn="base" hangingPunct="1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rial" pitchFamily="34" charset="0"/>
        <a:ea typeface="宋体" pitchFamily="0" charset="0"/>
        <a:cs typeface="Calibri" pitchFamily="0" charset="0"/>
      </a:defRPr>
    </a:lvl1pPr>
    <a:lvl2pPr marL="457200" indent="0" algn="l" defTabSz="914400" fontAlgn="base" hangingPunct="1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rial" pitchFamily="34" charset="0"/>
        <a:ea typeface="宋体" pitchFamily="0" charset="0"/>
        <a:cs typeface="Calibri" pitchFamily="0" charset="0"/>
      </a:defRPr>
    </a:lvl2pPr>
    <a:lvl3pPr marL="914400" indent="0" algn="l" defTabSz="914400" fontAlgn="base" hangingPunct="1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rial" pitchFamily="34" charset="0"/>
        <a:ea typeface="宋体" pitchFamily="0" charset="0"/>
        <a:cs typeface="Calibri" pitchFamily="0" charset="0"/>
      </a:defRPr>
    </a:lvl3pPr>
    <a:lvl4pPr marL="1371600" indent="0" algn="l" defTabSz="914400" fontAlgn="base" hangingPunct="1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rial" pitchFamily="34" charset="0"/>
        <a:ea typeface="宋体" pitchFamily="0" charset="0"/>
        <a:cs typeface="Calibri" pitchFamily="0" charset="0"/>
      </a:defRPr>
    </a:lvl4pPr>
    <a:lvl5pPr marL="1828800" indent="0" algn="l" defTabSz="914400" fontAlgn="base" hangingPunct="1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rial" pitchFamily="34" charset="0"/>
        <a:ea typeface="宋体" pitchFamily="0" charset="0"/>
        <a:cs typeface="Calibri" pitchFamily="0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sldNum" idx="5"/>
          </p:nvPr>
        </p:nvSpPr>
        <p:spPr>
          <a:xfrm rot="0">
            <a:off x="4021139" y="9720264"/>
            <a:ext cx="3076575" cy="512761"/>
          </a:xfrm>
          <a:prstGeom prst="rect"/>
          <a:noFill/>
          <a:ln w="9525" cmpd="sng" cap="flat">
            <a:noFill/>
            <a:prstDash val="solid"/>
            <a:miter/>
          </a:ln>
        </p:spPr>
        <p:txBody>
          <a:bodyPr vert="horz" wrap="square" lIns="91492" tIns="45745" rIns="91492" bIns="45745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1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1</a:t>
            </a:fld>
            <a:endParaRPr lang="zh-CN" altLang="en-US" sz="1100">
              <a:latin typeface="Droid Sans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52" name="对象"/>
          <p:cNvSpPr>
            <a:spLocks noGrp="1"/>
          </p:cNvSpPr>
          <p:nvPr>
            <p:ph type="sldImg"/>
          </p:nvPr>
        </p:nvSpPr>
        <p:spPr>
          <a:xfrm rot="0">
            <a:off x="990600" y="766763"/>
            <a:ext cx="5118100" cy="3838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3" name="文本框"/>
          <p:cNvSpPr>
            <a:spLocks noGrp="1"/>
          </p:cNvSpPr>
          <p:nvPr>
            <p:ph type="body" idx="1"/>
          </p:nvPr>
        </p:nvSpPr>
        <p:spPr>
          <a:xfrm rot="0">
            <a:off x="709614" y="4862514"/>
            <a:ext cx="5680075" cy="4605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289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png"/><Relationship Id="rId3" Type="http://schemas.openxmlformats.org/officeDocument/2006/relationships/image" Target="../media/2.png"/><Relationship Id="rId4" Type="http://schemas.openxmlformats.org/officeDocument/2006/relationships/image" Target="../media/3.png"/><Relationship Id="rId5" Type="http://schemas.openxmlformats.org/officeDocument/2006/relationships/image" Target="../media/pimg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type="title" preserve="1">
  <p:cSld name="标题幻灯片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"/>
          <p:cNvSpPr>
            <a:spLocks/>
          </p:cNvSpPr>
          <p:nvPr/>
        </p:nvSpPr>
        <p:spPr>
          <a:xfrm rot="0">
            <a:off x="0" y="0"/>
            <a:ext cx="12191998" cy="1280156"/>
          </a:xfrm>
          <a:prstGeom prst="rect"/>
          <a:solidFill>
            <a:srgbClr val="01234D"/>
          </a:solidFill>
          <a:ln w="19050" cmpd="sng" cap="flat">
            <a:solidFill>
              <a:srgbClr val="525755"/>
            </a:solidFill>
            <a:prstDash val="solid"/>
            <a:round/>
          </a:ln>
        </p:spPr>
      </p:sp>
      <p:pic>
        <p:nvPicPr>
          <p:cNvPr id="17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9006884" y="74822"/>
            <a:ext cx="1043153" cy="1043153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8" name="图片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10947316" y="123389"/>
            <a:ext cx="884046" cy="884047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9" name="图片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10127893" y="192302"/>
            <a:ext cx="785940" cy="785938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0" name="矩形"/>
          <p:cNvSpPr>
            <a:spLocks/>
          </p:cNvSpPr>
          <p:nvPr/>
        </p:nvSpPr>
        <p:spPr>
          <a:xfrm rot="0">
            <a:off x="2575249" y="27424"/>
            <a:ext cx="5998348" cy="6248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55</a:t>
            </a:r>
            <a:r>
              <a:rPr lang="en-US" altLang="zh-CN" sz="1800" b="1" i="0" u="none" strike="noStrike" kern="1200" cap="none" spc="0" baseline="3000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th</a:t>
            </a:r>
            <a:r>
              <a:rPr lang="en-US" altLang="zh-CN" sz="18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  Annual Conference of </a:t>
            </a:r>
            <a:endParaRPr lang="en-US" altLang="zh-CN" sz="1800" b="1" i="0" u="none" strike="noStrike" kern="1200" cap="none" spc="0" baseline="0">
              <a:solidFill>
                <a:schemeClr val="bg1"/>
              </a:solidFill>
              <a:latin typeface="Gordita " pitchFamily="0" charset="0"/>
              <a:ea typeface="等线" pitchFamily="0" charset="0"/>
              <a:cs typeface="Apto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Orthopedic Surgeon Society of Andhra Pradesh</a:t>
            </a:r>
            <a:endParaRPr lang="zh-CN" altLang="en-US" sz="1800" b="1" i="0" u="none" strike="noStrike" kern="1200" cap="none" spc="0" baseline="0">
              <a:solidFill>
                <a:schemeClr val="bg1"/>
              </a:solidFill>
              <a:latin typeface="Gordita 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21" name="矩形"/>
          <p:cNvSpPr>
            <a:spLocks/>
          </p:cNvSpPr>
          <p:nvPr/>
        </p:nvSpPr>
        <p:spPr>
          <a:xfrm rot="0">
            <a:off x="2601217" y="653897"/>
            <a:ext cx="6307494" cy="2724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Date 6 – 8 February,2026, Venue : Kurnool Medical College</a:t>
            </a:r>
            <a:endParaRPr lang="zh-CN" altLang="en-US" sz="1200" b="1" i="0" u="none" strike="noStrike" kern="1200" cap="none" spc="0" baseline="0">
              <a:solidFill>
                <a:schemeClr val="bg1"/>
              </a:solidFill>
              <a:latin typeface="Gordita 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22" name="矩形"/>
          <p:cNvSpPr>
            <a:spLocks/>
          </p:cNvSpPr>
          <p:nvPr/>
        </p:nvSpPr>
        <p:spPr>
          <a:xfrm rot="0">
            <a:off x="2575249" y="913340"/>
            <a:ext cx="7114031" cy="2724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Organized by : Department of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Orthopaedics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, Kurnool Medical College Kurnool</a:t>
            </a:r>
            <a:endParaRPr lang="zh-CN" altLang="en-US" sz="1200" b="1" i="0" u="none" strike="noStrike" kern="1200" cap="none" spc="0" baseline="0">
              <a:solidFill>
                <a:schemeClr val="bg1"/>
              </a:solidFill>
              <a:latin typeface="Gordita 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23" name="曲线"/>
          <p:cNvSpPr>
            <a:spLocks/>
          </p:cNvSpPr>
          <p:nvPr/>
        </p:nvSpPr>
        <p:spPr>
          <a:xfrm rot="0">
            <a:off x="560814" y="14255"/>
            <a:ext cx="1505561" cy="128015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t="-9937" r="-4895" b="-10857"/>
            </a:stretch>
          </a:blipFill>
          <a:ln cmpd="sng" cap="flat">
            <a:noFill/>
            <a:prstDash val="solid"/>
            <a:miter/>
          </a:ln>
        </p:spPr>
      </p:sp>
      <p:sp>
        <p:nvSpPr>
          <p:cNvPr id="24" name="文本框"/>
          <p:cNvSpPr>
            <a:spLocks noGrp="1"/>
          </p:cNvSpPr>
          <p:nvPr>
            <p:ph type="ctrTitle"/>
          </p:nvPr>
        </p:nvSpPr>
        <p:spPr>
          <a:xfrm rot="0">
            <a:off x="1524000" y="1122363"/>
            <a:ext cx="9144000" cy="2387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000" b="0" i="0" u="none" strike="noStrike" kern="1200" cap="none" spc="0" baseline="0">
                <a:solidFill>
                  <a:schemeClr val="tx1"/>
                </a:solidFill>
                <a:latin typeface="Aptos Display" pitchFamily="0" charset="0"/>
                <a:ea typeface="等线 Light" pitchFamily="0" charset="0"/>
                <a:cs typeface="Lucida Sans" pitchFamily="0" charset="0"/>
              </a:rPr>
              <a:t>Click to edit Master title style</a:t>
            </a:r>
            <a:endParaRPr lang="zh-CN" altLang="en-US" sz="6000" b="0" i="0" u="none" strike="noStrike" kern="1200" cap="none" spc="0" baseline="0">
              <a:solidFill>
                <a:schemeClr val="tx1"/>
              </a:solidFill>
              <a:latin typeface="Aptos Display" pitchFamily="0" charset="0"/>
              <a:ea typeface="等线 Light" pitchFamily="0" charset="0"/>
              <a:cs typeface="Lucida Sans" pitchFamily="0" charset="0"/>
            </a:endParaRPr>
          </a:p>
        </p:txBody>
      </p:sp>
      <p:sp>
        <p:nvSpPr>
          <p:cNvPr id="25" name="文本框"/>
          <p:cNvSpPr>
            <a:spLocks noGrp="1"/>
          </p:cNvSpPr>
          <p:nvPr>
            <p:ph type="subTitle" idx="1"/>
          </p:nvPr>
        </p:nvSpPr>
        <p:spPr>
          <a:xfrm rot="0">
            <a:off x="1524000" y="3602038"/>
            <a:ext cx="9144000" cy="165576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Lucida Sans" pitchFamily="0" charset="0"/>
              </a:rPr>
              <a:t>Click to edit Master subtitle style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等线" pitchFamily="0" charset="0"/>
              <a:cs typeface="Lucida Sans" pitchFamily="0" charset="0"/>
            </a:endParaRPr>
          </a:p>
        </p:txBody>
      </p:sp>
      <p:sp>
        <p:nvSpPr>
          <p:cNvPr id="26" name="文本框"/>
          <p:cNvSpPr>
            <a:spLocks noGrp="1"/>
          </p:cNvSpPr>
          <p:nvPr>
            <p:ph type="dt" idx="10"/>
          </p:nvPr>
        </p:nvSpPr>
        <p:spPr>
          <a:xfrm rot="0">
            <a:off x="838200" y="6356349"/>
            <a:ext cx="27432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27" name="文本框"/>
          <p:cNvSpPr>
            <a:spLocks noGrp="1"/>
          </p:cNvSpPr>
          <p:nvPr>
            <p:ph type="ftr"/>
          </p:nvPr>
        </p:nvSpPr>
        <p:spPr>
          <a:xfrm rot="0">
            <a:off x="4038600" y="6356349"/>
            <a:ext cx="41148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28" name="文本框"/>
          <p:cNvSpPr>
            <a:spLocks noGrp="1"/>
          </p:cNvSpPr>
          <p:nvPr>
            <p:ph type="sldNum"/>
          </p:nvPr>
        </p:nvSpPr>
        <p:spPr>
          <a:xfrm rot="0">
            <a:off x="8610600" y="6356349"/>
            <a:ext cx="27432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&lt;#&gt;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772807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279516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48952827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3990237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30462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017612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9507142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24041460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37064810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763503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918095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image" Target="../media/2.png"/><Relationship Id="rId3" Type="http://schemas.openxmlformats.org/officeDocument/2006/relationships/image" Target="../media/3.png"/><Relationship Id="rId4" Type="http://schemas.openxmlformats.org/officeDocument/2006/relationships/image" Target="../media/pimg1.png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Relationship Id="rId9" Type="http://schemas.openxmlformats.org/officeDocument/2006/relationships/slideLayout" Target="../slideLayouts/slideLayout5.xml"/><Relationship Id="rId10" Type="http://schemas.openxmlformats.org/officeDocument/2006/relationships/slideLayout" Target="../slideLayouts/slideLayout6.xml"/><Relationship Id="rId11" Type="http://schemas.openxmlformats.org/officeDocument/2006/relationships/slideLayout" Target="../slideLayouts/slideLayout7.xml"/><Relationship Id="rId12" Type="http://schemas.openxmlformats.org/officeDocument/2006/relationships/slideLayout" Target="../slideLayouts/slideLayout8.xml"/><Relationship Id="rId13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1.xml"/><Relationship Id="rId16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 rot="0">
            <a:off x="0" y="0"/>
            <a:ext cx="12191998" cy="1280156"/>
          </a:xfrm>
          <a:prstGeom prst="rect"/>
          <a:solidFill>
            <a:srgbClr val="01234D"/>
          </a:solidFill>
          <a:ln w="19050" cmpd="sng" cap="flat">
            <a:solidFill>
              <a:srgbClr val="525755"/>
            </a:solidFill>
            <a:prstDash val="solid"/>
            <a:round/>
          </a:ln>
        </p:spPr>
      </p:sp>
      <p:pic>
        <p:nvPicPr>
          <p:cNvPr id="3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9006884" y="74822"/>
            <a:ext cx="1043153" cy="1043153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4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10947316" y="123389"/>
            <a:ext cx="884046" cy="884047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5" name="图片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10127893" y="192302"/>
            <a:ext cx="785940" cy="785938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6" name="矩形"/>
          <p:cNvSpPr>
            <a:spLocks/>
          </p:cNvSpPr>
          <p:nvPr/>
        </p:nvSpPr>
        <p:spPr>
          <a:xfrm rot="0">
            <a:off x="2575249" y="27424"/>
            <a:ext cx="5998348" cy="6463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55</a:t>
            </a:r>
            <a:r>
              <a:rPr lang="en-US" altLang="zh-CN" sz="1800" b="1" i="0" u="none" strike="noStrike" kern="1200" cap="none" spc="0" baseline="3000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th</a:t>
            </a:r>
            <a:r>
              <a:rPr lang="en-US" altLang="zh-CN" sz="18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  Annual Conference of </a:t>
            </a:r>
            <a:endParaRPr lang="en-US" altLang="zh-CN" sz="1800" b="1" i="0" u="none" strike="noStrike" kern="1200" cap="none" spc="0" baseline="0">
              <a:solidFill>
                <a:schemeClr val="bg1"/>
              </a:solidFill>
              <a:latin typeface="Gordita " pitchFamily="0" charset="0"/>
              <a:ea typeface="等线" pitchFamily="0" charset="0"/>
              <a:cs typeface="Apto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Orthopedic Surgeon Society of Andhra Pradesh</a:t>
            </a:r>
            <a:endParaRPr lang="zh-CN" altLang="en-US" sz="1800" b="1" i="0" u="none" strike="noStrike" kern="1200" cap="none" spc="0" baseline="0">
              <a:solidFill>
                <a:schemeClr val="bg1"/>
              </a:solidFill>
              <a:latin typeface="Gordita 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7" name="矩形"/>
          <p:cNvSpPr>
            <a:spLocks/>
          </p:cNvSpPr>
          <p:nvPr/>
        </p:nvSpPr>
        <p:spPr>
          <a:xfrm rot="0">
            <a:off x="2601217" y="653897"/>
            <a:ext cx="6307494" cy="2769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Date 6 – 8 February,2026, Venue : Kurnool Medical College</a:t>
            </a:r>
            <a:endParaRPr lang="zh-CN" altLang="en-US" sz="1200" b="1" i="0" u="none" strike="noStrike" kern="1200" cap="none" spc="0" baseline="0">
              <a:solidFill>
                <a:schemeClr val="bg1"/>
              </a:solidFill>
              <a:latin typeface="Gordita 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8" name="矩形"/>
          <p:cNvSpPr>
            <a:spLocks/>
          </p:cNvSpPr>
          <p:nvPr/>
        </p:nvSpPr>
        <p:spPr>
          <a:xfrm rot="0">
            <a:off x="2575249" y="913340"/>
            <a:ext cx="7114031" cy="2769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Organized by : Department of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Orthopaedics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, Kurnool Medical College Kurnool</a:t>
            </a:r>
            <a:endParaRPr lang="zh-CN" altLang="en-US" sz="1200" b="1" i="0" u="none" strike="noStrike" kern="1200" cap="none" spc="0" baseline="0">
              <a:solidFill>
                <a:schemeClr val="bg1"/>
              </a:solidFill>
              <a:latin typeface="Gordita 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9" name="曲线"/>
          <p:cNvSpPr>
            <a:spLocks/>
          </p:cNvSpPr>
          <p:nvPr/>
        </p:nvSpPr>
        <p:spPr>
          <a:xfrm rot="0">
            <a:off x="560814" y="14255"/>
            <a:ext cx="1505561" cy="128015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t="-9937" r="-4895" b="-10857"/>
            </a:stretch>
          </a:blipFill>
          <a:ln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299547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5"/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</p:sldLayoutIdLst>
  <p:hf sldNum="0" hdr="0" ftr="0" dt="0"/>
  <p:txStyles>
    <p:titleStyle>
      <a:lvl1pPr algn="l" defTabSz="914400" eaLnBrk="1" fontAlgn="auto" latinLnBrk="0" hangingPunct="1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Aptos Display" pitchFamily="0" charset="0"/>
          <a:ea typeface="等线 Light" pitchFamily="0" charset="0"/>
          <a:cs typeface="Aptos Display" pitchFamily="0" charset="0"/>
        </a:defRPr>
      </a:lvl1pPr>
    </p:titleStyle>
    <p:bodyStyle>
      <a:lvl1pPr marL="228600" indent="-228600" algn="l" defTabSz="914400" eaLnBrk="1" fontAlgn="auto" latinLnBrk="0" hangingPunct="1">
        <a:lnSpc>
          <a:spcPct val="90000"/>
        </a:lnSpc>
        <a:spcBef>
          <a:spcPts val="1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Aptos" pitchFamily="0" charset="0"/>
          <a:ea typeface="等线" pitchFamily="0" charset="0"/>
          <a:cs typeface="Aptos" pitchFamily="0" charset="0"/>
        </a:defRPr>
      </a:lvl1pPr>
      <a:lvl2pPr marL="685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ptos" pitchFamily="0" charset="0"/>
          <a:ea typeface="等线" pitchFamily="0" charset="0"/>
          <a:cs typeface="Aptos" pitchFamily="0" charset="0"/>
        </a:defRPr>
      </a:lvl2pPr>
      <a:lvl3pPr marL="1143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ptos" pitchFamily="0" charset="0"/>
          <a:ea typeface="等线" pitchFamily="0" charset="0"/>
          <a:cs typeface="Aptos" pitchFamily="0" charset="0"/>
        </a:defRPr>
      </a:lvl3pPr>
      <a:lvl4pPr marL="16002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pitchFamily="0" charset="0"/>
          <a:ea typeface="等线" pitchFamily="0" charset="0"/>
          <a:cs typeface="Aptos" pitchFamily="0" charset="0"/>
        </a:defRPr>
      </a:lvl4pPr>
      <a:lvl5pPr marL="20574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pitchFamily="0" charset="0"/>
          <a:ea typeface="等线" pitchFamily="0" charset="0"/>
          <a:cs typeface="Aptos" pitchFamily="0" charset="0"/>
        </a:defRPr>
      </a:lvl5pPr>
      <a:lvl6pPr marL="25146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pitchFamily="0" charset="0"/>
          <a:ea typeface="等线" pitchFamily="0" charset="0"/>
          <a:cs typeface="Aptos" pitchFamily="0" charset="0"/>
        </a:defRPr>
      </a:lvl6pPr>
      <a:lvl7pPr marL="2971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pitchFamily="0" charset="0"/>
          <a:ea typeface="等线" pitchFamily="0" charset="0"/>
          <a:cs typeface="Aptos" pitchFamily="0" charset="0"/>
        </a:defRPr>
      </a:lvl7pPr>
      <a:lvl8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pitchFamily="0" charset="0"/>
          <a:ea typeface="等线" pitchFamily="0" charset="0"/>
          <a:cs typeface="Aptos" pitchFamily="0" charset="0"/>
        </a:defRPr>
      </a:lvl8pPr>
      <a:lvl9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pitchFamily="0" charset="0"/>
          <a:ea typeface="等线" pitchFamily="0" charset="0"/>
          <a:cs typeface="Aptos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image" Target="../media/2.png"/><Relationship Id="rId3" Type="http://schemas.openxmlformats.org/officeDocument/2006/relationships/image" Target="../media/3.png"/><Relationship Id="rId4" Type="http://schemas.openxmlformats.org/officeDocument/2006/relationships/image" Target="../media/pimg3.png"/><Relationship Id="rId5" Type="http://schemas.openxmlformats.org/officeDocument/2006/relationships/image" Target="../media/4.jpeg"/><Relationship Id="rId6" Type="http://schemas.openxmlformats.org/officeDocument/2006/relationships/image" Target="../media/5.jpeg"/><Relationship Id="rId7" Type="http://schemas.openxmlformats.org/officeDocument/2006/relationships/image" Target="../media/6.jpeg"/><Relationship Id="rId8" Type="http://schemas.openxmlformats.org/officeDocument/2006/relationships/image" Target="../media/7.jpeg"/><Relationship Id="rId9" Type="http://schemas.openxmlformats.org/officeDocument/2006/relationships/image" Target="../media/8.jpe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"/>
          <p:cNvSpPr>
            <a:spLocks/>
          </p:cNvSpPr>
          <p:nvPr/>
        </p:nvSpPr>
        <p:spPr>
          <a:xfrm rot="0">
            <a:off x="0" y="0"/>
            <a:ext cx="12191998" cy="1280156"/>
          </a:xfrm>
          <a:prstGeom prst="rect"/>
          <a:solidFill>
            <a:srgbClr val="01234D"/>
          </a:solidFill>
          <a:ln w="19050" cmpd="sng" cap="flat">
            <a:solidFill>
              <a:srgbClr val="525755"/>
            </a:solidFill>
            <a:prstDash val="solid"/>
            <a:round/>
          </a:ln>
        </p:spPr>
      </p:sp>
      <p:pic>
        <p:nvPicPr>
          <p:cNvPr id="30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9006884" y="74822"/>
            <a:ext cx="1043153" cy="1043153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31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10947316" y="123389"/>
            <a:ext cx="884046" cy="884047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32" name="图片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10127893" y="192302"/>
            <a:ext cx="785940" cy="785938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33" name="矩形"/>
          <p:cNvSpPr>
            <a:spLocks/>
          </p:cNvSpPr>
          <p:nvPr/>
        </p:nvSpPr>
        <p:spPr>
          <a:xfrm rot="0">
            <a:off x="2119054" y="13232"/>
            <a:ext cx="9325719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Comprehensive Management of Multiligamentous Knee Injury with knee dislocation </a:t>
            </a:r>
            <a:endParaRPr lang="zh-CN" altLang="en-US" sz="1800" b="1" i="0" u="none" strike="noStrike" kern="1200" cap="none" spc="0" baseline="0">
              <a:solidFill>
                <a:schemeClr val="bg1"/>
              </a:solidFill>
              <a:latin typeface="Gordita 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34" name="矩形"/>
          <p:cNvSpPr>
            <a:spLocks/>
          </p:cNvSpPr>
          <p:nvPr/>
        </p:nvSpPr>
        <p:spPr>
          <a:xfrm rot="0">
            <a:off x="2999769" y="338907"/>
            <a:ext cx="6392638" cy="6343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Presenter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: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DR B RAJ KUMAR NAIK</a:t>
            </a:r>
            <a:endParaRPr lang="en-US" altLang="zh-CN" sz="1200" b="1" i="0" u="none" strike="noStrike" kern="1200" cap="none" spc="0" baseline="0">
              <a:solidFill>
                <a:schemeClr val="bg1"/>
              </a:solidFill>
              <a:latin typeface="Gordita " pitchFamily="0" charset="0"/>
              <a:ea typeface="等线" pitchFamily="0" charset="0"/>
              <a:cs typeface="Apto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G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U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I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D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E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: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D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R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A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M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A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D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H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U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S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U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D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H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A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N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A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(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H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O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D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)</a:t>
            </a:r>
            <a:endParaRPr lang="en-US" altLang="zh-CN" sz="1200" b="1" i="0" u="none" strike="noStrike" kern="1200" cap="none" spc="0" baseline="0">
              <a:solidFill>
                <a:schemeClr val="bg1"/>
              </a:solidFill>
              <a:latin typeface="Gordita " pitchFamily="0" charset="0"/>
              <a:ea typeface="等线" pitchFamily="0" charset="0"/>
              <a:cs typeface="Apto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D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R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D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L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V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E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N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K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A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T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E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S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H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( Associate professor)</a:t>
            </a:r>
            <a:endParaRPr lang="zh-CN" altLang="en-US" sz="1200" b="1" i="0" u="none" strike="noStrike" kern="1200" cap="none" spc="0" baseline="0">
              <a:solidFill>
                <a:schemeClr val="bg1"/>
              </a:solidFill>
              <a:latin typeface="Gordita 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35" name="矩形"/>
          <p:cNvSpPr>
            <a:spLocks/>
          </p:cNvSpPr>
          <p:nvPr/>
        </p:nvSpPr>
        <p:spPr>
          <a:xfrm rot="0">
            <a:off x="2936006" y="766201"/>
            <a:ext cx="8832402" cy="63436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200" b="1" i="0" u="none" strike="noStrike" kern="1200" cap="none" spc="0" baseline="0">
              <a:solidFill>
                <a:schemeClr val="bg1"/>
              </a:solidFill>
              <a:latin typeface="Gordita " pitchFamily="0" charset="0"/>
              <a:ea typeface="等线" pitchFamily="0" charset="0"/>
              <a:cs typeface="Apto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Sri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Venkateswara Ramnarayan Ruia Government General Hospital  ,  Tirupati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O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S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S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A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P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-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0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2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4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-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A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B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S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-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55</a:t>
            </a:r>
            <a:endParaRPr lang="en-US" altLang="zh-CN" sz="1200" b="1" i="0" u="none" strike="noStrike" kern="1200" cap="none" spc="0" baseline="0">
              <a:solidFill>
                <a:schemeClr val="bg1"/>
              </a:solidFill>
              <a:latin typeface="Gordita " pitchFamily="0" charset="0"/>
              <a:ea typeface="等线" pitchFamily="0" charset="0"/>
              <a:cs typeface="Apto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1" i="0" u="none" strike="noStrike" kern="1200" cap="none" spc="0" baseline="0">
              <a:solidFill>
                <a:schemeClr val="bg1"/>
              </a:solidFill>
              <a:latin typeface="Gordita 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36" name="曲线"/>
          <p:cNvSpPr>
            <a:spLocks/>
          </p:cNvSpPr>
          <p:nvPr/>
        </p:nvSpPr>
        <p:spPr>
          <a:xfrm rot="0">
            <a:off x="560814" y="14255"/>
            <a:ext cx="1505561" cy="128015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t="-9937" r="-4895" b="-10857"/>
            </a:stretch>
          </a:blipFill>
          <a:ln cmpd="sng" cap="flat">
            <a:noFill/>
            <a:prstDash val="solid"/>
            <a:miter/>
          </a:ln>
        </p:spPr>
      </p:sp>
      <p:sp>
        <p:nvSpPr>
          <p:cNvPr id="37" name="矩形"/>
          <p:cNvSpPr>
            <a:spLocks/>
          </p:cNvSpPr>
          <p:nvPr/>
        </p:nvSpPr>
        <p:spPr>
          <a:xfrm rot="0">
            <a:off x="0" y="1674795"/>
            <a:ext cx="3161672" cy="3330339"/>
          </a:xfrm>
          <a:prstGeom prst="rect"/>
          <a:noFill/>
          <a:ln w="19050" cmpd="sng" cap="flat">
            <a:solidFill>
              <a:srgbClr val="0C445E"/>
            </a:solidFill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u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g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u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k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j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u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y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w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h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k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d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b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u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b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h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g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p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x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u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f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w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g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h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g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h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v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y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j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u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y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,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h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u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g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h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d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w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b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u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g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f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k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f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v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u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p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d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u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g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d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f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,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d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d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g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p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p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d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g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d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g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38" name="矩形"/>
          <p:cNvSpPr>
            <a:spLocks/>
          </p:cNvSpPr>
          <p:nvPr/>
        </p:nvSpPr>
        <p:spPr>
          <a:xfrm rot="0">
            <a:off x="-92381" y="4958181"/>
            <a:ext cx="3248761" cy="2162909"/>
          </a:xfrm>
          <a:prstGeom prst="rect"/>
          <a:noFill/>
          <a:ln w="19050" cmpd="sng" cap="flat">
            <a:solidFill>
              <a:srgbClr val="0C445E"/>
            </a:solidFill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2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8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y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d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p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p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d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u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y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f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w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g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v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h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d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w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h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v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p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,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d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f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y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d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b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y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f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k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w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h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f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b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d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p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u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s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39" name="矩形"/>
          <p:cNvSpPr>
            <a:spLocks/>
          </p:cNvSpPr>
          <p:nvPr/>
        </p:nvSpPr>
        <p:spPr>
          <a:xfrm rot="0">
            <a:off x="3137267" y="1667212"/>
            <a:ext cx="3629170" cy="5192056"/>
          </a:xfrm>
          <a:prstGeom prst="rect"/>
          <a:noFill/>
          <a:ln w="19050" cmpd="sng" cap="flat">
            <a:solidFill>
              <a:srgbClr val="0C445E"/>
            </a:solidFill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●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d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stabilization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d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g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d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●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f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3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w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k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p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v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y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,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u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d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d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g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h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p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y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●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B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u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g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d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g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w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h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u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d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●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h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p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u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g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u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w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h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p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u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d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n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w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i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h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u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g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f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40" name="矩形"/>
          <p:cNvSpPr>
            <a:spLocks/>
          </p:cNvSpPr>
          <p:nvPr/>
        </p:nvSpPr>
        <p:spPr>
          <a:xfrm rot="0">
            <a:off x="6771037" y="1744037"/>
            <a:ext cx="5440059" cy="3330340"/>
          </a:xfrm>
          <a:prstGeom prst="rect"/>
          <a:noFill/>
          <a:ln w="19050" cmpd="sng" cap="flat">
            <a:solidFill>
              <a:srgbClr val="0C445E"/>
            </a:solidFill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▪︎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ddressing all injured structures in one setting helped re-establish normal biomechanics and reduce the risk of chronic instability or graft overload.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▪︎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Early controlled rehabilitation was initiated to prevent stiffness while protecting the reconstructions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41" name="矩形"/>
          <p:cNvSpPr>
            <a:spLocks/>
          </p:cNvSpPr>
          <p:nvPr/>
        </p:nvSpPr>
        <p:spPr>
          <a:xfrm rot="21600000">
            <a:off x="6781915" y="5080536"/>
            <a:ext cx="5410083" cy="1777463"/>
          </a:xfrm>
          <a:prstGeom prst="rect"/>
          <a:noFill/>
          <a:ln w="19050" cmpd="sng" cap="flat">
            <a:solidFill>
              <a:srgbClr val="0C445E"/>
            </a:solidFill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ute single-stage reconstruction for multiligament knee injury with dislocation is a safe and effective strategy when soft tissue conditions permits.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▪︎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 structured, comprehensive approach leads to improved stability, functional recovery, and reduced long-term morbidity.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42" name="矩形"/>
          <p:cNvSpPr>
            <a:spLocks/>
          </p:cNvSpPr>
          <p:nvPr/>
        </p:nvSpPr>
        <p:spPr>
          <a:xfrm rot="0">
            <a:off x="0" y="1280157"/>
            <a:ext cx="3168486" cy="402193"/>
          </a:xfrm>
          <a:prstGeom prst="rect"/>
          <a:solidFill>
            <a:srgbClr val="A9C9E9"/>
          </a:solidFill>
          <a:ln w="19050" cmpd="sng" cap="flat">
            <a:solidFill>
              <a:srgbClr val="0C445E"/>
            </a:solidFill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INTRODUCTION </a:t>
            </a:r>
            <a:endParaRPr lang="zh-CN" altLang="en-US" sz="1800" b="1" i="0" u="none" strike="noStrike" kern="1200" cap="none" spc="0" baseline="0">
              <a:solidFill>
                <a:schemeClr val="tx1"/>
              </a:solidFill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43" name="矩形"/>
          <p:cNvSpPr>
            <a:spLocks/>
          </p:cNvSpPr>
          <p:nvPr/>
        </p:nvSpPr>
        <p:spPr>
          <a:xfrm rot="0">
            <a:off x="3137836" y="1280157"/>
            <a:ext cx="3673978" cy="401585"/>
          </a:xfrm>
          <a:prstGeom prst="rect"/>
          <a:solidFill>
            <a:srgbClr val="A9C9E9"/>
          </a:solidFill>
          <a:ln w="19050" cmpd="sng" cap="flat">
            <a:solidFill>
              <a:srgbClr val="0C445E"/>
            </a:solidFill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0D0D0D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OPERATIVE FINDINGS</a:t>
            </a:r>
            <a:endParaRPr lang="zh-CN" altLang="en-US" sz="1800" b="1" i="0" u="none" strike="noStrike" kern="1200" cap="none" spc="0" baseline="0">
              <a:solidFill>
                <a:srgbClr val="0D0D0D"/>
              </a:solidFill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44" name="矩形"/>
          <p:cNvSpPr>
            <a:spLocks/>
          </p:cNvSpPr>
          <p:nvPr/>
        </p:nvSpPr>
        <p:spPr>
          <a:xfrm rot="0">
            <a:off x="6757640" y="1280157"/>
            <a:ext cx="5434353" cy="472000"/>
          </a:xfrm>
          <a:prstGeom prst="rect"/>
          <a:solidFill>
            <a:srgbClr val="A9C9E9"/>
          </a:solidFill>
          <a:ln w="19050" cmpd="sng" cap="flat">
            <a:solidFill>
              <a:srgbClr val="0C445E"/>
            </a:solidFill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0D0D0D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DISCUSSION</a:t>
            </a:r>
            <a:endParaRPr lang="zh-CN" altLang="en-US" sz="1800" b="1" i="0" u="none" strike="noStrike" kern="1200" cap="none" spc="0" baseline="0">
              <a:solidFill>
                <a:srgbClr val="0D0D0D"/>
              </a:solidFill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45" name="矩形"/>
          <p:cNvSpPr>
            <a:spLocks/>
          </p:cNvSpPr>
          <p:nvPr/>
        </p:nvSpPr>
        <p:spPr>
          <a:xfrm rot="0">
            <a:off x="-122463" y="4648118"/>
            <a:ext cx="3293640" cy="418078"/>
          </a:xfrm>
          <a:prstGeom prst="rect"/>
          <a:solidFill>
            <a:srgbClr val="A9C9E9"/>
          </a:solidFill>
          <a:ln w="19050" cmpd="sng" cap="flat">
            <a:solidFill>
              <a:srgbClr val="0C445E"/>
            </a:solidFill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0D0D0D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CASE REPORT</a:t>
            </a:r>
            <a:endParaRPr lang="zh-CN" altLang="en-US" sz="1800" b="1" i="0" u="none" strike="noStrike" kern="1200" cap="none" spc="0" baseline="0">
              <a:solidFill>
                <a:srgbClr val="0D0D0D"/>
              </a:solidFill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46" name="矩形"/>
          <p:cNvSpPr>
            <a:spLocks/>
          </p:cNvSpPr>
          <p:nvPr/>
        </p:nvSpPr>
        <p:spPr>
          <a:xfrm rot="0">
            <a:off x="6766436" y="4745365"/>
            <a:ext cx="6677670" cy="391306"/>
          </a:xfrm>
          <a:prstGeom prst="rect"/>
          <a:solidFill>
            <a:srgbClr val="A9C9E9"/>
          </a:solidFill>
          <a:ln w="19050" cmpd="sng" cap="flat">
            <a:solidFill>
              <a:srgbClr val="0C445E"/>
            </a:solidFill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0D0D0D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CONCLUSION</a:t>
            </a:r>
            <a:endParaRPr lang="zh-CN" altLang="en-US" sz="1800" b="1" i="0" u="none" strike="noStrike" kern="1200" cap="none" spc="0" baseline="0">
              <a:solidFill>
                <a:srgbClr val="0D0D0D"/>
              </a:solidFill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pic>
        <p:nvPicPr>
          <p:cNvPr id="47" name="图片"/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 rot="21600000">
            <a:off x="10551699" y="3339965"/>
            <a:ext cx="1627130" cy="144058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48" name="图片"/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 rot="0">
            <a:off x="9307990" y="3327612"/>
            <a:ext cx="1285388" cy="1417752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49" name="图片"/>
          <p:cNvPicPr>
            <a:picLocks/>
          </p:cNvPicPr>
          <p:nvPr/>
        </p:nvPicPr>
        <p:blipFill>
          <a:blip r:embed="rId7" cstate="print"/>
          <a:stretch>
            <a:fillRect/>
          </a:stretch>
        </p:blipFill>
        <p:spPr>
          <a:xfrm rot="21600000">
            <a:off x="4749076" y="4717071"/>
            <a:ext cx="2008560" cy="2140924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50" name="图片"/>
          <p:cNvPicPr>
            <a:picLocks/>
          </p:cNvPicPr>
          <p:nvPr/>
        </p:nvPicPr>
        <p:blipFill>
          <a:blip r:embed="rId8" cstate="print"/>
          <a:stretch>
            <a:fillRect/>
          </a:stretch>
        </p:blipFill>
        <p:spPr>
          <a:xfrm rot="21600000">
            <a:off x="6811810" y="3382493"/>
            <a:ext cx="1423136" cy="1352052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51" name="图片"/>
          <p:cNvPicPr>
            <a:picLocks/>
          </p:cNvPicPr>
          <p:nvPr/>
        </p:nvPicPr>
        <p:blipFill>
          <a:blip r:embed="rId9" cstate="print"/>
          <a:stretch>
            <a:fillRect/>
          </a:stretch>
        </p:blipFill>
        <p:spPr>
          <a:xfrm rot="21546346">
            <a:off x="8123336" y="3382898"/>
            <a:ext cx="1261714" cy="1366288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503464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3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Virinchi Vinay</dc:creator>
  <cp:lastModifiedBy>root</cp:lastModifiedBy>
  <cp:revision>0</cp:revision>
  <dcterms:created xsi:type="dcterms:W3CDTF">2026-01-10T08:24:43Z</dcterms:created>
  <dcterms:modified xsi:type="dcterms:W3CDTF">2026-02-15T10:07:20Z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ICV">
    <vt:lpwstr>eacba14f2933469a8b8fa5e83c8f670e</vt:lpwstr>
  </property>
</Properties>
</file>