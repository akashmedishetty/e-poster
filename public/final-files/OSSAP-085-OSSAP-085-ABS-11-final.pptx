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5755"/>
    <a:srgbClr val="01234D"/>
    <a:srgbClr val="D9F2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56F916-532A-47F9-9835-731C30403645}" v="7" dt="2026-01-30T13:30:16.8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8" d="100"/>
          <a:sy n="88" d="100"/>
        </p:scale>
        <p:origin x="932" y="2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ith Gajulapalli" userId="1ff98df2478cc17c" providerId="LiveId" clId="{B71BC402-0861-4086-A4CB-1446DC7995B7}"/>
    <pc:docChg chg="custSel modSld modMainMaster">
      <pc:chgData name="Harshith Gajulapalli" userId="1ff98df2478cc17c" providerId="LiveId" clId="{B71BC402-0861-4086-A4CB-1446DC7995B7}" dt="2026-01-30T13:37:19.399" v="1629" actId="14100"/>
      <pc:docMkLst>
        <pc:docMk/>
      </pc:docMkLst>
      <pc:sldChg chg="addSp modSp mod">
        <pc:chgData name="Harshith Gajulapalli" userId="1ff98df2478cc17c" providerId="LiveId" clId="{B71BC402-0861-4086-A4CB-1446DC7995B7}" dt="2026-01-30T13:37:19.399" v="1629" actId="14100"/>
        <pc:sldMkLst>
          <pc:docMk/>
          <pc:sldMk cId="3607354635" sldId="256"/>
        </pc:sldMkLst>
        <pc:spChg chg="mod">
          <ac:chgData name="Harshith Gajulapalli" userId="1ff98df2478cc17c" providerId="LiveId" clId="{B71BC402-0861-4086-A4CB-1446DC7995B7}" dt="2026-01-30T13:31:15.802" v="1580" actId="403"/>
          <ac:spMkLst>
            <pc:docMk/>
            <pc:sldMk cId="3607354635" sldId="256"/>
            <ac:spMk id="2" creationId="{1068363A-805F-8A11-37E1-BE42EE999E26}"/>
          </ac:spMkLst>
        </pc:spChg>
        <pc:spChg chg="mod">
          <ac:chgData name="Harshith Gajulapalli" userId="1ff98df2478cc17c" providerId="LiveId" clId="{B71BC402-0861-4086-A4CB-1446DC7995B7}" dt="2026-01-30T13:34:57.112" v="1608" actId="1076"/>
          <ac:spMkLst>
            <pc:docMk/>
            <pc:sldMk cId="3607354635" sldId="256"/>
            <ac:spMk id="3" creationId="{7B11EED1-5386-EBC7-1879-C66D116A273A}"/>
          </ac:spMkLst>
        </pc:spChg>
        <pc:spChg chg="mod">
          <ac:chgData name="Harshith Gajulapalli" userId="1ff98df2478cc17c" providerId="LiveId" clId="{B71BC402-0861-4086-A4CB-1446DC7995B7}" dt="2026-01-29T05:08:08.026" v="1172" actId="14100"/>
          <ac:spMkLst>
            <pc:docMk/>
            <pc:sldMk cId="3607354635" sldId="256"/>
            <ac:spMk id="5" creationId="{1D4F9D5A-1DDA-4BC3-63F3-F36226B86C87}"/>
          </ac:spMkLst>
        </pc:spChg>
        <pc:spChg chg="mod">
          <ac:chgData name="Harshith Gajulapalli" userId="1ff98df2478cc17c" providerId="LiveId" clId="{B71BC402-0861-4086-A4CB-1446DC7995B7}" dt="2026-01-29T05:07:57.173" v="1170" actId="14100"/>
          <ac:spMkLst>
            <pc:docMk/>
            <pc:sldMk cId="3607354635" sldId="256"/>
            <ac:spMk id="6" creationId="{EC094F03-F93B-9B6D-7C11-87F9C75E6ABB}"/>
          </ac:spMkLst>
        </pc:spChg>
        <pc:spChg chg="mod">
          <ac:chgData name="Harshith Gajulapalli" userId="1ff98df2478cc17c" providerId="LiveId" clId="{B71BC402-0861-4086-A4CB-1446DC7995B7}" dt="2026-01-30T13:33:19.328" v="1592" actId="14100"/>
          <ac:spMkLst>
            <pc:docMk/>
            <pc:sldMk cId="3607354635" sldId="256"/>
            <ac:spMk id="7" creationId="{6D1A47E9-312C-D04A-D368-EE96CE32C982}"/>
          </ac:spMkLst>
        </pc:spChg>
        <pc:spChg chg="mod">
          <ac:chgData name="Harshith Gajulapalli" userId="1ff98df2478cc17c" providerId="LiveId" clId="{B71BC402-0861-4086-A4CB-1446DC7995B7}" dt="2026-01-30T13:34:13.378" v="1601" actId="14100"/>
          <ac:spMkLst>
            <pc:docMk/>
            <pc:sldMk cId="3607354635" sldId="256"/>
            <ac:spMk id="8" creationId="{63A874B9-B8E1-A36B-AA38-6FCC7D5D8F32}"/>
          </ac:spMkLst>
        </pc:spChg>
        <pc:spChg chg="mod">
          <ac:chgData name="Harshith Gajulapalli" userId="1ff98df2478cc17c" providerId="LiveId" clId="{B71BC402-0861-4086-A4CB-1446DC7995B7}" dt="2026-01-30T13:34:34.056" v="1604" actId="14100"/>
          <ac:spMkLst>
            <pc:docMk/>
            <pc:sldMk cId="3607354635" sldId="256"/>
            <ac:spMk id="9" creationId="{0EFC2BB9-1938-0DF3-F424-CAC28C6D9880}"/>
          </ac:spMkLst>
        </pc:spChg>
        <pc:spChg chg="mod">
          <ac:chgData name="Harshith Gajulapalli" userId="1ff98df2478cc17c" providerId="LiveId" clId="{B71BC402-0861-4086-A4CB-1446DC7995B7}" dt="2026-01-29T05:08:12.612" v="1173" actId="14100"/>
          <ac:spMkLst>
            <pc:docMk/>
            <pc:sldMk cId="3607354635" sldId="256"/>
            <ac:spMk id="10" creationId="{6B0C050E-DD7C-3885-8EBF-D74C223C0531}"/>
          </ac:spMkLst>
        </pc:spChg>
        <pc:spChg chg="mod">
          <ac:chgData name="Harshith Gajulapalli" userId="1ff98df2478cc17c" providerId="LiveId" clId="{B71BC402-0861-4086-A4CB-1446DC7995B7}" dt="2026-01-30T13:32:58.821" v="1589" actId="14100"/>
          <ac:spMkLst>
            <pc:docMk/>
            <pc:sldMk cId="3607354635" sldId="256"/>
            <ac:spMk id="11" creationId="{493EBCB5-BB50-7945-E88B-86122853702B}"/>
          </ac:spMkLst>
        </pc:spChg>
        <pc:spChg chg="mod">
          <ac:chgData name="Harshith Gajulapalli" userId="1ff98df2478cc17c" providerId="LiveId" clId="{B71BC402-0861-4086-A4CB-1446DC7995B7}" dt="2026-01-30T13:33:39.482" v="1596" actId="1076"/>
          <ac:spMkLst>
            <pc:docMk/>
            <pc:sldMk cId="3607354635" sldId="256"/>
            <ac:spMk id="12" creationId="{779DCDE1-7E85-0646-3543-9C1638CEB9CA}"/>
          </ac:spMkLst>
        </pc:spChg>
        <pc:spChg chg="mod">
          <ac:chgData name="Harshith Gajulapalli" userId="1ff98df2478cc17c" providerId="LiveId" clId="{B71BC402-0861-4086-A4CB-1446DC7995B7}" dt="2026-01-29T05:07:50.986" v="1169" actId="14100"/>
          <ac:spMkLst>
            <pc:docMk/>
            <pc:sldMk cId="3607354635" sldId="256"/>
            <ac:spMk id="13" creationId="{9A130820-FF42-EA8A-339B-145E1FC668F5}"/>
          </ac:spMkLst>
        </pc:spChg>
        <pc:spChg chg="mod">
          <ac:chgData name="Harshith Gajulapalli" userId="1ff98df2478cc17c" providerId="LiveId" clId="{B71BC402-0861-4086-A4CB-1446DC7995B7}" dt="2026-01-27T05:23:19.448" v="9" actId="1076"/>
          <ac:spMkLst>
            <pc:docMk/>
            <pc:sldMk cId="3607354635" sldId="256"/>
            <ac:spMk id="18" creationId="{EA6BB7B0-D981-FEB6-4479-7A49704B2B87}"/>
          </ac:spMkLst>
        </pc:spChg>
        <pc:spChg chg="mod">
          <ac:chgData name="Harshith Gajulapalli" userId="1ff98df2478cc17c" providerId="LiveId" clId="{B71BC402-0861-4086-A4CB-1446DC7995B7}" dt="2026-01-27T05:23:23.857" v="10" actId="1076"/>
          <ac:spMkLst>
            <pc:docMk/>
            <pc:sldMk cId="3607354635" sldId="256"/>
            <ac:spMk id="19" creationId="{CF1F608A-7742-BF27-09EC-3BB7CA324D68}"/>
          </ac:spMkLst>
        </pc:spChg>
        <pc:spChg chg="mod">
          <ac:chgData name="Harshith Gajulapalli" userId="1ff98df2478cc17c" providerId="LiveId" clId="{B71BC402-0861-4086-A4CB-1446DC7995B7}" dt="2026-01-27T05:22:28.798" v="4" actId="1076"/>
          <ac:spMkLst>
            <pc:docMk/>
            <pc:sldMk cId="3607354635" sldId="256"/>
            <ac:spMk id="20" creationId="{C0616687-624D-607B-6F85-335EE46873F1}"/>
          </ac:spMkLst>
        </pc:spChg>
        <pc:spChg chg="mod">
          <ac:chgData name="Harshith Gajulapalli" userId="1ff98df2478cc17c" providerId="LiveId" clId="{B71BC402-0861-4086-A4CB-1446DC7995B7}" dt="2026-01-30T13:35:10.158" v="1609" actId="1076"/>
          <ac:spMkLst>
            <pc:docMk/>
            <pc:sldMk cId="3607354635" sldId="256"/>
            <ac:spMk id="21" creationId="{F4AA7F2A-0991-C492-EE89-D4AE3FF30BA4}"/>
          </ac:spMkLst>
        </pc:spChg>
        <pc:spChg chg="mod">
          <ac:chgData name="Harshith Gajulapalli" userId="1ff98df2478cc17c" providerId="LiveId" clId="{B71BC402-0861-4086-A4CB-1446DC7995B7}" dt="2026-01-30T13:34:24.854" v="1603" actId="14100"/>
          <ac:spMkLst>
            <pc:docMk/>
            <pc:sldMk cId="3607354635" sldId="256"/>
            <ac:spMk id="22" creationId="{99633B59-00B8-9FD5-0D31-D1688B16556B}"/>
          </ac:spMkLst>
        </pc:spChg>
        <pc:spChg chg="mod">
          <ac:chgData name="Harshith Gajulapalli" userId="1ff98df2478cc17c" providerId="LiveId" clId="{B71BC402-0861-4086-A4CB-1446DC7995B7}" dt="2026-01-30T13:35:34.059" v="1612" actId="1076"/>
          <ac:spMkLst>
            <pc:docMk/>
            <pc:sldMk cId="3607354635" sldId="256"/>
            <ac:spMk id="23" creationId="{76C7F58E-597A-9BFF-5EBB-43372C95B0DE}"/>
          </ac:spMkLst>
        </pc:spChg>
        <pc:spChg chg="mod">
          <ac:chgData name="Harshith Gajulapalli" userId="1ff98df2478cc17c" providerId="LiveId" clId="{B71BC402-0861-4086-A4CB-1446DC7995B7}" dt="2026-01-30T13:34:03.880" v="1600" actId="1076"/>
          <ac:spMkLst>
            <pc:docMk/>
            <pc:sldMk cId="3607354635" sldId="256"/>
            <ac:spMk id="28" creationId="{F57615B8-F4E8-5515-875C-2475528F56BA}"/>
          </ac:spMkLst>
        </pc:spChg>
        <pc:spChg chg="mod">
          <ac:chgData name="Harshith Gajulapalli" userId="1ff98df2478cc17c" providerId="LiveId" clId="{B71BC402-0861-4086-A4CB-1446DC7995B7}" dt="2026-01-30T13:35:52.275" v="1615" actId="403"/>
          <ac:spMkLst>
            <pc:docMk/>
            <pc:sldMk cId="3607354635" sldId="256"/>
            <ac:spMk id="37" creationId="{65688B77-797E-256A-83B1-84720CC8BB94}"/>
          </ac:spMkLst>
        </pc:spChg>
        <pc:spChg chg="mod">
          <ac:chgData name="Harshith Gajulapalli" userId="1ff98df2478cc17c" providerId="LiveId" clId="{B71BC402-0861-4086-A4CB-1446DC7995B7}" dt="2026-01-30T13:36:13.128" v="1619" actId="1076"/>
          <ac:spMkLst>
            <pc:docMk/>
            <pc:sldMk cId="3607354635" sldId="256"/>
            <ac:spMk id="38" creationId="{75DC68BE-80D2-ECEB-6498-3BB7D20A3B2E}"/>
          </ac:spMkLst>
        </pc:spChg>
        <pc:spChg chg="add mod">
          <ac:chgData name="Harshith Gajulapalli" userId="1ff98df2478cc17c" providerId="LiveId" clId="{B71BC402-0861-4086-A4CB-1446DC7995B7}" dt="2026-01-30T13:37:14.437" v="1628" actId="1076"/>
          <ac:spMkLst>
            <pc:docMk/>
            <pc:sldMk cId="3607354635" sldId="256"/>
            <ac:spMk id="39" creationId="{CBE62DFA-8746-D57F-F296-B4FF7021BECA}"/>
          </ac:spMkLst>
        </pc:spChg>
        <pc:spChg chg="add mod">
          <ac:chgData name="Harshith Gajulapalli" userId="1ff98df2478cc17c" providerId="LiveId" clId="{B71BC402-0861-4086-A4CB-1446DC7995B7}" dt="2026-01-30T13:37:03.558" v="1627" actId="1076"/>
          <ac:spMkLst>
            <pc:docMk/>
            <pc:sldMk cId="3607354635" sldId="256"/>
            <ac:spMk id="40" creationId="{DE8BC0D9-419F-7073-91A2-D4B88DEED031}"/>
          </ac:spMkLst>
        </pc:spChg>
        <pc:picChg chg="add mod modCrop">
          <ac:chgData name="Harshith Gajulapalli" userId="1ff98df2478cc17c" providerId="LiveId" clId="{B71BC402-0861-4086-A4CB-1446DC7995B7}" dt="2026-01-29T05:22:47.984" v="1286" actId="1076"/>
          <ac:picMkLst>
            <pc:docMk/>
            <pc:sldMk cId="3607354635" sldId="256"/>
            <ac:picMk id="25" creationId="{98F53432-B65C-7B92-442E-D86C61EEE5D9}"/>
          </ac:picMkLst>
        </pc:picChg>
        <pc:picChg chg="add mod modCrop">
          <ac:chgData name="Harshith Gajulapalli" userId="1ff98df2478cc17c" providerId="LiveId" clId="{B71BC402-0861-4086-A4CB-1446DC7995B7}" dt="2026-01-29T05:22:52.236" v="1287" actId="1076"/>
          <ac:picMkLst>
            <pc:docMk/>
            <pc:sldMk cId="3607354635" sldId="256"/>
            <ac:picMk id="27" creationId="{3B269F00-0C85-1B47-875D-B6974979A400}"/>
          </ac:picMkLst>
        </pc:picChg>
        <pc:picChg chg="mod">
          <ac:chgData name="Harshith Gajulapalli" userId="1ff98df2478cc17c" providerId="LiveId" clId="{B71BC402-0861-4086-A4CB-1446DC7995B7}" dt="2026-01-30T13:37:19.399" v="1629" actId="14100"/>
          <ac:picMkLst>
            <pc:docMk/>
            <pc:sldMk cId="3607354635" sldId="256"/>
            <ac:picMk id="30" creationId="{BD0DD4C0-C43F-E13B-973F-089ECF51AF1A}"/>
          </ac:picMkLst>
        </pc:picChg>
        <pc:picChg chg="add mod modCrop">
          <ac:chgData name="Harshith Gajulapalli" userId="1ff98df2478cc17c" providerId="LiveId" clId="{B71BC402-0861-4086-A4CB-1446DC7995B7}" dt="2026-01-30T13:36:04.711" v="1617" actId="14100"/>
          <ac:picMkLst>
            <pc:docMk/>
            <pc:sldMk cId="3607354635" sldId="256"/>
            <ac:picMk id="31" creationId="{7CE6DF38-9AA2-CB90-DC21-95EEDC0A5CEA}"/>
          </ac:picMkLst>
        </pc:picChg>
        <pc:picChg chg="mod">
          <ac:chgData name="Harshith Gajulapalli" userId="1ff98df2478cc17c" providerId="LiveId" clId="{B71BC402-0861-4086-A4CB-1446DC7995B7}" dt="2026-01-30T13:36:56.127" v="1626" actId="14100"/>
          <ac:picMkLst>
            <pc:docMk/>
            <pc:sldMk cId="3607354635" sldId="256"/>
            <ac:picMk id="32" creationId="{1339161A-BFDF-06C3-1CF6-93A3D6FB0851}"/>
          </ac:picMkLst>
        </pc:picChg>
        <pc:picChg chg="mod">
          <ac:chgData name="Harshith Gajulapalli" userId="1ff98df2478cc17c" providerId="LiveId" clId="{B71BC402-0861-4086-A4CB-1446DC7995B7}" dt="2026-01-30T13:36:40.029" v="1623" actId="14100"/>
          <ac:picMkLst>
            <pc:docMk/>
            <pc:sldMk cId="3607354635" sldId="256"/>
            <ac:picMk id="34" creationId="{4C819B14-8C9C-4F51-7D13-E88BE7BD2CD0}"/>
          </ac:picMkLst>
        </pc:picChg>
        <pc:picChg chg="add mod modCrop">
          <ac:chgData name="Harshith Gajulapalli" userId="1ff98df2478cc17c" providerId="LiveId" clId="{B71BC402-0861-4086-A4CB-1446DC7995B7}" dt="2026-01-30T13:36:08.544" v="1618" actId="14100"/>
          <ac:picMkLst>
            <pc:docMk/>
            <pc:sldMk cId="3607354635" sldId="256"/>
            <ac:picMk id="35" creationId="{A948C520-2B49-1B78-E145-49BFF2B6215C}"/>
          </ac:picMkLst>
        </pc:picChg>
        <pc:picChg chg="mod">
          <ac:chgData name="Harshith Gajulapalli" userId="1ff98df2478cc17c" providerId="LiveId" clId="{B71BC402-0861-4086-A4CB-1446DC7995B7}" dt="2026-01-30T13:36:43.065" v="1624" actId="14100"/>
          <ac:picMkLst>
            <pc:docMk/>
            <pc:sldMk cId="3607354635" sldId="256"/>
            <ac:picMk id="36" creationId="{95EC810B-04B9-3E4D-1B63-BF6CEB980C03}"/>
          </ac:picMkLst>
        </pc:picChg>
      </pc:sldChg>
      <pc:sldMasterChg chg="modSp mod">
        <pc:chgData name="Harshith Gajulapalli" userId="1ff98df2478cc17c" providerId="LiveId" clId="{B71BC402-0861-4086-A4CB-1446DC7995B7}" dt="2026-01-29T05:36:00.170" v="1530" actId="2"/>
        <pc:sldMasterMkLst>
          <pc:docMk/>
          <pc:sldMasterMk cId="1070155120" sldId="2147483648"/>
        </pc:sldMasterMkLst>
        <pc:spChg chg="mod">
          <ac:chgData name="Harshith Gajulapalli" userId="1ff98df2478cc17c" providerId="LiveId" clId="{B71BC402-0861-4086-A4CB-1446DC7995B7}" dt="2026-01-29T05:36:00.170" v="1530" actId="2"/>
          <ac:spMkLst>
            <pc:docMk/>
            <pc:sldMasterMk cId="1070155120" sldId="2147483648"/>
            <ac:spMk id="20" creationId="{C146DFFE-ACF0-208A-4880-3B35F597866F}"/>
          </ac:spMkLst>
        </pc:spChg>
      </pc:sldMasterChg>
    </pc:docChg>
  </pc:docChgLst>
  <pc:docChgLst>
    <pc:chgData name="Harshith Gajulapalli" userId="1ff98df2478cc17c" providerId="LiveId" clId="{B84BB196-1127-4CC2-B9D5-A0F671C41D1D}"/>
    <pc:docChg chg="modSld">
      <pc:chgData name="Harshith Gajulapalli" userId="1ff98df2478cc17c" providerId="LiveId" clId="{B84BB196-1127-4CC2-B9D5-A0F671C41D1D}" dt="2026-01-28T06:37:35.993" v="92" actId="14100"/>
      <pc:docMkLst>
        <pc:docMk/>
      </pc:docMkLst>
      <pc:sldChg chg="modSp mod">
        <pc:chgData name="Harshith Gajulapalli" userId="1ff98df2478cc17c" providerId="LiveId" clId="{B84BB196-1127-4CC2-B9D5-A0F671C41D1D}" dt="2026-01-28T06:37:35.993" v="92" actId="14100"/>
        <pc:sldMkLst>
          <pc:docMk/>
          <pc:sldMk cId="3607354635" sldId="256"/>
        </pc:sldMkLst>
        <pc:spChg chg="mod">
          <ac:chgData name="Harshith Gajulapalli" userId="1ff98df2478cc17c" providerId="LiveId" clId="{B84BB196-1127-4CC2-B9D5-A0F671C41D1D}" dt="2026-01-28T06:37:35.993" v="92" actId="14100"/>
          <ac:spMkLst>
            <pc:docMk/>
            <pc:sldMk cId="3607354635" sldId="256"/>
            <ac:spMk id="20" creationId="{C0616687-624D-607B-6F85-335EE46873F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008D5B-5780-44B9-B661-263A520AA250}" type="datetimeFigureOut">
              <a:rPr lang="en-IN" smtClean="0"/>
              <a:t>30-01-2026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B002C3-1CB2-4AEB-A5DC-47E9DC9365DB}" type="slidenum">
              <a:rPr lang="en-IN" smtClean="0"/>
              <a:t>‹#›</a:t>
            </a:fld>
            <a:endParaRPr lang="en-IN" dirty="0"/>
          </a:p>
        </p:txBody>
      </p:sp>
    </p:spTree>
    <p:extLst>
      <p:ext uri="{BB962C8B-B14F-4D97-AF65-F5344CB8AC3E}">
        <p14:creationId xmlns:p14="http://schemas.microsoft.com/office/powerpoint/2010/main" val="8521754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28CF7-C54C-3253-7CB3-4CB60C4B9648}"/>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63E176-0152-1EB9-B130-312E601D10A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FFAE6B-127E-B337-0AD1-96BED4F091E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dirty="0"/>
          </a:p>
        </p:txBody>
      </p:sp>
      <p:sp>
        <p:nvSpPr>
          <p:cNvPr id="5" name="Footer Placeholder 4">
            <a:extLst>
              <a:ext uri="{FF2B5EF4-FFF2-40B4-BE49-F238E27FC236}">
                <a16:creationId xmlns:a16="http://schemas.microsoft.com/office/drawing/2014/main" id="{40D5E608-905C-2142-2365-F68EB7F95FE0}"/>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DFF68622-57FF-B5F0-4011-D23C810B459F}"/>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dirty="0"/>
          </a:p>
        </p:txBody>
      </p:sp>
    </p:spTree>
    <p:extLst>
      <p:ext uri="{BB962C8B-B14F-4D97-AF65-F5344CB8AC3E}">
        <p14:creationId xmlns:p14="http://schemas.microsoft.com/office/powerpoint/2010/main" val="944864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54781-A465-F143-A98C-94FD82413F7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1D11094-0A62-2805-2C56-EAB66E3F8FE2}"/>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5DF6B2-DE75-AA42-1BA3-56A152E3254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dirty="0"/>
          </a:p>
        </p:txBody>
      </p:sp>
      <p:sp>
        <p:nvSpPr>
          <p:cNvPr id="5" name="Footer Placeholder 4">
            <a:extLst>
              <a:ext uri="{FF2B5EF4-FFF2-40B4-BE49-F238E27FC236}">
                <a16:creationId xmlns:a16="http://schemas.microsoft.com/office/drawing/2014/main" id="{E1B95C1A-D479-0105-5ABD-2C9F2D4ED038}"/>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264AE42D-29E2-AB5A-9D0B-9821D21D8E26}"/>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dirty="0"/>
          </a:p>
        </p:txBody>
      </p:sp>
    </p:spTree>
    <p:extLst>
      <p:ext uri="{BB962C8B-B14F-4D97-AF65-F5344CB8AC3E}">
        <p14:creationId xmlns:p14="http://schemas.microsoft.com/office/powerpoint/2010/main" val="2557785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0A9C5-0C47-1DBF-A9F1-8826C36002C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11B4216-49BB-98ED-9B94-654F199388F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747736-AC8A-3EB8-57D1-2A9C7AAC8FC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dirty="0"/>
          </a:p>
        </p:txBody>
      </p:sp>
      <p:sp>
        <p:nvSpPr>
          <p:cNvPr id="5" name="Footer Placeholder 4">
            <a:extLst>
              <a:ext uri="{FF2B5EF4-FFF2-40B4-BE49-F238E27FC236}">
                <a16:creationId xmlns:a16="http://schemas.microsoft.com/office/drawing/2014/main" id="{86E5BB55-6273-FBEF-64A3-8CF306288B94}"/>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0659087E-17BE-555C-DF0C-0F436152171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dirty="0"/>
          </a:p>
        </p:txBody>
      </p:sp>
    </p:spTree>
    <p:extLst>
      <p:ext uri="{BB962C8B-B14F-4D97-AF65-F5344CB8AC3E}">
        <p14:creationId xmlns:p14="http://schemas.microsoft.com/office/powerpoint/2010/main" val="2279995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11663-53A1-9E1F-5617-88CF82EC9BD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471D5E3-ECCA-B4D2-2633-7957691A3305}"/>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CF5196-CC99-5011-B2D0-B4E6A682F56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A8BA26-119C-CCCD-E391-AEF50B6FD708}"/>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dirty="0"/>
          </a:p>
        </p:txBody>
      </p:sp>
      <p:sp>
        <p:nvSpPr>
          <p:cNvPr id="6" name="Footer Placeholder 5">
            <a:extLst>
              <a:ext uri="{FF2B5EF4-FFF2-40B4-BE49-F238E27FC236}">
                <a16:creationId xmlns:a16="http://schemas.microsoft.com/office/drawing/2014/main" id="{EBA14F4A-53BC-F382-885A-E89A766323AF}"/>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BC250453-2D7E-EDE2-4C30-876DA9F06F4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dirty="0"/>
          </a:p>
        </p:txBody>
      </p:sp>
    </p:spTree>
    <p:extLst>
      <p:ext uri="{BB962C8B-B14F-4D97-AF65-F5344CB8AC3E}">
        <p14:creationId xmlns:p14="http://schemas.microsoft.com/office/powerpoint/2010/main" val="2864239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C1600-9375-445B-F52D-49C2D79AB77A}"/>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90504FE-0E7A-7AAD-AA62-68B5061F0448}"/>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EC0743-5AE4-C8DB-E431-9BF89F98CB7D}"/>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F135F8-5672-C883-5700-82CCEB25C800}"/>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143E3C-1062-3C3B-33DC-9DE5999687B6}"/>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44B81D-1D0D-2B34-ACE9-647404B6726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dirty="0"/>
          </a:p>
        </p:txBody>
      </p:sp>
      <p:sp>
        <p:nvSpPr>
          <p:cNvPr id="8" name="Footer Placeholder 7">
            <a:extLst>
              <a:ext uri="{FF2B5EF4-FFF2-40B4-BE49-F238E27FC236}">
                <a16:creationId xmlns:a16="http://schemas.microsoft.com/office/drawing/2014/main" id="{FA2B9CA9-FB5C-6A3F-A8C9-5A2303657F7B}"/>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04F8827A-8D6A-6027-36D4-A09116C39B0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dirty="0"/>
          </a:p>
        </p:txBody>
      </p:sp>
    </p:spTree>
    <p:extLst>
      <p:ext uri="{BB962C8B-B14F-4D97-AF65-F5344CB8AC3E}">
        <p14:creationId xmlns:p14="http://schemas.microsoft.com/office/powerpoint/2010/main" val="1520713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B2320-BF86-B4C0-4C77-57A8A14FAB1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DBF2AEC-90F1-FF9D-116C-F8E796EDE9FD}"/>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dirty="0"/>
          </a:p>
        </p:txBody>
      </p:sp>
      <p:sp>
        <p:nvSpPr>
          <p:cNvPr id="4" name="Footer Placeholder 3">
            <a:extLst>
              <a:ext uri="{FF2B5EF4-FFF2-40B4-BE49-F238E27FC236}">
                <a16:creationId xmlns:a16="http://schemas.microsoft.com/office/drawing/2014/main" id="{8930F28E-A8F5-AFB5-B659-0E7A774C7AC7}"/>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5" name="Slide Number Placeholder 4">
            <a:extLst>
              <a:ext uri="{FF2B5EF4-FFF2-40B4-BE49-F238E27FC236}">
                <a16:creationId xmlns:a16="http://schemas.microsoft.com/office/drawing/2014/main" id="{A30AFD6F-07FF-B36A-B355-6F54892182D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dirty="0"/>
          </a:p>
        </p:txBody>
      </p:sp>
    </p:spTree>
    <p:extLst>
      <p:ext uri="{BB962C8B-B14F-4D97-AF65-F5344CB8AC3E}">
        <p14:creationId xmlns:p14="http://schemas.microsoft.com/office/powerpoint/2010/main" val="958735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62561D-609B-41C4-03F7-C9EB1C339CA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dirty="0"/>
          </a:p>
        </p:txBody>
      </p:sp>
      <p:sp>
        <p:nvSpPr>
          <p:cNvPr id="3" name="Footer Placeholder 2">
            <a:extLst>
              <a:ext uri="{FF2B5EF4-FFF2-40B4-BE49-F238E27FC236}">
                <a16:creationId xmlns:a16="http://schemas.microsoft.com/office/drawing/2014/main" id="{C177B401-DFF1-9E83-1AFF-E5EC0ACD16EA}"/>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7A27D21B-F5D7-5E07-AD0D-285590E6DEA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dirty="0"/>
          </a:p>
        </p:txBody>
      </p:sp>
    </p:spTree>
    <p:extLst>
      <p:ext uri="{BB962C8B-B14F-4D97-AF65-F5344CB8AC3E}">
        <p14:creationId xmlns:p14="http://schemas.microsoft.com/office/powerpoint/2010/main" val="389842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68E2-3E1C-4942-B972-676EF99620F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B3E5FE-9809-AA0D-0068-8D287973944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5EC551-67C4-F4E7-1910-F519BF9045D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86D973-5346-1585-DF1D-4A6D81AE612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dirty="0"/>
          </a:p>
        </p:txBody>
      </p:sp>
      <p:sp>
        <p:nvSpPr>
          <p:cNvPr id="6" name="Footer Placeholder 5">
            <a:extLst>
              <a:ext uri="{FF2B5EF4-FFF2-40B4-BE49-F238E27FC236}">
                <a16:creationId xmlns:a16="http://schemas.microsoft.com/office/drawing/2014/main" id="{F86FF201-46FF-F9B5-9CC0-41835305C689}"/>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35ECBF98-FECD-2939-6FDA-1F24F227DA0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dirty="0"/>
          </a:p>
        </p:txBody>
      </p:sp>
    </p:spTree>
    <p:extLst>
      <p:ext uri="{BB962C8B-B14F-4D97-AF65-F5344CB8AC3E}">
        <p14:creationId xmlns:p14="http://schemas.microsoft.com/office/powerpoint/2010/main" val="3861528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BCDCE-1DF9-541C-B7E9-6622BFED411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5BBD72-9B7D-1B6B-5935-44F06A9178E8}"/>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D746A0AE-8309-E148-1D29-29503949BDE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6C41A5-6FCA-36FF-6CFA-7C0597A212F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dirty="0"/>
          </a:p>
        </p:txBody>
      </p:sp>
      <p:sp>
        <p:nvSpPr>
          <p:cNvPr id="6" name="Footer Placeholder 5">
            <a:extLst>
              <a:ext uri="{FF2B5EF4-FFF2-40B4-BE49-F238E27FC236}">
                <a16:creationId xmlns:a16="http://schemas.microsoft.com/office/drawing/2014/main" id="{A8DB2AD8-5418-91E2-23C4-D519A6265F26}"/>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E9F095D8-FC0F-CA9B-A1E7-AA64CF34EB6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dirty="0"/>
          </a:p>
        </p:txBody>
      </p:sp>
    </p:spTree>
    <p:extLst>
      <p:ext uri="{BB962C8B-B14F-4D97-AF65-F5344CB8AC3E}">
        <p14:creationId xmlns:p14="http://schemas.microsoft.com/office/powerpoint/2010/main" val="4081660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6F263-9A0A-3394-3F1F-6C5F8D328AC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5FFEF5-760B-0BB1-28DC-68D43894F17E}"/>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4F539A-7EBC-768A-374D-3E568BE3277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dirty="0"/>
          </a:p>
        </p:txBody>
      </p:sp>
      <p:sp>
        <p:nvSpPr>
          <p:cNvPr id="5" name="Footer Placeholder 4">
            <a:extLst>
              <a:ext uri="{FF2B5EF4-FFF2-40B4-BE49-F238E27FC236}">
                <a16:creationId xmlns:a16="http://schemas.microsoft.com/office/drawing/2014/main" id="{052D2046-7AA0-ACCC-813F-F0045C6B0ECA}"/>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1E743A9D-CF35-58E9-CEF7-84CD752F4941}"/>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dirty="0"/>
          </a:p>
        </p:txBody>
      </p:sp>
    </p:spTree>
    <p:extLst>
      <p:ext uri="{BB962C8B-B14F-4D97-AF65-F5344CB8AC3E}">
        <p14:creationId xmlns:p14="http://schemas.microsoft.com/office/powerpoint/2010/main" val="2107473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6EEB20-7BAE-8163-AF11-357FD764FC5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D173BD-0918-77CD-3BC5-870F618AF1FF}"/>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8AB18A-E29B-AB92-E36C-D19006B4B10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dirty="0"/>
          </a:p>
        </p:txBody>
      </p:sp>
      <p:sp>
        <p:nvSpPr>
          <p:cNvPr id="5" name="Footer Placeholder 4">
            <a:extLst>
              <a:ext uri="{FF2B5EF4-FFF2-40B4-BE49-F238E27FC236}">
                <a16:creationId xmlns:a16="http://schemas.microsoft.com/office/drawing/2014/main" id="{DD0034D9-0416-B27F-B018-5988B84EC8E9}"/>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95D91FF6-4797-6F7F-6750-554277416B03}"/>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dirty="0"/>
          </a:p>
        </p:txBody>
      </p:sp>
    </p:spTree>
    <p:extLst>
      <p:ext uri="{BB962C8B-B14F-4D97-AF65-F5344CB8AC3E}">
        <p14:creationId xmlns:p14="http://schemas.microsoft.com/office/powerpoint/2010/main" val="2060662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E82E09-9CEE-8584-D464-24E0EC391B80}"/>
              </a:ext>
            </a:extLst>
          </p:cNvPr>
          <p:cNvSpPr/>
          <p:nvPr userDrawn="1"/>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F2BE4274-EF19-EE7E-5761-D489EED61B8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a16="http://schemas.microsoft.com/office/drawing/2014/main" id="{A91A2BA2-F38B-80BA-A985-5949FC76FEA7}"/>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id="{604524FB-BCF4-1B74-A89E-4EDE8596787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id="{F2F88F76-11B2-42F9-7CED-3DAC2835AF8A}"/>
              </a:ext>
            </a:extLst>
          </p:cNvPr>
          <p:cNvSpPr txBox="1"/>
          <p:nvPr userDrawn="1"/>
        </p:nvSpPr>
        <p:spPr>
          <a:xfrm>
            <a:off x="2575249" y="27424"/>
            <a:ext cx="5998348" cy="646331"/>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a:t>
            </a:r>
          </a:p>
          <a:p>
            <a:r>
              <a:rPr lang="en-US" b="1" dirty="0">
                <a:solidFill>
                  <a:schemeClr val="bg1"/>
                </a:solidFill>
                <a:latin typeface="Gordita "/>
              </a:rPr>
              <a:t>Orthopedic Surgeon Society of Andhra Pradesh</a:t>
            </a:r>
          </a:p>
        </p:txBody>
      </p:sp>
      <p:sp>
        <p:nvSpPr>
          <p:cNvPr id="19" name="TextBox 18">
            <a:extLst>
              <a:ext uri="{FF2B5EF4-FFF2-40B4-BE49-F238E27FC236}">
                <a16:creationId xmlns:a16="http://schemas.microsoft.com/office/drawing/2014/main" id="{65ADD6F6-E35D-B7F8-9AC5-43234D897C09}"/>
              </a:ext>
            </a:extLst>
          </p:cNvPr>
          <p:cNvSpPr txBox="1"/>
          <p:nvPr userDrawn="1"/>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p>
        </p:txBody>
      </p:sp>
      <p:sp>
        <p:nvSpPr>
          <p:cNvPr id="20" name="TextBox 19">
            <a:extLst>
              <a:ext uri="{FF2B5EF4-FFF2-40B4-BE49-F238E27FC236}">
                <a16:creationId xmlns:a16="http://schemas.microsoft.com/office/drawing/2014/main" id="{C146DFFE-ACF0-208A-4880-3B35F597866F}"/>
              </a:ext>
            </a:extLst>
          </p:cNvPr>
          <p:cNvSpPr txBox="1"/>
          <p:nvPr userDrawn="1"/>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Orthopaedics, Kurnool Medical College Kurnool</a:t>
            </a:r>
          </a:p>
        </p:txBody>
      </p:sp>
      <p:sp>
        <p:nvSpPr>
          <p:cNvPr id="21" name="Freeform 13">
            <a:extLst>
              <a:ext uri="{FF2B5EF4-FFF2-40B4-BE49-F238E27FC236}">
                <a16:creationId xmlns:a16="http://schemas.microsoft.com/office/drawing/2014/main" id="{FD934B23-4A0F-DA26-1C91-6993B84BADB9}"/>
              </a:ext>
            </a:extLst>
          </p:cNvPr>
          <p:cNvSpPr/>
          <p:nvPr userDrawn="1"/>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6"/>
            <a:stretch>
              <a:fillRect t="-9937" r="-4895" b="-10857"/>
            </a:stretch>
          </a:blipFill>
        </p:spPr>
        <p:txBody>
          <a:bodyPr/>
          <a:lstStyle/>
          <a:p>
            <a:endParaRPr lang="en-US" dirty="0"/>
          </a:p>
        </p:txBody>
      </p:sp>
    </p:spTree>
    <p:extLst>
      <p:ext uri="{BB962C8B-B14F-4D97-AF65-F5344CB8AC3E}">
        <p14:creationId xmlns:p14="http://schemas.microsoft.com/office/powerpoint/2010/main" val="1070155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13" Type="http://schemas.openxmlformats.org/officeDocument/2006/relationships/image" Target="../media/image12.jpeg"/><Relationship Id="rId3" Type="http://schemas.openxmlformats.org/officeDocument/2006/relationships/image" Target="../media/image2.png"/><Relationship Id="rId7" Type="http://schemas.openxmlformats.org/officeDocument/2006/relationships/image" Target="../media/image6.jpeg"/><Relationship Id="rId12" Type="http://schemas.openxmlformats.org/officeDocument/2006/relationships/image" Target="../media/image11.jpe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jpeg"/><Relationship Id="rId11" Type="http://schemas.openxmlformats.org/officeDocument/2006/relationships/image" Target="../media/image10.jpe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872BCCA-09F4-9D91-AE26-B5E437D7714E}"/>
              </a:ext>
            </a:extLst>
          </p:cNvPr>
          <p:cNvSpPr/>
          <p:nvPr/>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4D4B9414-324A-B4ED-525E-CF04D2394B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a16="http://schemas.microsoft.com/office/drawing/2014/main" id="{6B23EAFB-E583-3DAF-08B5-661672CE88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id="{3C21D24D-75B4-7ADE-170F-FE845B818D4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id="{EA6BB7B0-D981-FEB6-4479-7A49704B2B87}"/>
              </a:ext>
            </a:extLst>
          </p:cNvPr>
          <p:cNvSpPr txBox="1"/>
          <p:nvPr/>
        </p:nvSpPr>
        <p:spPr>
          <a:xfrm>
            <a:off x="1500719" y="135110"/>
            <a:ext cx="7506165" cy="584775"/>
          </a:xfrm>
          <a:prstGeom prst="rect">
            <a:avLst/>
          </a:prstGeom>
          <a:noFill/>
        </p:spPr>
        <p:txBody>
          <a:bodyPr wrap="square" rtlCol="0">
            <a:spAutoFit/>
          </a:bodyPr>
          <a:lstStyle/>
          <a:p>
            <a:r>
              <a:rPr lang="en-US" sz="1600" b="1" dirty="0">
                <a:solidFill>
                  <a:schemeClr val="bg1"/>
                </a:solidFill>
                <a:latin typeface="Arial" panose="020B0604020202020204" pitchFamily="34" charset="0"/>
                <a:cs typeface="Arial" panose="020B0604020202020204" pitchFamily="34" charset="0"/>
              </a:rPr>
              <a:t>“WHEN FIXATION ISN’T THE FINISH LINE: ACUTE COMPARTMENT SYNDROME OF THE HAND AFTER COMPLEX UPPER LIMB FRACTURES”</a:t>
            </a:r>
          </a:p>
        </p:txBody>
      </p:sp>
      <p:sp>
        <p:nvSpPr>
          <p:cNvPr id="19" name="TextBox 18">
            <a:extLst>
              <a:ext uri="{FF2B5EF4-FFF2-40B4-BE49-F238E27FC236}">
                <a16:creationId xmlns:a16="http://schemas.microsoft.com/office/drawing/2014/main" id="{CF1F608A-7742-BF27-09EC-3BB7CA324D68}"/>
              </a:ext>
            </a:extLst>
          </p:cNvPr>
          <p:cNvSpPr txBox="1"/>
          <p:nvPr/>
        </p:nvSpPr>
        <p:spPr>
          <a:xfrm>
            <a:off x="1500719" y="754452"/>
            <a:ext cx="6307494" cy="276999"/>
          </a:xfrm>
          <a:prstGeom prst="rect">
            <a:avLst/>
          </a:prstGeom>
          <a:noFill/>
        </p:spPr>
        <p:txBody>
          <a:bodyPr wrap="square" rtlCol="0">
            <a:spAutoFit/>
          </a:bodyPr>
          <a:lstStyle/>
          <a:p>
            <a:r>
              <a:rPr lang="en-US" sz="1200" b="1" dirty="0">
                <a:solidFill>
                  <a:schemeClr val="bg1"/>
                </a:solidFill>
                <a:latin typeface="Arial" panose="020B0604020202020204" pitchFamily="34" charset="0"/>
                <a:cs typeface="Arial" panose="020B0604020202020204" pitchFamily="34" charset="0"/>
              </a:rPr>
              <a:t>PRESENTED BY – DR. HARSHITH GAJULAPALLI FINAL YEAR POSTGRADUATE</a:t>
            </a:r>
          </a:p>
        </p:txBody>
      </p:sp>
      <p:sp>
        <p:nvSpPr>
          <p:cNvPr id="20" name="TextBox 19">
            <a:extLst>
              <a:ext uri="{FF2B5EF4-FFF2-40B4-BE49-F238E27FC236}">
                <a16:creationId xmlns:a16="http://schemas.microsoft.com/office/drawing/2014/main" id="{C0616687-624D-607B-6F85-335EE46873F1}"/>
              </a:ext>
            </a:extLst>
          </p:cNvPr>
          <p:cNvSpPr txBox="1"/>
          <p:nvPr/>
        </p:nvSpPr>
        <p:spPr>
          <a:xfrm>
            <a:off x="1500718" y="1039565"/>
            <a:ext cx="9802281" cy="276999"/>
          </a:xfrm>
          <a:prstGeom prst="rect">
            <a:avLst/>
          </a:prstGeom>
          <a:noFill/>
        </p:spPr>
        <p:txBody>
          <a:bodyPr wrap="square" rtlCol="0">
            <a:spAutoFit/>
          </a:bodyPr>
          <a:lstStyle/>
          <a:p>
            <a:r>
              <a:rPr lang="en-US" sz="1200" b="1" dirty="0">
                <a:solidFill>
                  <a:schemeClr val="bg1"/>
                </a:solidFill>
                <a:latin typeface="Arial" panose="020B0604020202020204" pitchFamily="34" charset="0"/>
                <a:cs typeface="Arial" panose="020B0604020202020204" pitchFamily="34" charset="0"/>
              </a:rPr>
              <a:t>GUIDE – DR.B.B.JOGINATH ASST PROFESSOR</a:t>
            </a:r>
            <a:r>
              <a:rPr lang="en-IN" sz="1200" b="1" dirty="0">
                <a:solidFill>
                  <a:schemeClr val="bg1"/>
                </a:solidFill>
                <a:latin typeface="Arial" panose="020B0604020202020204" pitchFamily="34" charset="0"/>
                <a:cs typeface="Arial" panose="020B0604020202020204" pitchFamily="34" charset="0"/>
              </a:rPr>
              <a:t>, </a:t>
            </a:r>
            <a:r>
              <a:rPr lang="en-US" sz="1200" b="1" dirty="0">
                <a:solidFill>
                  <a:schemeClr val="bg1"/>
                </a:solidFill>
                <a:latin typeface="Arial" panose="020B0604020202020204" pitchFamily="34" charset="0"/>
                <a:cs typeface="Arial" panose="020B0604020202020204" pitchFamily="34" charset="0"/>
              </a:rPr>
              <a:t>MS ORTHOPAEDICS,</a:t>
            </a:r>
            <a:r>
              <a:rPr lang="en-IN" sz="1200" b="1" dirty="0">
                <a:solidFill>
                  <a:schemeClr val="bg1"/>
                </a:solidFill>
                <a:latin typeface="Arial" panose="020B0604020202020204" pitchFamily="34" charset="0"/>
                <a:cs typeface="Arial" panose="020B0604020202020204" pitchFamily="34" charset="0"/>
              </a:rPr>
              <a:t> DNB ORTHO, MNAMS, MRCS, FELLOW IN SPINE SURGERY</a:t>
            </a:r>
            <a:endParaRPr lang="en-US" sz="1200" b="1" dirty="0">
              <a:solidFill>
                <a:schemeClr val="bg1"/>
              </a:solidFill>
              <a:latin typeface="Arial" panose="020B0604020202020204" pitchFamily="34" charset="0"/>
              <a:cs typeface="Arial" panose="020B0604020202020204" pitchFamily="34" charset="0"/>
            </a:endParaRPr>
          </a:p>
        </p:txBody>
      </p:sp>
      <p:sp>
        <p:nvSpPr>
          <p:cNvPr id="4" name="Freeform 13">
            <a:extLst>
              <a:ext uri="{FF2B5EF4-FFF2-40B4-BE49-F238E27FC236}">
                <a16:creationId xmlns:a16="http://schemas.microsoft.com/office/drawing/2014/main" id="{0F401C6F-33A3-A415-AD1A-709059E901BF}"/>
              </a:ext>
            </a:extLst>
          </p:cNvPr>
          <p:cNvSpPr/>
          <p:nvPr/>
        </p:nvSpPr>
        <p:spPr>
          <a:xfrm>
            <a:off x="-2" y="37698"/>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5"/>
            <a:stretch>
              <a:fillRect t="-9937" r="-4895" b="-10857"/>
            </a:stretch>
          </a:blipFill>
        </p:spPr>
        <p:txBody>
          <a:bodyPr/>
          <a:lstStyle/>
          <a:p>
            <a:endParaRPr lang="en-US" dirty="0"/>
          </a:p>
        </p:txBody>
      </p:sp>
      <p:sp>
        <p:nvSpPr>
          <p:cNvPr id="5" name="Rectangle 4">
            <a:extLst>
              <a:ext uri="{FF2B5EF4-FFF2-40B4-BE49-F238E27FC236}">
                <a16:creationId xmlns:a16="http://schemas.microsoft.com/office/drawing/2014/main" id="{1D4F9D5A-1DDA-4BC3-63F3-F36226B86C87}"/>
              </a:ext>
            </a:extLst>
          </p:cNvPr>
          <p:cNvSpPr/>
          <p:nvPr/>
        </p:nvSpPr>
        <p:spPr>
          <a:xfrm>
            <a:off x="0" y="1674797"/>
            <a:ext cx="3353111" cy="21135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EC094F03-F93B-9B6D-7C11-87F9C75E6ABB}"/>
              </a:ext>
            </a:extLst>
          </p:cNvPr>
          <p:cNvSpPr/>
          <p:nvPr/>
        </p:nvSpPr>
        <p:spPr>
          <a:xfrm>
            <a:off x="-2" y="4182936"/>
            <a:ext cx="3353113" cy="26750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6D1A47E9-312C-D04A-D368-EE96CE32C982}"/>
              </a:ext>
            </a:extLst>
          </p:cNvPr>
          <p:cNvSpPr/>
          <p:nvPr/>
        </p:nvSpPr>
        <p:spPr>
          <a:xfrm>
            <a:off x="3396657" y="1280157"/>
            <a:ext cx="5610228" cy="55778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63A874B9-B8E1-A36B-AA38-6FCC7D5D8F32}"/>
              </a:ext>
            </a:extLst>
          </p:cNvPr>
          <p:cNvSpPr/>
          <p:nvPr/>
        </p:nvSpPr>
        <p:spPr>
          <a:xfrm>
            <a:off x="9029372" y="1280157"/>
            <a:ext cx="3162627" cy="3754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Rectangle 8">
            <a:extLst>
              <a:ext uri="{FF2B5EF4-FFF2-40B4-BE49-F238E27FC236}">
                <a16:creationId xmlns:a16="http://schemas.microsoft.com/office/drawing/2014/main" id="{0EFC2BB9-1938-0DF3-F424-CAC28C6D9880}"/>
              </a:ext>
            </a:extLst>
          </p:cNvPr>
          <p:cNvSpPr/>
          <p:nvPr/>
        </p:nvSpPr>
        <p:spPr>
          <a:xfrm>
            <a:off x="9032607" y="5050430"/>
            <a:ext cx="3145253" cy="180757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Rectangle 9">
            <a:extLst>
              <a:ext uri="{FF2B5EF4-FFF2-40B4-BE49-F238E27FC236}">
                <a16:creationId xmlns:a16="http://schemas.microsoft.com/office/drawing/2014/main" id="{6B0C050E-DD7C-3885-8EBF-D74C223C0531}"/>
              </a:ext>
            </a:extLst>
          </p:cNvPr>
          <p:cNvSpPr/>
          <p:nvPr/>
        </p:nvSpPr>
        <p:spPr>
          <a:xfrm>
            <a:off x="0" y="1280157"/>
            <a:ext cx="3353111"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INTRODUCTION </a:t>
            </a:r>
          </a:p>
        </p:txBody>
      </p:sp>
      <p:sp>
        <p:nvSpPr>
          <p:cNvPr id="11" name="Rectangle 10">
            <a:extLst>
              <a:ext uri="{FF2B5EF4-FFF2-40B4-BE49-F238E27FC236}">
                <a16:creationId xmlns:a16="http://schemas.microsoft.com/office/drawing/2014/main" id="{493EBCB5-BB50-7945-E88B-86122853702B}"/>
              </a:ext>
            </a:extLst>
          </p:cNvPr>
          <p:cNvSpPr/>
          <p:nvPr/>
        </p:nvSpPr>
        <p:spPr>
          <a:xfrm>
            <a:off x="3402667" y="1301560"/>
            <a:ext cx="5604217"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OPERATIVE FINDINGS</a:t>
            </a:r>
          </a:p>
        </p:txBody>
      </p:sp>
      <p:sp>
        <p:nvSpPr>
          <p:cNvPr id="12" name="Rectangle 11">
            <a:extLst>
              <a:ext uri="{FF2B5EF4-FFF2-40B4-BE49-F238E27FC236}">
                <a16:creationId xmlns:a16="http://schemas.microsoft.com/office/drawing/2014/main" id="{779DCDE1-7E85-0646-3543-9C1638CEB9CA}"/>
              </a:ext>
            </a:extLst>
          </p:cNvPr>
          <p:cNvSpPr/>
          <p:nvPr/>
        </p:nvSpPr>
        <p:spPr>
          <a:xfrm>
            <a:off x="9006887" y="1295812"/>
            <a:ext cx="3185113"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DISCUSSION</a:t>
            </a:r>
          </a:p>
        </p:txBody>
      </p:sp>
      <p:sp>
        <p:nvSpPr>
          <p:cNvPr id="13" name="Rectangle 12">
            <a:extLst>
              <a:ext uri="{FF2B5EF4-FFF2-40B4-BE49-F238E27FC236}">
                <a16:creationId xmlns:a16="http://schemas.microsoft.com/office/drawing/2014/main" id="{9A130820-FF42-EA8A-339B-145E1FC668F5}"/>
              </a:ext>
            </a:extLst>
          </p:cNvPr>
          <p:cNvSpPr/>
          <p:nvPr/>
        </p:nvSpPr>
        <p:spPr>
          <a:xfrm>
            <a:off x="3683" y="3788299"/>
            <a:ext cx="3353113"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CASE REPORT</a:t>
            </a:r>
          </a:p>
        </p:txBody>
      </p:sp>
      <p:sp>
        <p:nvSpPr>
          <p:cNvPr id="22" name="Rectangle 21">
            <a:extLst>
              <a:ext uri="{FF2B5EF4-FFF2-40B4-BE49-F238E27FC236}">
                <a16:creationId xmlns:a16="http://schemas.microsoft.com/office/drawing/2014/main" id="{99633B59-00B8-9FD5-0D31-D1688B16556B}"/>
              </a:ext>
            </a:extLst>
          </p:cNvPr>
          <p:cNvSpPr/>
          <p:nvPr/>
        </p:nvSpPr>
        <p:spPr>
          <a:xfrm>
            <a:off x="9046746" y="5034775"/>
            <a:ext cx="3131114"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CONCLUSION</a:t>
            </a:r>
          </a:p>
        </p:txBody>
      </p:sp>
      <p:sp>
        <p:nvSpPr>
          <p:cNvPr id="2" name="TextBox 1">
            <a:extLst>
              <a:ext uri="{FF2B5EF4-FFF2-40B4-BE49-F238E27FC236}">
                <a16:creationId xmlns:a16="http://schemas.microsoft.com/office/drawing/2014/main" id="{1068363A-805F-8A11-37E1-BE42EE999E26}"/>
              </a:ext>
            </a:extLst>
          </p:cNvPr>
          <p:cNvSpPr txBox="1"/>
          <p:nvPr/>
        </p:nvSpPr>
        <p:spPr>
          <a:xfrm>
            <a:off x="-49556" y="1674793"/>
            <a:ext cx="3342656" cy="2192908"/>
          </a:xfrm>
          <a:prstGeom prst="rect">
            <a:avLst/>
          </a:prstGeom>
          <a:noFill/>
        </p:spPr>
        <p:txBody>
          <a:bodyPr wrap="square" rtlCol="0">
            <a:spAutoFit/>
          </a:bodyPr>
          <a:lstStyle/>
          <a:p>
            <a:r>
              <a:rPr lang="en-US" sz="1050" dirty="0">
                <a:latin typeface="Arial" panose="020B0604020202020204" pitchFamily="34" charset="0"/>
                <a:cs typeface="Arial" panose="020B0604020202020204" pitchFamily="34" charset="0"/>
              </a:rPr>
              <a:t>Acute compartment syndrome is a limb-threatening emergency caused by raised intercompartmental pressures, resulting in impaired local vascular circulation and tissue function. We present a 23-year-old man who developed compartment syndrome of the hand following fixation of a ipsilateral distal radius fracture with radiocarpal dislocation and  Monteggia fracture. The diagnosis was made postoperatively based on clinical findings, and emergency fasciotomy was performed. This case highlights the need for early recognition and vigilant postoperative monitoring following complex upper limb fracture fixation.</a:t>
            </a:r>
            <a:endParaRPr lang="en-IN" sz="1050" dirty="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F4AA7F2A-0991-C492-EE89-D4AE3FF30BA4}"/>
              </a:ext>
            </a:extLst>
          </p:cNvPr>
          <p:cNvSpPr txBox="1"/>
          <p:nvPr/>
        </p:nvSpPr>
        <p:spPr>
          <a:xfrm>
            <a:off x="14140" y="4224639"/>
            <a:ext cx="3342656" cy="2677656"/>
          </a:xfrm>
          <a:prstGeom prst="rect">
            <a:avLst/>
          </a:prstGeom>
          <a:noFill/>
        </p:spPr>
        <p:txBody>
          <a:bodyPr wrap="square" rtlCol="0">
            <a:spAutoFit/>
          </a:bodyPr>
          <a:lstStyle/>
          <a:p>
            <a:r>
              <a:rPr lang="en-US" sz="1050" dirty="0">
                <a:latin typeface="Arial" panose="020B0604020202020204" pitchFamily="34" charset="0"/>
                <a:cs typeface="Arial" panose="020B0604020202020204" pitchFamily="34" charset="0"/>
              </a:rPr>
              <a:t>A 23-year-old male patient presented with pain associated with swelling in right forearm &amp; right wrist due to alleged history of self fall from height. Patient was admitted; investigations were done and diagnosed as Ipsilateral Right Monteggia fracture with posterior dislocation of radial head and Right distal radius fracture with Distal radiocarpal joint dislocation. Patient then underwent plating to right ulna and ligamentotaxis to right distal radius. The right upper limb is secured in above elbow pop slab and saline stand elevation was done postoperatively. On postoperative day 2 patient developed severe pain, swelling, loss of sensations in right forearm and wrist &amp; was unable to move the fingers of right hand. Patient was diagnosed as Compartment syndrome of right hand and forearm clinically.</a:t>
            </a:r>
          </a:p>
        </p:txBody>
      </p:sp>
      <p:sp>
        <p:nvSpPr>
          <p:cNvPr id="23" name="TextBox 22">
            <a:extLst>
              <a:ext uri="{FF2B5EF4-FFF2-40B4-BE49-F238E27FC236}">
                <a16:creationId xmlns:a16="http://schemas.microsoft.com/office/drawing/2014/main" id="{76C7F58E-597A-9BFF-5EBB-43372C95B0DE}"/>
              </a:ext>
            </a:extLst>
          </p:cNvPr>
          <p:cNvSpPr txBox="1"/>
          <p:nvPr/>
        </p:nvSpPr>
        <p:spPr>
          <a:xfrm>
            <a:off x="3443689" y="1692819"/>
            <a:ext cx="5574439" cy="253916"/>
          </a:xfrm>
          <a:prstGeom prst="rect">
            <a:avLst/>
          </a:prstGeom>
          <a:noFill/>
        </p:spPr>
        <p:txBody>
          <a:bodyPr wrap="square" rtlCol="0">
            <a:spAutoFit/>
          </a:bodyPr>
          <a:lstStyle/>
          <a:p>
            <a:r>
              <a:rPr lang="en-US" sz="1050" dirty="0">
                <a:latin typeface="Arial" panose="020B0604020202020204" pitchFamily="34" charset="0"/>
                <a:cs typeface="Arial" panose="020B0604020202020204" pitchFamily="34" charset="0"/>
              </a:rPr>
              <a:t>Patient underwent wound reexploration and fasciotomy of extensor compartments of hand.  </a:t>
            </a:r>
            <a:endParaRPr lang="en-IN" sz="105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B11EED1-5386-EBC7-1879-C66D116A273A}"/>
              </a:ext>
            </a:extLst>
          </p:cNvPr>
          <p:cNvSpPr txBox="1"/>
          <p:nvPr/>
        </p:nvSpPr>
        <p:spPr>
          <a:xfrm>
            <a:off x="9059955" y="5548213"/>
            <a:ext cx="3056056" cy="1061829"/>
          </a:xfrm>
          <a:prstGeom prst="rect">
            <a:avLst/>
          </a:prstGeom>
          <a:noFill/>
        </p:spPr>
        <p:txBody>
          <a:bodyPr wrap="square" rtlCol="0">
            <a:spAutoFit/>
          </a:bodyPr>
          <a:lstStyle/>
          <a:p>
            <a:r>
              <a:rPr lang="en-IN" sz="1050" dirty="0">
                <a:latin typeface="Arial" panose="020B0604020202020204" pitchFamily="34" charset="0"/>
                <a:cs typeface="Arial" panose="020B0604020202020204" pitchFamily="34" charset="0"/>
              </a:rPr>
              <a:t>Acute compartment syndrome of the hand following complex fracture fixation is rare but limb-threatening. High clinical suspicion and prompt decompression are essential to prevent irreversible functional loss and ensure favourable outcomes.</a:t>
            </a:r>
          </a:p>
        </p:txBody>
      </p:sp>
      <p:sp>
        <p:nvSpPr>
          <p:cNvPr id="28" name="TextBox 27">
            <a:extLst>
              <a:ext uri="{FF2B5EF4-FFF2-40B4-BE49-F238E27FC236}">
                <a16:creationId xmlns:a16="http://schemas.microsoft.com/office/drawing/2014/main" id="{F57615B8-F4E8-5515-875C-2475528F56BA}"/>
              </a:ext>
            </a:extLst>
          </p:cNvPr>
          <p:cNvSpPr txBox="1"/>
          <p:nvPr/>
        </p:nvSpPr>
        <p:spPr>
          <a:xfrm>
            <a:off x="9105358" y="1724524"/>
            <a:ext cx="3010653" cy="3162404"/>
          </a:xfrm>
          <a:prstGeom prst="rect">
            <a:avLst/>
          </a:prstGeom>
          <a:noFill/>
        </p:spPr>
        <p:txBody>
          <a:bodyPr wrap="square" rtlCol="0">
            <a:spAutoFit/>
          </a:bodyPr>
          <a:lstStyle/>
          <a:p>
            <a:r>
              <a:rPr lang="en-US" sz="1050" dirty="0">
                <a:latin typeface="Arial" panose="020B0604020202020204" pitchFamily="34" charset="0"/>
                <a:cs typeface="Arial" panose="020B0604020202020204" pitchFamily="34" charset="0"/>
              </a:rPr>
              <a:t>Hand compartment syndrome is an uncommon but limb-threatening condition that requires a high index of suspicion following hand and distal forearm fractures. Disproportionate pain is the most reliable early clinical sign, while preserved distal pulses and sensation do not exclude the diagnosis and may contribute to delay. Progressive elevation of intercompartmental pressure rapidly leads to muscle ischemia and irreversible necrosis if untreated. Although compartment pressure monitoring can assist in equivocal cases, diagnosis remains primarily clinical. Delayed recognition is associated with severe morbidity, including infection, contractures, and amputation, underscoring the importance of early diagnosis and prompt fasciotomy to preserve limb function, particularly in resource-limited settings.</a:t>
            </a:r>
            <a:endParaRPr lang="en-IN" sz="1050" dirty="0">
              <a:latin typeface="Arial" panose="020B0604020202020204" pitchFamily="34" charset="0"/>
              <a:cs typeface="Arial" panose="020B0604020202020204" pitchFamily="34" charset="0"/>
            </a:endParaRPr>
          </a:p>
        </p:txBody>
      </p:sp>
      <p:pic>
        <p:nvPicPr>
          <p:cNvPr id="30" name="Picture 29">
            <a:extLst>
              <a:ext uri="{FF2B5EF4-FFF2-40B4-BE49-F238E27FC236}">
                <a16:creationId xmlns:a16="http://schemas.microsoft.com/office/drawing/2014/main" id="{BD0DD4C0-C43F-E13B-973F-089ECF51AF1A}"/>
              </a:ext>
            </a:extLst>
          </p:cNvPr>
          <p:cNvPicPr>
            <a:picLocks noChangeAspect="1"/>
          </p:cNvPicPr>
          <p:nvPr/>
        </p:nvPicPr>
        <p:blipFill>
          <a:blip r:embed="rId6">
            <a:extLst>
              <a:ext uri="{28A0092B-C50C-407E-A947-70E740481C1C}">
                <a14:useLocalDpi xmlns:a14="http://schemas.microsoft.com/office/drawing/2010/main" val="0"/>
              </a:ext>
            </a:extLst>
          </a:blip>
          <a:srcRect l="12429" r="56964"/>
          <a:stretch>
            <a:fillRect/>
          </a:stretch>
        </p:blipFill>
        <p:spPr>
          <a:xfrm rot="16200000">
            <a:off x="7122001" y="1634829"/>
            <a:ext cx="1544634" cy="2225134"/>
          </a:xfrm>
          <a:prstGeom prst="rect">
            <a:avLst/>
          </a:prstGeom>
        </p:spPr>
      </p:pic>
      <p:pic>
        <p:nvPicPr>
          <p:cNvPr id="32" name="Picture 31">
            <a:extLst>
              <a:ext uri="{FF2B5EF4-FFF2-40B4-BE49-F238E27FC236}">
                <a16:creationId xmlns:a16="http://schemas.microsoft.com/office/drawing/2014/main" id="{1339161A-BFDF-06C3-1CF6-93A3D6FB0851}"/>
              </a:ext>
            </a:extLst>
          </p:cNvPr>
          <p:cNvPicPr>
            <a:picLocks noChangeAspect="1"/>
          </p:cNvPicPr>
          <p:nvPr/>
        </p:nvPicPr>
        <p:blipFill>
          <a:blip r:embed="rId7">
            <a:extLst>
              <a:ext uri="{28A0092B-C50C-407E-A947-70E740481C1C}">
                <a14:useLocalDpi xmlns:a14="http://schemas.microsoft.com/office/drawing/2010/main" val="0"/>
              </a:ext>
            </a:extLst>
          </a:blip>
          <a:srcRect l="18845" r="29682"/>
          <a:stretch>
            <a:fillRect/>
          </a:stretch>
        </p:blipFill>
        <p:spPr>
          <a:xfrm rot="5400000">
            <a:off x="7454150" y="4862773"/>
            <a:ext cx="922584" cy="2182884"/>
          </a:xfrm>
          <a:prstGeom prst="rect">
            <a:avLst/>
          </a:prstGeom>
        </p:spPr>
      </p:pic>
      <p:pic>
        <p:nvPicPr>
          <p:cNvPr id="34" name="Picture 33">
            <a:extLst>
              <a:ext uri="{FF2B5EF4-FFF2-40B4-BE49-F238E27FC236}">
                <a16:creationId xmlns:a16="http://schemas.microsoft.com/office/drawing/2014/main" id="{4C819B14-8C9C-4F51-7D13-E88BE7BD2CD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824000" y="4056443"/>
            <a:ext cx="1301534" cy="1372969"/>
          </a:xfrm>
          <a:prstGeom prst="rect">
            <a:avLst/>
          </a:prstGeom>
        </p:spPr>
      </p:pic>
      <p:pic>
        <p:nvPicPr>
          <p:cNvPr id="36" name="Picture 35">
            <a:extLst>
              <a:ext uri="{FF2B5EF4-FFF2-40B4-BE49-F238E27FC236}">
                <a16:creationId xmlns:a16="http://schemas.microsoft.com/office/drawing/2014/main" id="{95EC810B-04B9-3E4D-1B63-BF6CEB980C03}"/>
              </a:ext>
            </a:extLst>
          </p:cNvPr>
          <p:cNvPicPr>
            <a:picLocks noChangeAspect="1"/>
          </p:cNvPicPr>
          <p:nvPr/>
        </p:nvPicPr>
        <p:blipFill>
          <a:blip r:embed="rId9">
            <a:extLst>
              <a:ext uri="{28A0092B-C50C-407E-A947-70E740481C1C}">
                <a14:useLocalDpi xmlns:a14="http://schemas.microsoft.com/office/drawing/2010/main" val="0"/>
              </a:ext>
            </a:extLst>
          </a:blip>
          <a:srcRect l="15000" r="32778"/>
          <a:stretch>
            <a:fillRect/>
          </a:stretch>
        </p:blipFill>
        <p:spPr>
          <a:xfrm>
            <a:off x="8154749" y="4065616"/>
            <a:ext cx="843357" cy="1372969"/>
          </a:xfrm>
          <a:prstGeom prst="rect">
            <a:avLst/>
          </a:prstGeom>
        </p:spPr>
      </p:pic>
      <p:sp>
        <p:nvSpPr>
          <p:cNvPr id="37" name="TextBox 36">
            <a:extLst>
              <a:ext uri="{FF2B5EF4-FFF2-40B4-BE49-F238E27FC236}">
                <a16:creationId xmlns:a16="http://schemas.microsoft.com/office/drawing/2014/main" id="{65688B77-797E-256A-83B1-84720CC8BB94}"/>
              </a:ext>
            </a:extLst>
          </p:cNvPr>
          <p:cNvSpPr txBox="1"/>
          <p:nvPr/>
        </p:nvSpPr>
        <p:spPr>
          <a:xfrm>
            <a:off x="4464957" y="3774354"/>
            <a:ext cx="2040108" cy="253916"/>
          </a:xfrm>
          <a:prstGeom prst="rect">
            <a:avLst/>
          </a:prstGeom>
          <a:noFill/>
        </p:spPr>
        <p:txBody>
          <a:bodyPr wrap="square" rtlCol="0">
            <a:spAutoFit/>
          </a:bodyPr>
          <a:lstStyle/>
          <a:p>
            <a:r>
              <a:rPr lang="en-US" sz="1050" dirty="0">
                <a:latin typeface="Arial" panose="020B0604020202020204" pitchFamily="34" charset="0"/>
                <a:cs typeface="Arial" panose="020B0604020202020204" pitchFamily="34" charset="0"/>
              </a:rPr>
              <a:t>PRE OP XRAYS</a:t>
            </a:r>
            <a:endParaRPr lang="en-IN" sz="1050"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75DC68BE-80D2-ECEB-6498-3BB7D20A3B2E}"/>
              </a:ext>
            </a:extLst>
          </p:cNvPr>
          <p:cNvSpPr txBox="1"/>
          <p:nvPr/>
        </p:nvSpPr>
        <p:spPr>
          <a:xfrm>
            <a:off x="4386404" y="6512567"/>
            <a:ext cx="2197213" cy="253916"/>
          </a:xfrm>
          <a:prstGeom prst="rect">
            <a:avLst/>
          </a:prstGeom>
          <a:noFill/>
        </p:spPr>
        <p:txBody>
          <a:bodyPr wrap="square" rtlCol="0">
            <a:spAutoFit/>
          </a:bodyPr>
          <a:lstStyle/>
          <a:p>
            <a:r>
              <a:rPr lang="en-US" sz="1050" dirty="0">
                <a:latin typeface="Arial" panose="020B0604020202020204" pitchFamily="34" charset="0"/>
                <a:cs typeface="Arial" panose="020B0604020202020204" pitchFamily="34" charset="0"/>
              </a:rPr>
              <a:t>POSTOP XRAYS</a:t>
            </a:r>
            <a:endParaRPr lang="en-IN" sz="1050" dirty="0">
              <a:latin typeface="Arial" panose="020B0604020202020204" pitchFamily="34" charset="0"/>
              <a:cs typeface="Arial" panose="020B0604020202020204" pitchFamily="34" charset="0"/>
            </a:endParaRPr>
          </a:p>
        </p:txBody>
      </p:sp>
      <p:pic>
        <p:nvPicPr>
          <p:cNvPr id="25" name="Picture 24">
            <a:extLst>
              <a:ext uri="{FF2B5EF4-FFF2-40B4-BE49-F238E27FC236}">
                <a16:creationId xmlns:a16="http://schemas.microsoft.com/office/drawing/2014/main" id="{98F53432-B65C-7B92-442E-D86C61EEE5D9}"/>
              </a:ext>
            </a:extLst>
          </p:cNvPr>
          <p:cNvPicPr>
            <a:picLocks noChangeAspect="1"/>
          </p:cNvPicPr>
          <p:nvPr/>
        </p:nvPicPr>
        <p:blipFill>
          <a:blip r:embed="rId10">
            <a:extLst>
              <a:ext uri="{28A0092B-C50C-407E-A947-70E740481C1C}">
                <a14:useLocalDpi xmlns:a14="http://schemas.microsoft.com/office/drawing/2010/main" val="0"/>
              </a:ext>
            </a:extLst>
          </a:blip>
          <a:srcRect b="6937"/>
          <a:stretch>
            <a:fillRect/>
          </a:stretch>
        </p:blipFill>
        <p:spPr>
          <a:xfrm>
            <a:off x="3419145" y="1960279"/>
            <a:ext cx="1663168" cy="1816612"/>
          </a:xfrm>
          <a:prstGeom prst="rect">
            <a:avLst/>
          </a:prstGeom>
        </p:spPr>
      </p:pic>
      <p:pic>
        <p:nvPicPr>
          <p:cNvPr id="27" name="Picture 26">
            <a:extLst>
              <a:ext uri="{FF2B5EF4-FFF2-40B4-BE49-F238E27FC236}">
                <a16:creationId xmlns:a16="http://schemas.microsoft.com/office/drawing/2014/main" id="{3B269F00-0C85-1B47-875D-B6974979A400}"/>
              </a:ext>
            </a:extLst>
          </p:cNvPr>
          <p:cNvPicPr>
            <a:picLocks noChangeAspect="1"/>
          </p:cNvPicPr>
          <p:nvPr/>
        </p:nvPicPr>
        <p:blipFill>
          <a:blip r:embed="rId11">
            <a:extLst>
              <a:ext uri="{28A0092B-C50C-407E-A947-70E740481C1C}">
                <a14:useLocalDpi xmlns:a14="http://schemas.microsoft.com/office/drawing/2010/main" val="0"/>
              </a:ext>
            </a:extLst>
          </a:blip>
          <a:srcRect b="6937"/>
          <a:stretch>
            <a:fillRect/>
          </a:stretch>
        </p:blipFill>
        <p:spPr>
          <a:xfrm>
            <a:off x="5085998" y="1960279"/>
            <a:ext cx="1678219" cy="1816612"/>
          </a:xfrm>
          <a:prstGeom prst="rect">
            <a:avLst/>
          </a:prstGeom>
        </p:spPr>
      </p:pic>
      <p:pic>
        <p:nvPicPr>
          <p:cNvPr id="31" name="Picture 30">
            <a:extLst>
              <a:ext uri="{FF2B5EF4-FFF2-40B4-BE49-F238E27FC236}">
                <a16:creationId xmlns:a16="http://schemas.microsoft.com/office/drawing/2014/main" id="{7CE6DF38-9AA2-CB90-DC21-95EEDC0A5CEA}"/>
              </a:ext>
            </a:extLst>
          </p:cNvPr>
          <p:cNvPicPr>
            <a:picLocks noChangeAspect="1"/>
          </p:cNvPicPr>
          <p:nvPr/>
        </p:nvPicPr>
        <p:blipFill>
          <a:blip r:embed="rId12">
            <a:extLst>
              <a:ext uri="{28A0092B-C50C-407E-A947-70E740481C1C}">
                <a14:useLocalDpi xmlns:a14="http://schemas.microsoft.com/office/drawing/2010/main" val="0"/>
              </a:ext>
            </a:extLst>
          </a:blip>
          <a:srcRect b="6760"/>
          <a:stretch>
            <a:fillRect/>
          </a:stretch>
        </p:blipFill>
        <p:spPr>
          <a:xfrm>
            <a:off x="3392971" y="4040975"/>
            <a:ext cx="1696253" cy="2461426"/>
          </a:xfrm>
          <a:prstGeom prst="rect">
            <a:avLst/>
          </a:prstGeom>
        </p:spPr>
      </p:pic>
      <p:pic>
        <p:nvPicPr>
          <p:cNvPr id="35" name="Picture 34">
            <a:extLst>
              <a:ext uri="{FF2B5EF4-FFF2-40B4-BE49-F238E27FC236}">
                <a16:creationId xmlns:a16="http://schemas.microsoft.com/office/drawing/2014/main" id="{A948C520-2B49-1B78-E145-49BFF2B6215C}"/>
              </a:ext>
            </a:extLst>
          </p:cNvPr>
          <p:cNvPicPr>
            <a:picLocks noChangeAspect="1"/>
          </p:cNvPicPr>
          <p:nvPr/>
        </p:nvPicPr>
        <p:blipFill>
          <a:blip r:embed="rId13">
            <a:extLst>
              <a:ext uri="{28A0092B-C50C-407E-A947-70E740481C1C}">
                <a14:useLocalDpi xmlns:a14="http://schemas.microsoft.com/office/drawing/2010/main" val="0"/>
              </a:ext>
            </a:extLst>
          </a:blip>
          <a:srcRect b="8426"/>
          <a:stretch>
            <a:fillRect/>
          </a:stretch>
        </p:blipFill>
        <p:spPr>
          <a:xfrm>
            <a:off x="5112177" y="4040974"/>
            <a:ext cx="1669573" cy="2461426"/>
          </a:xfrm>
          <a:prstGeom prst="rect">
            <a:avLst/>
          </a:prstGeom>
        </p:spPr>
      </p:pic>
      <p:sp>
        <p:nvSpPr>
          <p:cNvPr id="39" name="TextBox 38">
            <a:extLst>
              <a:ext uri="{FF2B5EF4-FFF2-40B4-BE49-F238E27FC236}">
                <a16:creationId xmlns:a16="http://schemas.microsoft.com/office/drawing/2014/main" id="{CBE62DFA-8746-D57F-F296-B4FF7021BECA}"/>
              </a:ext>
            </a:extLst>
          </p:cNvPr>
          <p:cNvSpPr txBox="1"/>
          <p:nvPr/>
        </p:nvSpPr>
        <p:spPr>
          <a:xfrm>
            <a:off x="6785990" y="3595780"/>
            <a:ext cx="2199122" cy="415498"/>
          </a:xfrm>
          <a:prstGeom prst="rect">
            <a:avLst/>
          </a:prstGeom>
          <a:noFill/>
        </p:spPr>
        <p:txBody>
          <a:bodyPr wrap="square" rtlCol="0">
            <a:spAutoFit/>
          </a:bodyPr>
          <a:lstStyle/>
          <a:p>
            <a:r>
              <a:rPr lang="en-US" sz="1050" dirty="0">
                <a:latin typeface="Arial" panose="020B0604020202020204" pitchFamily="34" charset="0"/>
                <a:cs typeface="Arial" panose="020B0604020202020204" pitchFamily="34" charset="0"/>
              </a:rPr>
              <a:t>POSTOP CLINICAL PICTURE ON DAY 2</a:t>
            </a:r>
            <a:endParaRPr lang="en-IN" sz="1050" dirty="0">
              <a:latin typeface="Arial" panose="020B0604020202020204" pitchFamily="34" charset="0"/>
              <a:cs typeface="Arial" panose="020B0604020202020204" pitchFamily="34" charset="0"/>
            </a:endParaRPr>
          </a:p>
        </p:txBody>
      </p:sp>
      <p:sp>
        <p:nvSpPr>
          <p:cNvPr id="40" name="TextBox 39">
            <a:extLst>
              <a:ext uri="{FF2B5EF4-FFF2-40B4-BE49-F238E27FC236}">
                <a16:creationId xmlns:a16="http://schemas.microsoft.com/office/drawing/2014/main" id="{DE8BC0D9-419F-7073-91A2-D4B88DEED031}"/>
              </a:ext>
            </a:extLst>
          </p:cNvPr>
          <p:cNvSpPr txBox="1"/>
          <p:nvPr/>
        </p:nvSpPr>
        <p:spPr>
          <a:xfrm>
            <a:off x="6799283" y="6401444"/>
            <a:ext cx="2207601" cy="415498"/>
          </a:xfrm>
          <a:prstGeom prst="rect">
            <a:avLst/>
          </a:prstGeom>
          <a:noFill/>
        </p:spPr>
        <p:txBody>
          <a:bodyPr wrap="square" rtlCol="0">
            <a:spAutoFit/>
          </a:bodyPr>
          <a:lstStyle/>
          <a:p>
            <a:r>
              <a:rPr lang="en-US" sz="1050" dirty="0">
                <a:latin typeface="Arial" panose="020B0604020202020204" pitchFamily="34" charset="0"/>
                <a:cs typeface="Arial" panose="020B0604020202020204" pitchFamily="34" charset="0"/>
              </a:rPr>
              <a:t>POSTOP PICTURE AFTER FASCIOTOMY</a:t>
            </a:r>
            <a:endParaRPr lang="en-IN" sz="105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073546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277</TotalTime>
  <Words>457</Words>
  <Application>Microsoft Office PowerPoint</Application>
  <PresentationFormat>Widescreen</PresentationFormat>
  <Paragraphs>17</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Arial</vt:lpstr>
      <vt:lpstr>Gordita </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Virinchi Vinay</dc:creator>
  <cp:lastModifiedBy>Harshith Gajulapalli</cp:lastModifiedBy>
  <cp:revision>6</cp:revision>
  <dcterms:created xsi:type="dcterms:W3CDTF">2026-01-11T06:24:43Z</dcterms:created>
  <dcterms:modified xsi:type="dcterms:W3CDTF">2026-01-30T13:37:25Z</dcterms:modified>
</cp:coreProperties>
</file>