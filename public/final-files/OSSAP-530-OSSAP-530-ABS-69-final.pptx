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16687-624D-607B-6F85-335EE46873F1}"/>
              </a:ext>
            </a:extLst>
          </p:cNvPr>
          <p:cNvSpPr txBox="1"/>
          <p:nvPr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-1" y="1948309"/>
            <a:ext cx="3533301" cy="24106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0" y="4760582"/>
            <a:ext cx="3533302" cy="2097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3533306" y="2279653"/>
            <a:ext cx="4181382" cy="45783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7714692" y="2118674"/>
            <a:ext cx="4477308" cy="26891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7714688" y="5139160"/>
            <a:ext cx="4477312" cy="17188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0" y="1878009"/>
            <a:ext cx="3533306" cy="38803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3533312" y="1878646"/>
            <a:ext cx="4181379" cy="38739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7714697" y="1892463"/>
            <a:ext cx="4477303" cy="38038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-13" y="4372550"/>
            <a:ext cx="3533300" cy="3880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7714692" y="4807817"/>
            <a:ext cx="4477305" cy="39463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ABCF5B-3BD3-0BE1-53BD-CBD84CDF1923}"/>
              </a:ext>
            </a:extLst>
          </p:cNvPr>
          <p:cNvSpPr txBox="1"/>
          <p:nvPr/>
        </p:nvSpPr>
        <p:spPr>
          <a:xfrm>
            <a:off x="-13" y="2266038"/>
            <a:ext cx="35333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Acute hematogenous osteomyelitis commonly affects children and typically involves the metaphysis of long bones due to its rich vascular supply.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Early diagnosis is often challenging as initial radiographs may be normal.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MRI plays a crucial role in early detection,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71C8DCD-CAD5-C893-A7DF-7A36FF1839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375" y="4880124"/>
            <a:ext cx="1373183" cy="183091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294350A-F770-B482-3768-C35C58B0E6D5}"/>
              </a:ext>
            </a:extLst>
          </p:cNvPr>
          <p:cNvSpPr txBox="1"/>
          <p:nvPr/>
        </p:nvSpPr>
        <p:spPr>
          <a:xfrm>
            <a:off x="0" y="4800306"/>
            <a:ext cx="206637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8yr/M C/O pain in left proximal leg since 10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H/O fever + No H/O trauma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O/E : Swelling +, LROT +, Tenderness +, ROM painful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3082BBE-3FBE-97C4-2157-29A9A0A85E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247" y="2499056"/>
            <a:ext cx="1603520" cy="213802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C0D0AE0-6077-A0BC-5281-C7E8ECB847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6" r="51381"/>
          <a:stretch>
            <a:fillRect/>
          </a:stretch>
        </p:blipFill>
        <p:spPr>
          <a:xfrm>
            <a:off x="6247753" y="5345991"/>
            <a:ext cx="1258263" cy="145643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8458EF6-5D62-9E70-A32F-2CB7EA52995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00778" y="5229342"/>
            <a:ext cx="2111989" cy="148169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FE6E7C3-94C0-E43C-5BB2-70D34B1A07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13150" y="2386907"/>
            <a:ext cx="1641565" cy="147227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D47E504-BEB0-0823-914B-BBFBB5B747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74"/>
          <a:stretch>
            <a:fillRect/>
          </a:stretch>
        </p:blipFill>
        <p:spPr>
          <a:xfrm>
            <a:off x="6225735" y="3894032"/>
            <a:ext cx="1344171" cy="143664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DCCD5F1-B4AB-84D7-9F1B-A5F5B9EF4149}"/>
              </a:ext>
            </a:extLst>
          </p:cNvPr>
          <p:cNvSpPr txBox="1"/>
          <p:nvPr/>
        </p:nvSpPr>
        <p:spPr>
          <a:xfrm>
            <a:off x="7714684" y="5291562"/>
            <a:ext cx="220686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clinical suspicion and early MRI are key to diagnosis.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Prompt antibiotic therapy can achieve complete recovery without surgery.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F521D0-C8C6-2E40-5A9C-5182A63326DB}"/>
              </a:ext>
            </a:extLst>
          </p:cNvPr>
          <p:cNvSpPr txBox="1"/>
          <p:nvPr/>
        </p:nvSpPr>
        <p:spPr>
          <a:xfrm>
            <a:off x="7714684" y="2376836"/>
            <a:ext cx="273458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Pediatric metaphyseal osteomyelitis often presents with nonspecific symptoms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MRI is the most sensitive modality for early detection and assessment of disease extent.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Timely management prevents physeal damage and progression to chronic osteomyelitis.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E05E1-F980-1C75-F6BF-061CE51BD641}"/>
              </a:ext>
            </a:extLst>
          </p:cNvPr>
          <p:cNvSpPr txBox="1"/>
          <p:nvPr/>
        </p:nvSpPr>
        <p:spPr>
          <a:xfrm>
            <a:off x="229348" y="1200044"/>
            <a:ext cx="1156760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Diagnosis in Acute osteomyelitis- Case report</a:t>
            </a:r>
          </a:p>
          <a:p>
            <a:pPr algn="ctr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Presenting Author: Dr. Amear Ghori  Co-authors: Prof. Dr.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K.J.Reddy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, Prof. Dr. K.ANJANEEYULU;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SVS Medical College,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Mahabubnagar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, Telangana - 509001</a:t>
            </a:r>
          </a:p>
          <a:p>
            <a:pPr algn="ctr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FDCE6E-EE0C-E100-6DAB-CBA88CEA8118}"/>
              </a:ext>
            </a:extLst>
          </p:cNvPr>
          <p:cNvSpPr txBox="1"/>
          <p:nvPr/>
        </p:nvSpPr>
        <p:spPr>
          <a:xfrm>
            <a:off x="3533287" y="2286149"/>
            <a:ext cx="23213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X-Ray findings: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Rarefraction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 proximal  metaphyseal area and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metadiaphyseal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area,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Thinning of cortex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Soft tissue swelling in metaphyseal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 periosteal reaction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39E5B8-99FB-B4B0-2268-891BF6384147}"/>
              </a:ext>
            </a:extLst>
          </p:cNvPr>
          <p:cNvSpPr txBox="1"/>
          <p:nvPr/>
        </p:nvSpPr>
        <p:spPr>
          <a:xfrm>
            <a:off x="3544306" y="3815421"/>
            <a:ext cx="288301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MRI Findings: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Locally aggressive intramedullary proximal tibial lesion with cortical breaches.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Anteromedial infective collection adjacent to cortex showing diffusion restriction.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Marrow signal alteration with heterogeneous enhancement and central necrosis.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Extensive muscle edema involving anterior, posterior compartments with fascial spread.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Diffuse circumferential subcutaneous edema; features favor osteomyelitis.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737767-3921-BD90-C747-A67C26E82058}"/>
              </a:ext>
            </a:extLst>
          </p:cNvPr>
          <p:cNvSpPr txBox="1"/>
          <p:nvPr/>
        </p:nvSpPr>
        <p:spPr>
          <a:xfrm>
            <a:off x="10230456" y="130704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ID: OSSAP-530</a:t>
            </a:r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298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Gordita 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Himanandana Kalanadhabatla</cp:lastModifiedBy>
  <cp:revision>12</cp:revision>
  <dcterms:created xsi:type="dcterms:W3CDTF">2026-01-11T06:24:43Z</dcterms:created>
  <dcterms:modified xsi:type="dcterms:W3CDTF">2026-01-30T09:48:39Z</dcterms:modified>
</cp:coreProperties>
</file>