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g"/>
  <Default Extension="png" ContentType="image/png"/>
  <Default Extension="bmp" ContentType="image/bmp"/>
  <Default Extension="gif" ContentType="image/gif"/>
  <Default Extension="tif" ContentType="image/tif"/>
  <Default Extension="pdf" ContentType="application/pdf"/>
  <Default Extension="mov" ContentType="application/movie"/>
  <Default Extension="vml" ContentType="application/vnd.openxmlformats-officedocument.vmlDrawing"/>
  <Default Extension="xlsx" ContentType="application/vnd.openxmlformats-officedocument.spreadsheetml.sheet"/>
  <Override PartName="/docProps/core.xml" ContentType="application/vnd.openxmlformats-package.core-properties+xml"/>
  <Override PartName="/docProps/app.xml" ContentType="application/vnd.openxmlformats-officedocument.extended-properties+xml"/>
  <Override PartName="/ppt/presentation.xml" ContentType="application/vnd.openxmlformats-officedocument.presentationml.presentation.main+xml"/>
  <Override PartName="/ppt/presProps.xml" ContentType="application/vnd.openxmlformats-officedocument.presentationml.presProps+xml"/>
  <Override PartName="/ppt/viewProps.xml" ContentType="application/vnd.openxmlformats-officedocument.presentationml.viewProps+xml"/>
  <Override PartName="/ppt/commentAuthors.xml" ContentType="application/vnd.openxmlformats-officedocument.presentationml.commentAuthors+xml"/>
  <Override PartName="/ppt/tableStyles.xml" ContentType="application/vnd.openxmlformats-officedocument.presentationml.tableStyles+xml"/>
  <Override PartName="/ppt/slideMasters/slideMaster1.xml" ContentType="application/vnd.openxmlformats-officedocument.presentationml.slideMaster+xml"/>
  <Override PartName="/ppt/theme/theme1.xml" ContentType="application/vnd.openxmlformats-officedocument.theme+xml"/>
  <Override PartName="/ppt/notesMasters/notesMaster1.xml" ContentType="application/vnd.openxmlformats-officedocument.presentationml.notesMaster+xml"/>
  <Override PartName="/ppt/slides/slide1.xml" ContentType="application/vnd.openxmlformats-officedocument.presentationml.slid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ldMasterIdLst>
    <p:sldMasterId id="2147483648" r:id="rId5"/>
  </p:sldMasterIdLst>
  <p:notesMasterIdLst>
    <p:notesMasterId r:id="rId7"/>
  </p:notesMasterIdLst>
  <p:sldIdLst>
    <p:sldId id="256" r:id="rId8"/>
  </p:sldIdLst>
  <p:sldSz cx="32918400" cy="438912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5852159" rtl="0" fontAlgn="auto" latinLnBrk="0" hangingPunct="0">
      <a:lnSpc>
        <a:spcPct val="100000"/>
      </a:lnSpc>
      <a:spcBef>
        <a:spcPts val="0"/>
      </a:spcBef>
      <a:spcAft>
        <a:spcPts val="0"/>
      </a:spcAft>
      <a:buClrTx/>
      <a:buSzTx/>
      <a:buFontTx/>
      <a:buNone/>
      <a:tabLst/>
      <a:defRPr b="0" baseline="0" cap="none" i="0" spc="0" strike="noStrike" sz="11400" u="none" kumimoji="0" normalizeH="0">
        <a:ln>
          <a:noFill/>
        </a:ln>
        <a:solidFill>
          <a:srgbClr val="000000"/>
        </a:solidFill>
        <a:effectLst/>
        <a:uFillTx/>
        <a:latin typeface="+mn-lt"/>
        <a:ea typeface="+mn-ea"/>
        <a:cs typeface="+mn-cs"/>
        <a:sym typeface="Helvetica"/>
      </a:defRPr>
    </a:lvl1pPr>
    <a:lvl2pPr marL="0" marR="0" indent="0" algn="l" defTabSz="5852159" rtl="0" fontAlgn="auto" latinLnBrk="0" hangingPunct="0">
      <a:lnSpc>
        <a:spcPct val="100000"/>
      </a:lnSpc>
      <a:spcBef>
        <a:spcPts val="0"/>
      </a:spcBef>
      <a:spcAft>
        <a:spcPts val="0"/>
      </a:spcAft>
      <a:buClrTx/>
      <a:buSzTx/>
      <a:buFontTx/>
      <a:buNone/>
      <a:tabLst/>
      <a:defRPr b="0" baseline="0" cap="none" i="0" spc="0" strike="noStrike" sz="11400" u="none" kumimoji="0" normalizeH="0">
        <a:ln>
          <a:noFill/>
        </a:ln>
        <a:solidFill>
          <a:srgbClr val="000000"/>
        </a:solidFill>
        <a:effectLst/>
        <a:uFillTx/>
        <a:latin typeface="+mn-lt"/>
        <a:ea typeface="+mn-ea"/>
        <a:cs typeface="+mn-cs"/>
        <a:sym typeface="Helvetica"/>
      </a:defRPr>
    </a:lvl2pPr>
    <a:lvl3pPr marL="0" marR="0" indent="0" algn="l" defTabSz="5852159" rtl="0" fontAlgn="auto" latinLnBrk="0" hangingPunct="0">
      <a:lnSpc>
        <a:spcPct val="100000"/>
      </a:lnSpc>
      <a:spcBef>
        <a:spcPts val="0"/>
      </a:spcBef>
      <a:spcAft>
        <a:spcPts val="0"/>
      </a:spcAft>
      <a:buClrTx/>
      <a:buSzTx/>
      <a:buFontTx/>
      <a:buNone/>
      <a:tabLst/>
      <a:defRPr b="0" baseline="0" cap="none" i="0" spc="0" strike="noStrike" sz="11400" u="none" kumimoji="0" normalizeH="0">
        <a:ln>
          <a:noFill/>
        </a:ln>
        <a:solidFill>
          <a:srgbClr val="000000"/>
        </a:solidFill>
        <a:effectLst/>
        <a:uFillTx/>
        <a:latin typeface="+mn-lt"/>
        <a:ea typeface="+mn-ea"/>
        <a:cs typeface="+mn-cs"/>
        <a:sym typeface="Helvetica"/>
      </a:defRPr>
    </a:lvl3pPr>
    <a:lvl4pPr marL="0" marR="0" indent="0" algn="l" defTabSz="5852159" rtl="0" fontAlgn="auto" latinLnBrk="0" hangingPunct="0">
      <a:lnSpc>
        <a:spcPct val="100000"/>
      </a:lnSpc>
      <a:spcBef>
        <a:spcPts val="0"/>
      </a:spcBef>
      <a:spcAft>
        <a:spcPts val="0"/>
      </a:spcAft>
      <a:buClrTx/>
      <a:buSzTx/>
      <a:buFontTx/>
      <a:buNone/>
      <a:tabLst/>
      <a:defRPr b="0" baseline="0" cap="none" i="0" spc="0" strike="noStrike" sz="11400" u="none" kumimoji="0" normalizeH="0">
        <a:ln>
          <a:noFill/>
        </a:ln>
        <a:solidFill>
          <a:srgbClr val="000000"/>
        </a:solidFill>
        <a:effectLst/>
        <a:uFillTx/>
        <a:latin typeface="+mn-lt"/>
        <a:ea typeface="+mn-ea"/>
        <a:cs typeface="+mn-cs"/>
        <a:sym typeface="Helvetica"/>
      </a:defRPr>
    </a:lvl4pPr>
    <a:lvl5pPr marL="0" marR="0" indent="0" algn="l" defTabSz="5852159" rtl="0" fontAlgn="auto" latinLnBrk="0" hangingPunct="0">
      <a:lnSpc>
        <a:spcPct val="100000"/>
      </a:lnSpc>
      <a:spcBef>
        <a:spcPts val="0"/>
      </a:spcBef>
      <a:spcAft>
        <a:spcPts val="0"/>
      </a:spcAft>
      <a:buClrTx/>
      <a:buSzTx/>
      <a:buFontTx/>
      <a:buNone/>
      <a:tabLst/>
      <a:defRPr b="0" baseline="0" cap="none" i="0" spc="0" strike="noStrike" sz="11400" u="none" kumimoji="0" normalizeH="0">
        <a:ln>
          <a:noFill/>
        </a:ln>
        <a:solidFill>
          <a:srgbClr val="000000"/>
        </a:solidFill>
        <a:effectLst/>
        <a:uFillTx/>
        <a:latin typeface="+mn-lt"/>
        <a:ea typeface="+mn-ea"/>
        <a:cs typeface="+mn-cs"/>
        <a:sym typeface="Helvetica"/>
      </a:defRPr>
    </a:lvl5pPr>
    <a:lvl6pPr marL="0" marR="0" indent="0" algn="l" defTabSz="5852159" rtl="0" fontAlgn="auto" latinLnBrk="0" hangingPunct="0">
      <a:lnSpc>
        <a:spcPct val="100000"/>
      </a:lnSpc>
      <a:spcBef>
        <a:spcPts val="0"/>
      </a:spcBef>
      <a:spcAft>
        <a:spcPts val="0"/>
      </a:spcAft>
      <a:buClrTx/>
      <a:buSzTx/>
      <a:buFontTx/>
      <a:buNone/>
      <a:tabLst/>
      <a:defRPr b="0" baseline="0" cap="none" i="0" spc="0" strike="noStrike" sz="11400" u="none" kumimoji="0" normalizeH="0">
        <a:ln>
          <a:noFill/>
        </a:ln>
        <a:solidFill>
          <a:srgbClr val="000000"/>
        </a:solidFill>
        <a:effectLst/>
        <a:uFillTx/>
        <a:latin typeface="+mn-lt"/>
        <a:ea typeface="+mn-ea"/>
        <a:cs typeface="+mn-cs"/>
        <a:sym typeface="Helvetica"/>
      </a:defRPr>
    </a:lvl6pPr>
    <a:lvl7pPr marL="0" marR="0" indent="0" algn="l" defTabSz="5852159" rtl="0" fontAlgn="auto" latinLnBrk="0" hangingPunct="0">
      <a:lnSpc>
        <a:spcPct val="100000"/>
      </a:lnSpc>
      <a:spcBef>
        <a:spcPts val="0"/>
      </a:spcBef>
      <a:spcAft>
        <a:spcPts val="0"/>
      </a:spcAft>
      <a:buClrTx/>
      <a:buSzTx/>
      <a:buFontTx/>
      <a:buNone/>
      <a:tabLst/>
      <a:defRPr b="0" baseline="0" cap="none" i="0" spc="0" strike="noStrike" sz="11400" u="none" kumimoji="0" normalizeH="0">
        <a:ln>
          <a:noFill/>
        </a:ln>
        <a:solidFill>
          <a:srgbClr val="000000"/>
        </a:solidFill>
        <a:effectLst/>
        <a:uFillTx/>
        <a:latin typeface="+mn-lt"/>
        <a:ea typeface="+mn-ea"/>
        <a:cs typeface="+mn-cs"/>
        <a:sym typeface="Helvetica"/>
      </a:defRPr>
    </a:lvl7pPr>
    <a:lvl8pPr marL="0" marR="0" indent="0" algn="l" defTabSz="5852159" rtl="0" fontAlgn="auto" latinLnBrk="0" hangingPunct="0">
      <a:lnSpc>
        <a:spcPct val="100000"/>
      </a:lnSpc>
      <a:spcBef>
        <a:spcPts val="0"/>
      </a:spcBef>
      <a:spcAft>
        <a:spcPts val="0"/>
      </a:spcAft>
      <a:buClrTx/>
      <a:buSzTx/>
      <a:buFontTx/>
      <a:buNone/>
      <a:tabLst/>
      <a:defRPr b="0" baseline="0" cap="none" i="0" spc="0" strike="noStrike" sz="11400" u="none" kumimoji="0" normalizeH="0">
        <a:ln>
          <a:noFill/>
        </a:ln>
        <a:solidFill>
          <a:srgbClr val="000000"/>
        </a:solidFill>
        <a:effectLst/>
        <a:uFillTx/>
        <a:latin typeface="+mn-lt"/>
        <a:ea typeface="+mn-ea"/>
        <a:cs typeface="+mn-cs"/>
        <a:sym typeface="Helvetica"/>
      </a:defRPr>
    </a:lvl8pPr>
    <a:lvl9pPr marL="0" marR="0" indent="0" algn="l" defTabSz="5852159" rtl="0" fontAlgn="auto" latinLnBrk="0" hangingPunct="0">
      <a:lnSpc>
        <a:spcPct val="100000"/>
      </a:lnSpc>
      <a:spcBef>
        <a:spcPts val="0"/>
      </a:spcBef>
      <a:spcAft>
        <a:spcPts val="0"/>
      </a:spcAft>
      <a:buClrTx/>
      <a:buSzTx/>
      <a:buFontTx/>
      <a:buNone/>
      <a:tabLst/>
      <a:defRPr b="0" baseline="0" cap="none" i="0" spc="0" strike="noStrike" sz="11400" u="none" kumimoji="0" normalizeH="0">
        <a:ln>
          <a:noFill/>
        </a:ln>
        <a:solidFill>
          <a:srgbClr val="000000"/>
        </a:solidFill>
        <a:effectLst/>
        <a:uFillTx/>
        <a:latin typeface="+mn-lt"/>
        <a:ea typeface="+mn-ea"/>
        <a:cs typeface="+mn-cs"/>
        <a:sym typeface="Helvetica"/>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file>

<file path=ppt/presProps.xml><?xml version="1.0" encoding="utf-8"?>
<p:presentation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howPr loop="0"/>
</p:presentationPr>
</file>

<file path=ppt/tableStyles.xml><?xml version="1.0" encoding="utf-8"?>
<a:tblStyleLst xmlns:a="http://schemas.openxmlformats.org/drawingml/2006/main" xmlns:r="http://schemas.openxmlformats.org/officeDocument/2006/relationships" def="{5940675A-B579-460E-94D1-54222C63F5DA}">
  <a:tblStyle styleId="{4C3C2611-4C71-4FC5-86AE-919BDF0F9419}"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D1D8"/>
          </a:solidFill>
        </a:fill>
      </a:tcStyle>
    </a:wholeTbl>
    <a:band2H>
      <a:tcTxStyle b="def" i="def"/>
      <a:tcStyle>
        <a:tcBdr/>
        <a:fill>
          <a:solidFill>
            <a:srgbClr val="E7E9EC"/>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Row>
  </a:tblStyle>
  <a:tblStyle styleId="{C7B018BB-80A7-4F77-B60F-C8B233D01FF8}"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BD3CB"/>
          </a:solidFill>
        </a:fill>
      </a:tcStyle>
    </a:wholeTbl>
    <a:band2H>
      <a:tcTxStyle b="def" i="def"/>
      <a:tcStyle>
        <a:tcBdr/>
        <a:fill>
          <a:solidFill>
            <a:srgbClr val="E7EAE7"/>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Row>
  </a:tblStyle>
  <a:tblStyle styleId="{EEE7283C-3CF3-47DC-8721-378D4A62B228}"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FE1CC"/>
          </a:solidFill>
        </a:fill>
      </a:tcStyle>
    </a:wholeTbl>
    <a:band2H>
      <a:tcTxStyle b="def" i="def"/>
      <a:tcStyle>
        <a:tcBdr/>
        <a:fill>
          <a:solidFill>
            <a:srgbClr val="E8F0E7"/>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Row>
  </a:tblStyle>
  <a:tblStyle styleId="{CF821DB8-F4EB-4A41-A1BA-3FCAFE7338EE}" styleName="">
    <a:tblBg/>
    <a:wholeTbl>
      <a:tcTxStyle b="off" i="off">
        <a:fontRef idx="minor">
          <a:srgbClr val="000000"/>
        </a:fontRef>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6E6E6"/>
          </a:solidFill>
        </a:fill>
      </a:tcStyle>
    </a:wholeTbl>
    <a:band2H>
      <a:tcTxStyle b="def" i="def"/>
      <a:tcStyle>
        <a:tcBdr/>
        <a:fill>
          <a:solidFill>
            <a:srgbClr val="FFFFFF"/>
          </a:solidFill>
        </a:fill>
      </a:tcStyle>
    </a:band2H>
    <a:firstCol>
      <a:tcTxStyle b="on" i="off">
        <a:fontRef idx="minor">
          <a:srgbClr val="FFFFFF"/>
        </a:fontRef>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Col>
    <a:lastRow>
      <a:tcTxStyle b="on" i="off">
        <a:fontRef idx="minor">
          <a:srgbClr val="000000"/>
        </a:fontRef>
        <a:srgbClr val="000000"/>
      </a:tcTxStyle>
      <a:tcStyle>
        <a:tcBdr>
          <a:left>
            <a:ln w="12700" cap="flat">
              <a:noFill/>
              <a:miter lim="400000"/>
            </a:ln>
          </a:left>
          <a:right>
            <a:ln w="12700" cap="flat">
              <a:noFill/>
              <a:miter lim="400000"/>
            </a:ln>
          </a:right>
          <a:top>
            <a:ln w="508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rgbClr val="FFFFFF"/>
          </a:solidFill>
        </a:fill>
      </a:tcStyle>
    </a:lastRow>
    <a:firstRow>
      <a:tcTxStyle b="on" i="off">
        <a:fontRef idx="minor">
          <a:srgbClr val="FFFFFF"/>
        </a:fontRef>
        <a:srgbClr val="FFFFFF"/>
      </a:tcTxStyle>
      <a:tcStyle>
        <a:tcBdr>
          <a:left>
            <a:ln w="12700" cap="flat">
              <a:noFill/>
              <a:miter lim="400000"/>
            </a:ln>
          </a:left>
          <a:right>
            <a:ln w="12700" cap="flat">
              <a:noFill/>
              <a:miter lim="400000"/>
            </a:ln>
          </a:right>
          <a:top>
            <a:ln w="254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chemeClr val="accent1"/>
          </a:solidFill>
        </a:fill>
      </a:tcStyle>
    </a:firstRow>
  </a:tblStyle>
  <a:tblStyle styleId="{33BA23B1-9221-436E-865A-0063620EA4FD}"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CACA"/>
          </a:solidFill>
        </a:fill>
      </a:tcStyle>
    </a:wholeTbl>
    <a:band2H>
      <a:tcTxStyle b="def" i="def"/>
      <a:tcStyle>
        <a:tcBdr/>
        <a:fill>
          <a:solidFill>
            <a:srgbClr val="E6E6E6"/>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Row>
  </a:tblStyle>
  <a:tblStyle styleId="{2708684C-4D16-4618-839F-0558EEFCDFE6}" styleName="">
    <a:tblBg/>
    <a:wholeTbl>
      <a:tcTxStyle b="off"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wholeTbl>
    <a:band2H>
      <a:tcTxStyle b="def" i="def"/>
      <a:tcStyle>
        <a:tcBdr/>
        <a:fill>
          <a:solidFill>
            <a:srgbClr val="FFFFFF"/>
          </a:solidFill>
        </a:fill>
      </a:tcStyle>
    </a:band2H>
    <a:firstCol>
      <a:tcTxStyle b="on"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firstCol>
    <a:lastRow>
      <a:tcTxStyle b="on"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508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lastRow>
    <a:firstRow>
      <a:tcTxStyle b="on"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254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Comments="1"/>
</file>

<file path=ppt/_rels/presentation.xml.rels><?xml version="1.0" encoding="UTF-8"?>
<Relationships xmlns="http://schemas.openxmlformats.org/package/2006/relationships"><Relationship Id="rId1" Type="http://schemas.openxmlformats.org/officeDocument/2006/relationships/presProps" Target="presProps.xml"/><Relationship Id="rId2" Type="http://schemas.openxmlformats.org/officeDocument/2006/relationships/viewProps" Target="viewProps.xml"/><Relationship Id="rId3" Type="http://schemas.openxmlformats.org/officeDocument/2006/relationships/commentAuthors" Target="commentAuthor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theme" Target="theme/theme1.xml"/><Relationship Id="rId7" Type="http://schemas.openxmlformats.org/officeDocument/2006/relationships/notesMaster" Target="notesMasters/notesMaster1.xml"/><Relationship Id="rId8" Type="http://schemas.openxmlformats.org/officeDocument/2006/relationships/slide" Target="slides/slide1.xml"/></Relationships>

</file>

<file path=ppt/notesMasters/_rels/notesMaster1.xml.rels><?xml version="1.0" encoding="UTF-8"?>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spTree>
      <p:nvGrpSpPr>
        <p:cNvPr id="1" name=""/>
        <p:cNvGrpSpPr/>
        <p:nvPr/>
      </p:nvGrpSpPr>
      <p:grpSpPr>
        <a:xfrm>
          <a:off x="0" y="0"/>
          <a:ext cx="0" cy="0"/>
          <a:chOff x="0" y="0"/>
          <a:chExt cx="0" cy="0"/>
        </a:xfrm>
      </p:grpSpPr>
      <p:sp>
        <p:nvSpPr>
          <p:cNvPr id="104" name="Shape 104"/>
          <p:cNvSpPr/>
          <p:nvPr>
            <p:ph type="sldImg"/>
          </p:nvPr>
        </p:nvSpPr>
        <p:spPr>
          <a:xfrm>
            <a:off x="1143000" y="685800"/>
            <a:ext cx="4572000" cy="3429000"/>
          </a:xfrm>
          <a:prstGeom prst="rect">
            <a:avLst/>
          </a:prstGeom>
        </p:spPr>
        <p:txBody>
          <a:bodyPr/>
          <a:lstStyle/>
          <a:p>
            <a:pPr/>
          </a:p>
        </p:txBody>
      </p:sp>
      <p:sp>
        <p:nvSpPr>
          <p:cNvPr id="105" name="Shape 105"/>
          <p:cNvSpPr/>
          <p:nvPr>
            <p:ph type="body" sz="quarter" idx="1"/>
          </p:nvPr>
        </p:nvSpPr>
        <p:spPr>
          <a:xfrm>
            <a:off x="914400" y="4343400"/>
            <a:ext cx="5029200" cy="4114800"/>
          </a:xfrm>
          <a:prstGeom prst="rect">
            <a:avLst/>
          </a:prstGeom>
        </p:spPr>
        <p:txBody>
          <a:bodyPr/>
          <a:lstStyle/>
          <a:p>
            <a:pPr/>
          </a:p>
        </p:txBody>
      </p:sp>
    </p:spTree>
  </p:cSld>
  <p:clrMap bg1="lt1" tx1="dk1" bg2="lt2" tx2="dk2" accent1="accent1" accent2="accent2" accent3="accent3" accent4="accent4" accent5="accent5" accent6="accent6" hlink="hlink" folHlink="folHlink"/>
  <p:notesStyle>
    <a:lvl1pPr defTabSz="5852159" latinLnBrk="0">
      <a:defRPr sz="7400">
        <a:latin typeface="+mj-lt"/>
        <a:ea typeface="+mj-ea"/>
        <a:cs typeface="+mj-cs"/>
        <a:sym typeface="Aptos"/>
      </a:defRPr>
    </a:lvl1pPr>
    <a:lvl2pPr indent="228600" defTabSz="5852159" latinLnBrk="0">
      <a:defRPr sz="7400">
        <a:latin typeface="+mj-lt"/>
        <a:ea typeface="+mj-ea"/>
        <a:cs typeface="+mj-cs"/>
        <a:sym typeface="Aptos"/>
      </a:defRPr>
    </a:lvl2pPr>
    <a:lvl3pPr indent="457200" defTabSz="5852159" latinLnBrk="0">
      <a:defRPr sz="7400">
        <a:latin typeface="+mj-lt"/>
        <a:ea typeface="+mj-ea"/>
        <a:cs typeface="+mj-cs"/>
        <a:sym typeface="Aptos"/>
      </a:defRPr>
    </a:lvl3pPr>
    <a:lvl4pPr indent="685800" defTabSz="5852159" latinLnBrk="0">
      <a:defRPr sz="7400">
        <a:latin typeface="+mj-lt"/>
        <a:ea typeface="+mj-ea"/>
        <a:cs typeface="+mj-cs"/>
        <a:sym typeface="Aptos"/>
      </a:defRPr>
    </a:lvl4pPr>
    <a:lvl5pPr indent="914400" defTabSz="5852159" latinLnBrk="0">
      <a:defRPr sz="7400">
        <a:latin typeface="+mj-lt"/>
        <a:ea typeface="+mj-ea"/>
        <a:cs typeface="+mj-cs"/>
        <a:sym typeface="Aptos"/>
      </a:defRPr>
    </a:lvl5pPr>
    <a:lvl6pPr indent="1143000" defTabSz="5852159" latinLnBrk="0">
      <a:defRPr sz="7400">
        <a:latin typeface="+mj-lt"/>
        <a:ea typeface="+mj-ea"/>
        <a:cs typeface="+mj-cs"/>
        <a:sym typeface="Aptos"/>
      </a:defRPr>
    </a:lvl6pPr>
    <a:lvl7pPr indent="1371600" defTabSz="5852159" latinLnBrk="0">
      <a:defRPr sz="7400">
        <a:latin typeface="+mj-lt"/>
        <a:ea typeface="+mj-ea"/>
        <a:cs typeface="+mj-cs"/>
        <a:sym typeface="Aptos"/>
      </a:defRPr>
    </a:lvl7pPr>
    <a:lvl8pPr indent="1600200" defTabSz="5852159" latinLnBrk="0">
      <a:defRPr sz="7400">
        <a:latin typeface="+mj-lt"/>
        <a:ea typeface="+mj-ea"/>
        <a:cs typeface="+mj-cs"/>
        <a:sym typeface="Aptos"/>
      </a:defRPr>
    </a:lvl8pPr>
    <a:lvl9pPr indent="1828800" defTabSz="5852159" latinLnBrk="0">
      <a:defRPr sz="7400">
        <a:latin typeface="+mj-lt"/>
        <a:ea typeface="+mj-ea"/>
        <a:cs typeface="+mj-cs"/>
        <a:sym typeface="Aptos"/>
      </a:defRPr>
    </a:lvl9pPr>
  </p:notesStyle>
</p:notesMaster>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4.png"/><Relationship Id="rId4" Type="http://schemas.openxmlformats.org/officeDocument/2006/relationships/image" Target="../media/image5.png"/></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Title Slide">
    <p:spTree>
      <p:nvGrpSpPr>
        <p:cNvPr id="1" name=""/>
        <p:cNvGrpSpPr/>
        <p:nvPr/>
      </p:nvGrpSpPr>
      <p:grpSpPr>
        <a:xfrm>
          <a:off x="0" y="0"/>
          <a:ext cx="0" cy="0"/>
          <a:chOff x="0" y="0"/>
          <a:chExt cx="0" cy="0"/>
        </a:xfrm>
      </p:grpSpPr>
      <p:sp>
        <p:nvSpPr>
          <p:cNvPr id="19" name="Rectangle 1"/>
          <p:cNvSpPr/>
          <p:nvPr/>
        </p:nvSpPr>
        <p:spPr>
          <a:xfrm>
            <a:off x="0" y="-1685"/>
            <a:ext cx="32918392" cy="5140041"/>
          </a:xfrm>
          <a:prstGeom prst="rect">
            <a:avLst/>
          </a:prstGeom>
          <a:solidFill>
            <a:srgbClr val="01234D"/>
          </a:solidFill>
          <a:ln w="38100">
            <a:solidFill>
              <a:srgbClr val="525755"/>
            </a:solidFill>
            <a:miter/>
          </a:ln>
        </p:spPr>
        <p:txBody>
          <a:bodyPr lIns="123442" tIns="123442" rIns="123442" bIns="123442" anchor="ctr"/>
          <a:lstStyle/>
          <a:p>
            <a:pPr algn="ctr">
              <a:defRPr>
                <a:solidFill>
                  <a:srgbClr val="FFFFFF"/>
                </a:solidFill>
                <a:latin typeface="+mj-lt"/>
                <a:ea typeface="+mj-ea"/>
                <a:cs typeface="+mj-cs"/>
                <a:sym typeface="Aptos"/>
              </a:defRPr>
            </a:pPr>
          </a:p>
        </p:txBody>
      </p:sp>
      <p:pic>
        <p:nvPicPr>
          <p:cNvPr id="20" name="Picture 15" descr="Picture 15"/>
          <p:cNvPicPr>
            <a:picLocks noChangeAspect="1"/>
          </p:cNvPicPr>
          <p:nvPr/>
        </p:nvPicPr>
        <p:blipFill>
          <a:blip r:embed="rId2">
            <a:extLst/>
          </a:blip>
          <a:stretch>
            <a:fillRect/>
          </a:stretch>
        </p:blipFill>
        <p:spPr>
          <a:xfrm>
            <a:off x="26435143" y="751216"/>
            <a:ext cx="2979891" cy="2979892"/>
          </a:xfrm>
          <a:prstGeom prst="rect">
            <a:avLst/>
          </a:prstGeom>
          <a:ln w="12700">
            <a:miter lim="400000"/>
          </a:ln>
        </p:spPr>
      </p:pic>
      <p:sp>
        <p:nvSpPr>
          <p:cNvPr id="21" name="TextBox 18"/>
          <p:cNvSpPr txBox="1"/>
          <p:nvPr/>
        </p:nvSpPr>
        <p:spPr>
          <a:xfrm>
            <a:off x="7146731" y="14452821"/>
            <a:ext cx="16783349" cy="2507485"/>
          </a:xfrm>
          <a:prstGeom prst="rect">
            <a:avLst/>
          </a:prstGeom>
          <a:ln w="12700">
            <a:miter lim="400000"/>
          </a:ln>
          <a:extLst>
            <a:ext uri="{C572A759-6A51-4108-AA02-DFA0A04FC94B}">
              <ma14:wrappingTextBoxFlag xmlns:ma14="http://schemas.microsoft.com/office/mac/drawingml/2011/main" val="1"/>
            </a:ext>
          </a:extLst>
        </p:spPr>
        <p:txBody>
          <a:bodyPr lIns="123442" tIns="123442" rIns="123442" bIns="123442">
            <a:spAutoFit/>
          </a:bodyPr>
          <a:lstStyle>
            <a:lvl1pPr>
              <a:defRPr b="1" sz="7400">
                <a:solidFill>
                  <a:srgbClr val="FFFFFF"/>
                </a:solidFill>
                <a:latin typeface="Gordita "/>
                <a:ea typeface="Gordita "/>
                <a:cs typeface="Gordita "/>
                <a:sym typeface="Gordita "/>
              </a:defRPr>
            </a:lvl1pPr>
          </a:lstStyle>
          <a:p>
            <a:pPr/>
            <a:r>
              <a:t>Date 6 – 8 February,2026, Venue : Kurnool Medical College</a:t>
            </a:r>
          </a:p>
        </p:txBody>
      </p:sp>
      <p:sp>
        <p:nvSpPr>
          <p:cNvPr id="22" name="Freeform 13"/>
          <p:cNvSpPr/>
          <p:nvPr/>
        </p:nvSpPr>
        <p:spPr>
          <a:xfrm>
            <a:off x="160958" y="840123"/>
            <a:ext cx="4065018" cy="3456426"/>
          </a:xfrm>
          <a:prstGeom prst="rect">
            <a:avLst/>
          </a:prstGeom>
          <a:blipFill>
            <a:blip r:embed="rId3"/>
            <a:stretch>
              <a:fillRect/>
            </a:stretch>
          </a:blipFill>
          <a:ln w="12700">
            <a:miter lim="400000"/>
          </a:ln>
        </p:spPr>
        <p:txBody>
          <a:bodyPr lIns="123442" tIns="123442" rIns="123442" bIns="123442"/>
          <a:lstStyle/>
          <a:p>
            <a:pPr>
              <a:defRPr>
                <a:latin typeface="+mj-lt"/>
                <a:ea typeface="+mj-ea"/>
                <a:cs typeface="+mj-cs"/>
                <a:sym typeface="Aptos"/>
              </a:defRPr>
            </a:pPr>
          </a:p>
        </p:txBody>
      </p:sp>
      <p:pic>
        <p:nvPicPr>
          <p:cNvPr id="23" name="Picture 17" descr="Picture 17"/>
          <p:cNvPicPr>
            <a:picLocks noChangeAspect="1"/>
          </p:cNvPicPr>
          <p:nvPr/>
        </p:nvPicPr>
        <p:blipFill>
          <a:blip r:embed="rId4">
            <a:extLst/>
          </a:blip>
          <a:stretch>
            <a:fillRect/>
          </a:stretch>
        </p:blipFill>
        <p:spPr>
          <a:xfrm>
            <a:off x="29905495" y="809523"/>
            <a:ext cx="2386017" cy="2863221"/>
          </a:xfrm>
          <a:prstGeom prst="rect">
            <a:avLst/>
          </a:prstGeom>
          <a:ln w="12700">
            <a:miter lim="400000"/>
          </a:ln>
        </p:spPr>
      </p:pic>
      <p:sp>
        <p:nvSpPr>
          <p:cNvPr id="24" name="Osteochondroma of the Scapula in a…"/>
          <p:cNvSpPr txBox="1"/>
          <p:nvPr/>
        </p:nvSpPr>
        <p:spPr>
          <a:xfrm>
            <a:off x="7858169" y="108374"/>
            <a:ext cx="16416515" cy="2477571"/>
          </a:xfrm>
          <a:prstGeom prst="rect">
            <a:avLst/>
          </a:prstGeom>
          <a:ln w="12700">
            <a:miter lim="400000"/>
          </a:ln>
          <a:extLst>
            <a:ext uri="{C572A759-6A51-4108-AA02-DFA0A04FC94B}">
              <ma14:wrappingTextBoxFlag xmlns:ma14="http://schemas.microsoft.com/office/mac/drawingml/2011/main" val="1"/>
            </a:ext>
          </a:extLst>
        </p:spPr>
        <p:txBody>
          <a:bodyPr wrap="none" lIns="123442" tIns="123442" rIns="123442" bIns="123442">
            <a:spAutoFit/>
          </a:bodyPr>
          <a:lstStyle/>
          <a:p>
            <a:pPr defTabSz="457200">
              <a:spcBef>
                <a:spcPts val="1400"/>
              </a:spcBef>
              <a:defRPr b="1" sz="7200">
                <a:solidFill>
                  <a:srgbClr val="FFFFFF"/>
                </a:solidFill>
                <a:latin typeface="Arial"/>
                <a:ea typeface="Arial"/>
                <a:cs typeface="Arial"/>
                <a:sym typeface="Arial"/>
              </a:defRPr>
            </a:pPr>
            <a:r>
              <a:t>Osteochondroma of the Scapula in a </a:t>
            </a:r>
          </a:p>
          <a:p>
            <a:pPr lvl="7" indent="3200400" defTabSz="457200">
              <a:spcBef>
                <a:spcPts val="1400"/>
              </a:spcBef>
              <a:defRPr b="1" sz="7200">
                <a:solidFill>
                  <a:srgbClr val="FFFFFF"/>
                </a:solidFill>
                <a:latin typeface="Arial"/>
                <a:ea typeface="Arial"/>
                <a:cs typeface="Arial"/>
                <a:sym typeface="Arial"/>
              </a:defRPr>
            </a:pPr>
            <a:r>
              <a:t>Paediatric Patient</a:t>
            </a:r>
          </a:p>
        </p:txBody>
      </p:sp>
      <p:sp>
        <p:nvSpPr>
          <p:cNvPr id="25" name="AUTHOR – DR CH DHEDEEPYA POST GRADUATE, GSL MEDICAL COLLEGE…"/>
          <p:cNvSpPr txBox="1"/>
          <p:nvPr/>
        </p:nvSpPr>
        <p:spPr>
          <a:xfrm>
            <a:off x="4800017" y="2879618"/>
            <a:ext cx="21476770" cy="1599373"/>
          </a:xfrm>
          <a:prstGeom prst="rect">
            <a:avLst/>
          </a:prstGeom>
          <a:ln w="12700">
            <a:miter lim="400000"/>
          </a:ln>
          <a:extLst>
            <a:ext uri="{C572A759-6A51-4108-AA02-DFA0A04FC94B}">
              <ma14:wrappingTextBoxFlag xmlns:ma14="http://schemas.microsoft.com/office/mac/drawingml/2011/main" val="1"/>
            </a:ext>
          </a:extLst>
        </p:spPr>
        <p:txBody>
          <a:bodyPr wrap="none" lIns="123442" tIns="123442" rIns="123442" bIns="123442">
            <a:spAutoFit/>
          </a:bodyPr>
          <a:lstStyle/>
          <a:p>
            <a:pPr algn="ctr" defTabSz="914400">
              <a:defRPr b="1" sz="4600">
                <a:solidFill>
                  <a:srgbClr val="FFFFFF"/>
                </a:solidFill>
                <a:latin typeface="Arial"/>
                <a:ea typeface="Arial"/>
                <a:cs typeface="Arial"/>
                <a:sym typeface="Arial"/>
              </a:defRPr>
            </a:pPr>
            <a:r>
              <a:t>AUTHOR – DR CH DHEDEEPYA POST GRADUATE, GSL MEDICAL COLLEGE</a:t>
            </a:r>
          </a:p>
          <a:p>
            <a:pPr algn="ctr" defTabSz="914400">
              <a:defRPr b="1" sz="4600">
                <a:solidFill>
                  <a:srgbClr val="FFFFFF"/>
                </a:solidFill>
                <a:latin typeface="Arial"/>
                <a:ea typeface="Arial"/>
                <a:cs typeface="Arial"/>
                <a:sym typeface="Arial"/>
              </a:defRPr>
            </a:pPr>
            <a:r>
              <a:t>CO – AUTHOR – DR V NAGESWARA RAO</a:t>
            </a:r>
          </a:p>
        </p:txBody>
      </p:sp>
      <p:sp>
        <p:nvSpPr>
          <p:cNvPr id="26"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2.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and Content">
    <p:spTree>
      <p:nvGrpSpPr>
        <p:cNvPr id="1" name=""/>
        <p:cNvGrpSpPr/>
        <p:nvPr/>
      </p:nvGrpSpPr>
      <p:grpSpPr>
        <a:xfrm>
          <a:off x="0" y="0"/>
          <a:ext cx="0" cy="0"/>
          <a:chOff x="0" y="0"/>
          <a:chExt cx="0" cy="0"/>
        </a:xfrm>
      </p:grpSpPr>
      <p:sp>
        <p:nvSpPr>
          <p:cNvPr id="33" name="Title Text"/>
          <p:cNvSpPr txBox="1"/>
          <p:nvPr>
            <p:ph type="title"/>
          </p:nvPr>
        </p:nvSpPr>
        <p:spPr>
          <a:prstGeom prst="rect">
            <a:avLst/>
          </a:prstGeom>
        </p:spPr>
        <p:txBody>
          <a:bodyPr/>
          <a:lstStyle/>
          <a:p>
            <a:pPr/>
            <a:r>
              <a:t>Title Text</a:t>
            </a:r>
          </a:p>
        </p:txBody>
      </p:sp>
      <p:sp>
        <p:nvSpPr>
          <p:cNvPr id="34" name="Body Level One…"/>
          <p:cNvSpPr txBox="1"/>
          <p:nvPr>
            <p:ph type="body" sz="half" idx="1"/>
          </p:nvPr>
        </p:nvSpPr>
        <p:spPr>
          <a:prstGeom prst="rect">
            <a:avLst/>
          </a:prstGeom>
        </p:spPr>
        <p:txBody>
          <a:bodyPr/>
          <a:lstStyle/>
          <a:p>
            <a:pPr/>
            <a:r>
              <a:t>Body Level One</a:t>
            </a:r>
          </a:p>
          <a:p>
            <a:pPr lvl="1"/>
            <a:r>
              <a:t>Body Level Two</a:t>
            </a:r>
          </a:p>
          <a:p>
            <a:pPr lvl="2"/>
            <a:r>
              <a:t>Body Level Three</a:t>
            </a:r>
          </a:p>
          <a:p>
            <a:pPr lvl="3"/>
            <a:r>
              <a:t>Body Level Four</a:t>
            </a:r>
          </a:p>
          <a:p>
            <a:pPr lvl="4"/>
            <a:r>
              <a:t>Body Level Five</a:t>
            </a:r>
          </a:p>
        </p:txBody>
      </p:sp>
      <p:sp>
        <p:nvSpPr>
          <p:cNvPr id="35"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3.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Section Header">
    <p:spTree>
      <p:nvGrpSpPr>
        <p:cNvPr id="1" name=""/>
        <p:cNvGrpSpPr/>
        <p:nvPr/>
      </p:nvGrpSpPr>
      <p:grpSpPr>
        <a:xfrm>
          <a:off x="0" y="0"/>
          <a:ext cx="0" cy="0"/>
          <a:chOff x="0" y="0"/>
          <a:chExt cx="0" cy="0"/>
        </a:xfrm>
      </p:grpSpPr>
      <p:sp>
        <p:nvSpPr>
          <p:cNvPr id="42" name="Title Text"/>
          <p:cNvSpPr txBox="1"/>
          <p:nvPr>
            <p:ph type="title"/>
          </p:nvPr>
        </p:nvSpPr>
        <p:spPr>
          <a:xfrm>
            <a:off x="2245995" y="17303590"/>
            <a:ext cx="28392122" cy="7702393"/>
          </a:xfrm>
          <a:prstGeom prst="rect">
            <a:avLst/>
          </a:prstGeom>
        </p:spPr>
        <p:txBody>
          <a:bodyPr anchor="b"/>
          <a:lstStyle>
            <a:lvl1pPr>
              <a:defRPr sz="38400"/>
            </a:lvl1pPr>
          </a:lstStyle>
          <a:p>
            <a:pPr/>
            <a:r>
              <a:t>Title Text</a:t>
            </a:r>
          </a:p>
        </p:txBody>
      </p:sp>
      <p:sp>
        <p:nvSpPr>
          <p:cNvPr id="43" name="Body Level One…"/>
          <p:cNvSpPr txBox="1"/>
          <p:nvPr>
            <p:ph type="body" sz="quarter" idx="1"/>
          </p:nvPr>
        </p:nvSpPr>
        <p:spPr>
          <a:xfrm>
            <a:off x="2245995" y="25078849"/>
            <a:ext cx="28392122" cy="4050506"/>
          </a:xfrm>
          <a:prstGeom prst="rect">
            <a:avLst/>
          </a:prstGeom>
        </p:spPr>
        <p:txBody>
          <a:bodyPr/>
          <a:lstStyle>
            <a:lvl1pPr marL="0" indent="0">
              <a:buSzTx/>
              <a:buFontTx/>
              <a:buNone/>
              <a:defRPr sz="15200">
                <a:solidFill>
                  <a:srgbClr val="757575"/>
                </a:solidFill>
              </a:defRPr>
            </a:lvl1pPr>
            <a:lvl2pPr marL="0" indent="0">
              <a:buSzTx/>
              <a:buFontTx/>
              <a:buNone/>
              <a:defRPr sz="15200">
                <a:solidFill>
                  <a:srgbClr val="757575"/>
                </a:solidFill>
              </a:defRPr>
            </a:lvl2pPr>
            <a:lvl3pPr marL="0" indent="0">
              <a:buSzTx/>
              <a:buFontTx/>
              <a:buNone/>
              <a:defRPr sz="15200">
                <a:solidFill>
                  <a:srgbClr val="757575"/>
                </a:solidFill>
              </a:defRPr>
            </a:lvl3pPr>
            <a:lvl4pPr marL="0" indent="0">
              <a:buSzTx/>
              <a:buFontTx/>
              <a:buNone/>
              <a:defRPr sz="15200">
                <a:solidFill>
                  <a:srgbClr val="757575"/>
                </a:solidFill>
              </a:defRPr>
            </a:lvl4pPr>
            <a:lvl5pPr marL="0" indent="0">
              <a:buSzTx/>
              <a:buFontTx/>
              <a:buNone/>
              <a:defRPr sz="15200">
                <a:solidFill>
                  <a:srgbClr val="757575"/>
                </a:solidFill>
              </a:defRPr>
            </a:lvl5pPr>
          </a:lstStyle>
          <a:p>
            <a:pPr/>
            <a:r>
              <a:t>Body Level One</a:t>
            </a:r>
          </a:p>
          <a:p>
            <a:pPr lvl="1"/>
            <a:r>
              <a:t>Body Level Two</a:t>
            </a:r>
          </a:p>
          <a:p>
            <a:pPr lvl="2"/>
            <a:r>
              <a:t>Body Level Three</a:t>
            </a:r>
          </a:p>
          <a:p>
            <a:pPr lvl="3"/>
            <a:r>
              <a:t>Body Level Four</a:t>
            </a:r>
          </a:p>
          <a:p>
            <a:pPr lvl="4"/>
            <a:r>
              <a:t>Body Level Five</a:t>
            </a:r>
          </a:p>
        </p:txBody>
      </p:sp>
      <p:sp>
        <p:nvSpPr>
          <p:cNvPr id="44"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4.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wo Content">
    <p:spTree>
      <p:nvGrpSpPr>
        <p:cNvPr id="1" name=""/>
        <p:cNvGrpSpPr/>
        <p:nvPr/>
      </p:nvGrpSpPr>
      <p:grpSpPr>
        <a:xfrm>
          <a:off x="0" y="0"/>
          <a:ext cx="0" cy="0"/>
          <a:chOff x="0" y="0"/>
          <a:chExt cx="0" cy="0"/>
        </a:xfrm>
      </p:grpSpPr>
      <p:sp>
        <p:nvSpPr>
          <p:cNvPr id="51" name="Title Text"/>
          <p:cNvSpPr txBox="1"/>
          <p:nvPr>
            <p:ph type="title"/>
          </p:nvPr>
        </p:nvSpPr>
        <p:spPr>
          <a:prstGeom prst="rect">
            <a:avLst/>
          </a:prstGeom>
        </p:spPr>
        <p:txBody>
          <a:bodyPr/>
          <a:lstStyle/>
          <a:p>
            <a:pPr/>
            <a:r>
              <a:t>Title Text</a:t>
            </a:r>
          </a:p>
        </p:txBody>
      </p:sp>
      <p:sp>
        <p:nvSpPr>
          <p:cNvPr id="52" name="Body Level One…"/>
          <p:cNvSpPr txBox="1"/>
          <p:nvPr>
            <p:ph type="body" sz="quarter" idx="1"/>
          </p:nvPr>
        </p:nvSpPr>
        <p:spPr>
          <a:xfrm>
            <a:off x="2263138" y="17616487"/>
            <a:ext cx="13990325" cy="11748616"/>
          </a:xfrm>
          <a:prstGeom prst="rect">
            <a:avLst/>
          </a:prstGeom>
        </p:spPr>
        <p:txBody>
          <a:bodyPr/>
          <a:lstStyle/>
          <a:p>
            <a:pPr/>
            <a:r>
              <a:t>Body Level One</a:t>
            </a:r>
          </a:p>
          <a:p>
            <a:pPr lvl="1"/>
            <a:r>
              <a:t>Body Level Two</a:t>
            </a:r>
          </a:p>
          <a:p>
            <a:pPr lvl="2"/>
            <a:r>
              <a:t>Body Level Three</a:t>
            </a:r>
          </a:p>
          <a:p>
            <a:pPr lvl="3"/>
            <a:r>
              <a:t>Body Level Four</a:t>
            </a:r>
          </a:p>
          <a:p>
            <a:pPr lvl="4"/>
            <a:r>
              <a:t>Body Level Five</a:t>
            </a:r>
          </a:p>
        </p:txBody>
      </p:sp>
      <p:sp>
        <p:nvSpPr>
          <p:cNvPr id="53"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5.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Comparison">
    <p:spTree>
      <p:nvGrpSpPr>
        <p:cNvPr id="1" name=""/>
        <p:cNvGrpSpPr/>
        <p:nvPr/>
      </p:nvGrpSpPr>
      <p:grpSpPr>
        <a:xfrm>
          <a:off x="0" y="0"/>
          <a:ext cx="0" cy="0"/>
          <a:chOff x="0" y="0"/>
          <a:chExt cx="0" cy="0"/>
        </a:xfrm>
      </p:grpSpPr>
      <p:sp>
        <p:nvSpPr>
          <p:cNvPr id="60" name="Title Text"/>
          <p:cNvSpPr txBox="1"/>
          <p:nvPr>
            <p:ph type="title"/>
          </p:nvPr>
        </p:nvSpPr>
        <p:spPr>
          <a:xfrm>
            <a:off x="2267424" y="13673137"/>
            <a:ext cx="28392129" cy="3579024"/>
          </a:xfrm>
          <a:prstGeom prst="rect">
            <a:avLst/>
          </a:prstGeom>
        </p:spPr>
        <p:txBody>
          <a:bodyPr/>
          <a:lstStyle/>
          <a:p>
            <a:pPr/>
            <a:r>
              <a:t>Title Text</a:t>
            </a:r>
          </a:p>
        </p:txBody>
      </p:sp>
      <p:sp>
        <p:nvSpPr>
          <p:cNvPr id="61" name="Body Level One…"/>
          <p:cNvSpPr txBox="1"/>
          <p:nvPr>
            <p:ph type="body" sz="quarter" idx="1"/>
          </p:nvPr>
        </p:nvSpPr>
        <p:spPr>
          <a:xfrm>
            <a:off x="2267424" y="17226438"/>
            <a:ext cx="13926031" cy="2224567"/>
          </a:xfrm>
          <a:prstGeom prst="rect">
            <a:avLst/>
          </a:prstGeom>
        </p:spPr>
        <p:txBody>
          <a:bodyPr anchor="b"/>
          <a:lstStyle>
            <a:lvl1pPr marL="0" indent="0">
              <a:buSzTx/>
              <a:buFontTx/>
              <a:buNone/>
              <a:defRPr b="1" sz="15200"/>
            </a:lvl1pPr>
            <a:lvl2pPr marL="0" indent="0">
              <a:buSzTx/>
              <a:buFontTx/>
              <a:buNone/>
              <a:defRPr b="1" sz="15200"/>
            </a:lvl2pPr>
            <a:lvl3pPr marL="0" indent="0">
              <a:buSzTx/>
              <a:buFontTx/>
              <a:buNone/>
              <a:defRPr b="1" sz="15200"/>
            </a:lvl3pPr>
            <a:lvl4pPr marL="0" indent="0">
              <a:buSzTx/>
              <a:buFontTx/>
              <a:buNone/>
              <a:defRPr b="1" sz="15200"/>
            </a:lvl4pPr>
            <a:lvl5pPr marL="0" indent="0">
              <a:buSzTx/>
              <a:buFontTx/>
              <a:buNone/>
              <a:defRPr b="1" sz="15200"/>
            </a:lvl5pPr>
          </a:lstStyle>
          <a:p>
            <a:pPr/>
            <a:r>
              <a:t>Body Level One</a:t>
            </a:r>
          </a:p>
          <a:p>
            <a:pPr lvl="1"/>
            <a:r>
              <a:t>Body Level Two</a:t>
            </a:r>
          </a:p>
          <a:p>
            <a:pPr lvl="2"/>
            <a:r>
              <a:t>Body Level Three</a:t>
            </a:r>
          </a:p>
          <a:p>
            <a:pPr lvl="3"/>
            <a:r>
              <a:t>Body Level Four</a:t>
            </a:r>
          </a:p>
          <a:p>
            <a:pPr lvl="4"/>
            <a:r>
              <a:t>Body Level Five</a:t>
            </a:r>
          </a:p>
        </p:txBody>
      </p:sp>
      <p:sp>
        <p:nvSpPr>
          <p:cNvPr id="62" name="Text Placeholder 4"/>
          <p:cNvSpPr/>
          <p:nvPr>
            <p:ph type="body" sz="quarter" idx="21"/>
          </p:nvPr>
        </p:nvSpPr>
        <p:spPr>
          <a:xfrm>
            <a:off x="16664939" y="17226438"/>
            <a:ext cx="13994610" cy="2224567"/>
          </a:xfrm>
          <a:prstGeom prst="rect">
            <a:avLst/>
          </a:prstGeom>
        </p:spPr>
        <p:txBody>
          <a:bodyPr anchor="b"/>
          <a:lstStyle/>
          <a:p>
            <a:pPr marL="1060866" indent="-1060866" defTabSz="4272076">
              <a:spcBef>
                <a:spcPts val="4600"/>
              </a:spcBef>
              <a:defRPr sz="12994"/>
            </a:pPr>
          </a:p>
        </p:txBody>
      </p:sp>
      <p:sp>
        <p:nvSpPr>
          <p:cNvPr id="63"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6.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Only">
    <p:spTree>
      <p:nvGrpSpPr>
        <p:cNvPr id="1" name=""/>
        <p:cNvGrpSpPr/>
        <p:nvPr/>
      </p:nvGrpSpPr>
      <p:grpSpPr>
        <a:xfrm>
          <a:off x="0" y="0"/>
          <a:ext cx="0" cy="0"/>
          <a:chOff x="0" y="0"/>
          <a:chExt cx="0" cy="0"/>
        </a:xfrm>
      </p:grpSpPr>
      <p:sp>
        <p:nvSpPr>
          <p:cNvPr id="70" name="Title Text"/>
          <p:cNvSpPr txBox="1"/>
          <p:nvPr>
            <p:ph type="title"/>
          </p:nvPr>
        </p:nvSpPr>
        <p:spPr>
          <a:prstGeom prst="rect">
            <a:avLst/>
          </a:prstGeom>
        </p:spPr>
        <p:txBody>
          <a:bodyPr/>
          <a:lstStyle/>
          <a:p>
            <a:pPr/>
            <a:r>
              <a:t>Title Text</a:t>
            </a:r>
          </a:p>
        </p:txBody>
      </p:sp>
      <p:sp>
        <p:nvSpPr>
          <p:cNvPr id="71"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7.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Blank">
    <p:spTree>
      <p:nvGrpSpPr>
        <p:cNvPr id="1" name=""/>
        <p:cNvGrpSpPr/>
        <p:nvPr/>
      </p:nvGrpSpPr>
      <p:grpSpPr>
        <a:xfrm>
          <a:off x="0" y="0"/>
          <a:ext cx="0" cy="0"/>
          <a:chOff x="0" y="0"/>
          <a:chExt cx="0" cy="0"/>
        </a:xfrm>
      </p:grpSpPr>
      <p:sp>
        <p:nvSpPr>
          <p:cNvPr id="78"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8.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Content with Caption">
    <p:spTree>
      <p:nvGrpSpPr>
        <p:cNvPr id="1" name=""/>
        <p:cNvGrpSpPr/>
        <p:nvPr/>
      </p:nvGrpSpPr>
      <p:grpSpPr>
        <a:xfrm>
          <a:off x="0" y="0"/>
          <a:ext cx="0" cy="0"/>
          <a:chOff x="0" y="0"/>
          <a:chExt cx="0" cy="0"/>
        </a:xfrm>
      </p:grpSpPr>
      <p:sp>
        <p:nvSpPr>
          <p:cNvPr id="85" name="Title Text"/>
          <p:cNvSpPr txBox="1"/>
          <p:nvPr>
            <p:ph type="title"/>
          </p:nvPr>
        </p:nvSpPr>
        <p:spPr>
          <a:xfrm>
            <a:off x="2267424" y="13921739"/>
            <a:ext cx="10617046" cy="4320544"/>
          </a:xfrm>
          <a:prstGeom prst="rect">
            <a:avLst/>
          </a:prstGeom>
        </p:spPr>
        <p:txBody>
          <a:bodyPr anchor="b"/>
          <a:lstStyle>
            <a:lvl1pPr>
              <a:defRPr sz="20200"/>
            </a:lvl1pPr>
          </a:lstStyle>
          <a:p>
            <a:pPr/>
            <a:r>
              <a:t>Title Text</a:t>
            </a:r>
          </a:p>
        </p:txBody>
      </p:sp>
      <p:sp>
        <p:nvSpPr>
          <p:cNvPr id="86" name="Body Level One…"/>
          <p:cNvSpPr txBox="1"/>
          <p:nvPr>
            <p:ph type="body" sz="quarter" idx="1"/>
          </p:nvPr>
        </p:nvSpPr>
        <p:spPr>
          <a:xfrm>
            <a:off x="13994606" y="15353346"/>
            <a:ext cx="16664940" cy="13158792"/>
          </a:xfrm>
          <a:prstGeom prst="rect">
            <a:avLst/>
          </a:prstGeom>
        </p:spPr>
        <p:txBody>
          <a:bodyPr/>
          <a:lstStyle>
            <a:lvl1pPr marL="1443037" indent="-1443037">
              <a:defRPr sz="20200"/>
            </a:lvl1pPr>
            <a:lvl2pPr marL="2106384" indent="-1649184">
              <a:defRPr sz="20200"/>
            </a:lvl2pPr>
            <a:lvl3pPr marL="2838450" indent="-1924050">
              <a:defRPr sz="20200"/>
            </a:lvl3pPr>
            <a:lvl4pPr marL="3680459" indent="-2308859">
              <a:defRPr sz="20200"/>
            </a:lvl4pPr>
            <a:lvl5pPr marL="4137659" indent="-2308859">
              <a:defRPr sz="20200"/>
            </a:lvl5pPr>
          </a:lstStyle>
          <a:p>
            <a:pPr/>
            <a:r>
              <a:t>Body Level One</a:t>
            </a:r>
          </a:p>
          <a:p>
            <a:pPr lvl="1"/>
            <a:r>
              <a:t>Body Level Two</a:t>
            </a:r>
          </a:p>
          <a:p>
            <a:pPr lvl="2"/>
            <a:r>
              <a:t>Body Level Three</a:t>
            </a:r>
          </a:p>
          <a:p>
            <a:pPr lvl="3"/>
            <a:r>
              <a:t>Body Level Four</a:t>
            </a:r>
          </a:p>
          <a:p>
            <a:pPr lvl="4"/>
            <a:r>
              <a:t>Body Level Five</a:t>
            </a:r>
          </a:p>
        </p:txBody>
      </p:sp>
      <p:sp>
        <p:nvSpPr>
          <p:cNvPr id="87" name="Text Placeholder 3"/>
          <p:cNvSpPr/>
          <p:nvPr>
            <p:ph type="body" sz="quarter" idx="21"/>
          </p:nvPr>
        </p:nvSpPr>
        <p:spPr>
          <a:xfrm>
            <a:off x="2267425" y="18242280"/>
            <a:ext cx="10617043" cy="10291290"/>
          </a:xfrm>
          <a:prstGeom prst="rect">
            <a:avLst/>
          </a:prstGeom>
        </p:spPr>
        <p:txBody>
          <a:bodyPr/>
          <a:lstStyle/>
          <a:p>
            <a:pPr/>
          </a:p>
        </p:txBody>
      </p:sp>
      <p:sp>
        <p:nvSpPr>
          <p:cNvPr id="88"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9.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Picture with Caption">
    <p:spTree>
      <p:nvGrpSpPr>
        <p:cNvPr id="1" name=""/>
        <p:cNvGrpSpPr/>
        <p:nvPr/>
      </p:nvGrpSpPr>
      <p:grpSpPr>
        <a:xfrm>
          <a:off x="0" y="0"/>
          <a:ext cx="0" cy="0"/>
          <a:chOff x="0" y="0"/>
          <a:chExt cx="0" cy="0"/>
        </a:xfrm>
      </p:grpSpPr>
      <p:sp>
        <p:nvSpPr>
          <p:cNvPr id="95" name="Title Text"/>
          <p:cNvSpPr txBox="1"/>
          <p:nvPr>
            <p:ph type="title"/>
          </p:nvPr>
        </p:nvSpPr>
        <p:spPr>
          <a:xfrm>
            <a:off x="2267424" y="13921739"/>
            <a:ext cx="10617046" cy="4320544"/>
          </a:xfrm>
          <a:prstGeom prst="rect">
            <a:avLst/>
          </a:prstGeom>
        </p:spPr>
        <p:txBody>
          <a:bodyPr anchor="b"/>
          <a:lstStyle>
            <a:lvl1pPr>
              <a:defRPr sz="20200"/>
            </a:lvl1pPr>
          </a:lstStyle>
          <a:p>
            <a:pPr/>
            <a:r>
              <a:t>Title Text</a:t>
            </a:r>
          </a:p>
        </p:txBody>
      </p:sp>
      <p:sp>
        <p:nvSpPr>
          <p:cNvPr id="96" name="Picture Placeholder 2"/>
          <p:cNvSpPr/>
          <p:nvPr>
            <p:ph type="pic" sz="quarter" idx="21"/>
          </p:nvPr>
        </p:nvSpPr>
        <p:spPr>
          <a:xfrm>
            <a:off x="13994606" y="15353346"/>
            <a:ext cx="16664940" cy="13158792"/>
          </a:xfrm>
          <a:prstGeom prst="rect">
            <a:avLst/>
          </a:prstGeom>
        </p:spPr>
        <p:txBody>
          <a:bodyPr lIns="91439" tIns="45719" rIns="91439" bIns="45719">
            <a:noAutofit/>
          </a:bodyPr>
          <a:lstStyle/>
          <a:p>
            <a:pPr/>
          </a:p>
        </p:txBody>
      </p:sp>
      <p:sp>
        <p:nvSpPr>
          <p:cNvPr id="97" name="Body Level One…"/>
          <p:cNvSpPr txBox="1"/>
          <p:nvPr>
            <p:ph type="body" sz="quarter" idx="1"/>
          </p:nvPr>
        </p:nvSpPr>
        <p:spPr>
          <a:xfrm>
            <a:off x="2267424" y="18242280"/>
            <a:ext cx="10617046" cy="10291290"/>
          </a:xfrm>
          <a:prstGeom prst="rect">
            <a:avLst/>
          </a:prstGeom>
        </p:spPr>
        <p:txBody>
          <a:bodyPr/>
          <a:lstStyle>
            <a:lvl1pPr marL="0" indent="0">
              <a:buSzTx/>
              <a:buFontTx/>
              <a:buNone/>
              <a:defRPr sz="10000"/>
            </a:lvl1pPr>
            <a:lvl2pPr marL="0" indent="0">
              <a:buSzTx/>
              <a:buFontTx/>
              <a:buNone/>
              <a:defRPr sz="10000"/>
            </a:lvl2pPr>
            <a:lvl3pPr marL="0" indent="0">
              <a:buSzTx/>
              <a:buFontTx/>
              <a:buNone/>
              <a:defRPr sz="10000"/>
            </a:lvl3pPr>
            <a:lvl4pPr marL="0" indent="0">
              <a:buSzTx/>
              <a:buFontTx/>
              <a:buNone/>
              <a:defRPr sz="10000"/>
            </a:lvl4pPr>
            <a:lvl5pPr marL="0" indent="0">
              <a:buSzTx/>
              <a:buFontTx/>
              <a:buNone/>
              <a:defRPr sz="10000"/>
            </a:lvl5pPr>
          </a:lstStyle>
          <a:p>
            <a:pPr/>
            <a:r>
              <a:t>Body Level One</a:t>
            </a:r>
          </a:p>
          <a:p>
            <a:pPr lvl="1"/>
            <a:r>
              <a:t>Body Level Two</a:t>
            </a:r>
          </a:p>
          <a:p>
            <a:pPr lvl="2"/>
            <a:r>
              <a:t>Body Level Three</a:t>
            </a:r>
          </a:p>
          <a:p>
            <a:pPr lvl="3"/>
            <a:r>
              <a:t>Body Level Four</a:t>
            </a:r>
          </a:p>
          <a:p>
            <a:pPr lvl="4"/>
            <a:r>
              <a:t>Body Level Five</a:t>
            </a:r>
          </a:p>
        </p:txBody>
      </p:sp>
      <p:sp>
        <p:nvSpPr>
          <p:cNvPr id="98"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slideLayout" Target="../slideLayouts/slideLayout1.xml"/><Relationship Id="rId7" Type="http://schemas.openxmlformats.org/officeDocument/2006/relationships/slideLayout" Target="../slideLayouts/slideLayout2.xml"/><Relationship Id="rId8" Type="http://schemas.openxmlformats.org/officeDocument/2006/relationships/slideLayout" Target="../slideLayouts/slideLayout3.xml"/><Relationship Id="rId9" Type="http://schemas.openxmlformats.org/officeDocument/2006/relationships/slideLayout" Target="../slideLayouts/slideLayout4.xml"/><Relationship Id="rId10" Type="http://schemas.openxmlformats.org/officeDocument/2006/relationships/slideLayout" Target="../slideLayouts/slideLayout5.xml"/><Relationship Id="rId11" Type="http://schemas.openxmlformats.org/officeDocument/2006/relationships/slideLayout" Target="../slideLayouts/slideLayout6.xml"/><Relationship Id="rId12" Type="http://schemas.openxmlformats.org/officeDocument/2006/relationships/slideLayout" Target="../slideLayouts/slideLayout7.xml"/><Relationship Id="rId13" Type="http://schemas.openxmlformats.org/officeDocument/2006/relationships/slideLayout" Target="../slideLayouts/slideLayout8.xml"/><Relationship Id="rId14"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bg>
      <p:bgPr>
        <a:solidFill>
          <a:srgbClr val="FFFFFF"/>
        </a:solidFill>
      </p:bgPr>
    </p:bg>
    <p:spTree>
      <p:nvGrpSpPr>
        <p:cNvPr id="1" name=""/>
        <p:cNvGrpSpPr/>
        <p:nvPr/>
      </p:nvGrpSpPr>
      <p:grpSpPr>
        <a:xfrm>
          <a:off x="0" y="0"/>
          <a:ext cx="0" cy="0"/>
          <a:chOff x="0" y="0"/>
          <a:chExt cx="0" cy="0"/>
        </a:xfrm>
      </p:grpSpPr>
      <p:sp>
        <p:nvSpPr>
          <p:cNvPr id="2" name="Rectangle 1"/>
          <p:cNvSpPr/>
          <p:nvPr/>
        </p:nvSpPr>
        <p:spPr>
          <a:xfrm>
            <a:off x="-4" y="12687300"/>
            <a:ext cx="32918398" cy="3456422"/>
          </a:xfrm>
          <a:prstGeom prst="rect">
            <a:avLst/>
          </a:prstGeom>
          <a:solidFill>
            <a:srgbClr val="01234D"/>
          </a:solidFill>
          <a:ln w="38100">
            <a:solidFill>
              <a:srgbClr val="525755"/>
            </a:solidFill>
            <a:miter/>
          </a:ln>
        </p:spPr>
        <p:txBody>
          <a:bodyPr lIns="123442" tIns="123442" rIns="123442" bIns="123442" anchor="ctr"/>
          <a:lstStyle/>
          <a:p>
            <a:pPr algn="ctr">
              <a:defRPr>
                <a:solidFill>
                  <a:srgbClr val="FFFFFF"/>
                </a:solidFill>
                <a:latin typeface="+mj-lt"/>
                <a:ea typeface="+mj-ea"/>
                <a:cs typeface="+mj-cs"/>
                <a:sym typeface="Aptos"/>
              </a:defRPr>
            </a:pPr>
          </a:p>
        </p:txBody>
      </p:sp>
      <p:pic>
        <p:nvPicPr>
          <p:cNvPr id="3" name="Picture 14" descr="Picture 14"/>
          <p:cNvPicPr>
            <a:picLocks noChangeAspect="1"/>
          </p:cNvPicPr>
          <p:nvPr/>
        </p:nvPicPr>
        <p:blipFill>
          <a:blip r:embed="rId2">
            <a:extLst/>
          </a:blip>
          <a:stretch>
            <a:fillRect/>
          </a:stretch>
        </p:blipFill>
        <p:spPr>
          <a:xfrm>
            <a:off x="24318585" y="12889317"/>
            <a:ext cx="2816520" cy="2816520"/>
          </a:xfrm>
          <a:prstGeom prst="rect">
            <a:avLst/>
          </a:prstGeom>
          <a:ln w="12700">
            <a:miter lim="400000"/>
          </a:ln>
        </p:spPr>
      </p:pic>
      <p:pic>
        <p:nvPicPr>
          <p:cNvPr id="4" name="Picture 15" descr="Picture 15"/>
          <p:cNvPicPr>
            <a:picLocks noChangeAspect="1"/>
          </p:cNvPicPr>
          <p:nvPr/>
        </p:nvPicPr>
        <p:blipFill>
          <a:blip r:embed="rId3">
            <a:extLst/>
          </a:blip>
          <a:stretch>
            <a:fillRect/>
          </a:stretch>
        </p:blipFill>
        <p:spPr>
          <a:xfrm>
            <a:off x="29557752" y="13020453"/>
            <a:ext cx="2386931" cy="2386931"/>
          </a:xfrm>
          <a:prstGeom prst="rect">
            <a:avLst/>
          </a:prstGeom>
          <a:ln w="12700">
            <a:miter lim="400000"/>
          </a:ln>
        </p:spPr>
      </p:pic>
      <p:pic>
        <p:nvPicPr>
          <p:cNvPr id="5" name="Picture 16" descr="Picture 16"/>
          <p:cNvPicPr>
            <a:picLocks noChangeAspect="1"/>
          </p:cNvPicPr>
          <p:nvPr/>
        </p:nvPicPr>
        <p:blipFill>
          <a:blip r:embed="rId4">
            <a:extLst/>
          </a:blip>
          <a:stretch>
            <a:fillRect/>
          </a:stretch>
        </p:blipFill>
        <p:spPr>
          <a:xfrm>
            <a:off x="27345307" y="13206516"/>
            <a:ext cx="2122042" cy="2122042"/>
          </a:xfrm>
          <a:prstGeom prst="rect">
            <a:avLst/>
          </a:prstGeom>
          <a:ln w="12700">
            <a:miter lim="400000"/>
          </a:ln>
        </p:spPr>
      </p:pic>
      <p:sp>
        <p:nvSpPr>
          <p:cNvPr id="6" name="TextBox 17"/>
          <p:cNvSpPr txBox="1"/>
          <p:nvPr/>
        </p:nvSpPr>
        <p:spPr>
          <a:xfrm>
            <a:off x="7076615" y="12761344"/>
            <a:ext cx="15948657" cy="8946385"/>
          </a:xfrm>
          <a:prstGeom prst="rect">
            <a:avLst/>
          </a:prstGeom>
          <a:ln w="12700">
            <a:miter lim="400000"/>
          </a:ln>
          <a:extLst>
            <a:ext uri="{C572A759-6A51-4108-AA02-DFA0A04FC94B}">
              <ma14:wrappingTextBoxFlag xmlns:ma14="http://schemas.microsoft.com/office/mac/drawingml/2011/main" val="1"/>
            </a:ext>
          </a:extLst>
        </p:spPr>
        <p:txBody>
          <a:bodyPr lIns="123442" tIns="123442" rIns="123442" bIns="123442">
            <a:spAutoFit/>
          </a:bodyPr>
          <a:lstStyle/>
          <a:p>
            <a:pPr>
              <a:defRPr b="1">
                <a:solidFill>
                  <a:srgbClr val="FFFFFF"/>
                </a:solidFill>
                <a:latin typeface="Gordita "/>
                <a:ea typeface="Gordita "/>
                <a:cs typeface="Gordita "/>
                <a:sym typeface="Gordita "/>
              </a:defRPr>
            </a:pPr>
            <a:r>
              <a:t>55</a:t>
            </a:r>
            <a:r>
              <a:rPr baseline="31683"/>
              <a:t>th</a:t>
            </a:r>
            <a:r>
              <a:t>   Annual Conference of </a:t>
            </a:r>
          </a:p>
          <a:p>
            <a:pPr>
              <a:defRPr b="1">
                <a:solidFill>
                  <a:srgbClr val="FFFFFF"/>
                </a:solidFill>
                <a:latin typeface="Gordita "/>
                <a:ea typeface="Gordita "/>
                <a:cs typeface="Gordita "/>
                <a:sym typeface="Gordita "/>
              </a:defRPr>
            </a:pPr>
            <a:r>
              <a:t>Orthopedic Surgeon Society of Andhra Pradesh</a:t>
            </a:r>
          </a:p>
        </p:txBody>
      </p:sp>
      <p:sp>
        <p:nvSpPr>
          <p:cNvPr id="7" name="TextBox 18"/>
          <p:cNvSpPr txBox="1"/>
          <p:nvPr/>
        </p:nvSpPr>
        <p:spPr>
          <a:xfrm>
            <a:off x="7146731" y="14452821"/>
            <a:ext cx="16783349" cy="2507485"/>
          </a:xfrm>
          <a:prstGeom prst="rect">
            <a:avLst/>
          </a:prstGeom>
          <a:ln w="12700">
            <a:miter lim="400000"/>
          </a:ln>
          <a:extLst>
            <a:ext uri="{C572A759-6A51-4108-AA02-DFA0A04FC94B}">
              <ma14:wrappingTextBoxFlag xmlns:ma14="http://schemas.microsoft.com/office/mac/drawingml/2011/main" val="1"/>
            </a:ext>
          </a:extLst>
        </p:spPr>
        <p:txBody>
          <a:bodyPr lIns="123442" tIns="123442" rIns="123442" bIns="123442">
            <a:spAutoFit/>
          </a:bodyPr>
          <a:lstStyle>
            <a:lvl1pPr>
              <a:defRPr b="1" sz="7400">
                <a:solidFill>
                  <a:srgbClr val="FFFFFF"/>
                </a:solidFill>
                <a:latin typeface="Gordita "/>
                <a:ea typeface="Gordita "/>
                <a:cs typeface="Gordita "/>
                <a:sym typeface="Gordita "/>
              </a:defRPr>
            </a:lvl1pPr>
          </a:lstStyle>
          <a:p>
            <a:pPr/>
            <a:r>
              <a:t>Date 6 – 8 February,2026, Venue : Kurnool Medical College</a:t>
            </a:r>
          </a:p>
        </p:txBody>
      </p:sp>
      <p:sp>
        <p:nvSpPr>
          <p:cNvPr id="8" name="TextBox 19"/>
          <p:cNvSpPr txBox="1"/>
          <p:nvPr/>
        </p:nvSpPr>
        <p:spPr>
          <a:xfrm>
            <a:off x="7076616" y="15153318"/>
            <a:ext cx="18960998" cy="3637785"/>
          </a:xfrm>
          <a:prstGeom prst="rect">
            <a:avLst/>
          </a:prstGeom>
          <a:ln w="12700">
            <a:miter lim="400000"/>
          </a:ln>
          <a:extLst>
            <a:ext uri="{C572A759-6A51-4108-AA02-DFA0A04FC94B}">
              <ma14:wrappingTextBoxFlag xmlns:ma14="http://schemas.microsoft.com/office/mac/drawingml/2011/main" val="1"/>
            </a:ext>
          </a:extLst>
        </p:spPr>
        <p:txBody>
          <a:bodyPr lIns="123442" tIns="123442" rIns="123442" bIns="123442">
            <a:spAutoFit/>
          </a:bodyPr>
          <a:lstStyle>
            <a:lvl1pPr>
              <a:defRPr b="1" sz="7400">
                <a:solidFill>
                  <a:srgbClr val="FFFFFF"/>
                </a:solidFill>
                <a:latin typeface="Gordita "/>
                <a:ea typeface="Gordita "/>
                <a:cs typeface="Gordita "/>
                <a:sym typeface="Gordita "/>
              </a:defRPr>
            </a:lvl1pPr>
          </a:lstStyle>
          <a:p>
            <a:pPr/>
            <a:r>
              <a:t>Organized by : Department of Orthopaedics, Kurnool Medical College Kurnool</a:t>
            </a:r>
          </a:p>
        </p:txBody>
      </p:sp>
      <p:sp>
        <p:nvSpPr>
          <p:cNvPr id="9" name="Freeform 13"/>
          <p:cNvSpPr/>
          <p:nvPr/>
        </p:nvSpPr>
        <p:spPr>
          <a:xfrm>
            <a:off x="1514196" y="12725788"/>
            <a:ext cx="4065020" cy="3456426"/>
          </a:xfrm>
          <a:prstGeom prst="rect">
            <a:avLst/>
          </a:prstGeom>
          <a:blipFill>
            <a:blip r:embed="rId5"/>
            <a:stretch>
              <a:fillRect/>
            </a:stretch>
          </a:blipFill>
          <a:ln w="12700">
            <a:miter lim="400000"/>
          </a:ln>
        </p:spPr>
        <p:txBody>
          <a:bodyPr lIns="123442" tIns="123442" rIns="123442" bIns="123442"/>
          <a:lstStyle/>
          <a:p>
            <a:pPr>
              <a:defRPr>
                <a:latin typeface="+mj-lt"/>
                <a:ea typeface="+mj-ea"/>
                <a:cs typeface="+mj-cs"/>
                <a:sym typeface="Aptos"/>
              </a:defRPr>
            </a:pPr>
          </a:p>
        </p:txBody>
      </p:sp>
      <p:sp>
        <p:nvSpPr>
          <p:cNvPr id="10" name="Title Text"/>
          <p:cNvSpPr txBox="1"/>
          <p:nvPr>
            <p:ph type="title"/>
          </p:nvPr>
        </p:nvSpPr>
        <p:spPr>
          <a:xfrm>
            <a:off x="2263138" y="13673137"/>
            <a:ext cx="28392128" cy="3579024"/>
          </a:xfrm>
          <a:prstGeom prst="rect">
            <a:avLst/>
          </a:prstGeom>
          <a:ln w="12700">
            <a:miter lim="400000"/>
          </a:ln>
          <a:extLst>
            <a:ext uri="{C572A759-6A51-4108-AA02-DFA0A04FC94B}">
              <ma14:wrappingTextBoxFlag xmlns:ma14="http://schemas.microsoft.com/office/mac/drawingml/2011/main" val="1"/>
            </a:ext>
          </a:extLst>
        </p:spPr>
        <p:txBody>
          <a:bodyPr lIns="123442" tIns="123442" rIns="123442" bIns="123442">
            <a:normAutofit fontScale="100000" lnSpcReduction="0"/>
          </a:bodyPr>
          <a:lstStyle/>
          <a:p>
            <a:pPr/>
            <a:r>
              <a:t>Title Text</a:t>
            </a:r>
          </a:p>
        </p:txBody>
      </p:sp>
      <p:sp>
        <p:nvSpPr>
          <p:cNvPr id="11" name="Body Level One…"/>
          <p:cNvSpPr txBox="1"/>
          <p:nvPr>
            <p:ph type="body" idx="1"/>
          </p:nvPr>
        </p:nvSpPr>
        <p:spPr>
          <a:xfrm>
            <a:off x="2263138" y="17616487"/>
            <a:ext cx="28392128" cy="11748616"/>
          </a:xfrm>
          <a:prstGeom prst="rect">
            <a:avLst/>
          </a:prstGeom>
          <a:ln w="12700">
            <a:miter lim="400000"/>
          </a:ln>
          <a:extLst>
            <a:ext uri="{C572A759-6A51-4108-AA02-DFA0A04FC94B}">
              <ma14:wrappingTextBoxFlag xmlns:ma14="http://schemas.microsoft.com/office/mac/drawingml/2011/main" val="1"/>
            </a:ext>
          </a:extLst>
        </p:spPr>
        <p:txBody>
          <a:bodyPr lIns="123442" tIns="123442" rIns="123442" bIns="123442">
            <a:normAutofit fontScale="100000" lnSpcReduction="0"/>
          </a:bodyPr>
          <a:lstStyle/>
          <a:p>
            <a:pPr/>
            <a:r>
              <a:t>Body Level One</a:t>
            </a:r>
          </a:p>
          <a:p>
            <a:pPr lvl="1"/>
            <a:r>
              <a:t>Body Level Two</a:t>
            </a:r>
          </a:p>
          <a:p>
            <a:pPr lvl="2"/>
            <a:r>
              <a:t>Body Level Three</a:t>
            </a:r>
          </a:p>
          <a:p>
            <a:pPr lvl="3"/>
            <a:r>
              <a:t>Body Level Four</a:t>
            </a:r>
          </a:p>
          <a:p>
            <a:pPr lvl="4"/>
            <a:r>
              <a:t>Body Level Five</a:t>
            </a:r>
          </a:p>
        </p:txBody>
      </p:sp>
      <p:sp>
        <p:nvSpPr>
          <p:cNvPr id="12" name="Slide Number"/>
          <p:cNvSpPr txBox="1"/>
          <p:nvPr>
            <p:ph type="sldNum" sz="quarter" idx="2"/>
          </p:nvPr>
        </p:nvSpPr>
        <p:spPr>
          <a:xfrm>
            <a:off x="23248619" y="29849443"/>
            <a:ext cx="1869980" cy="1986785"/>
          </a:xfrm>
          <a:prstGeom prst="rect">
            <a:avLst/>
          </a:prstGeom>
          <a:ln w="12700">
            <a:miter lim="400000"/>
          </a:ln>
        </p:spPr>
        <p:txBody>
          <a:bodyPr wrap="none" lIns="123442" tIns="123442" rIns="123442" bIns="123442">
            <a:spAutoFit/>
          </a:bodyPr>
          <a:lstStyle>
            <a:lvl1pPr>
              <a:defRPr>
                <a:latin typeface="+mj-lt"/>
                <a:ea typeface="+mj-ea"/>
                <a:cs typeface="+mj-cs"/>
                <a:sym typeface="Aptos"/>
              </a:defRPr>
            </a:lvl1pPr>
          </a:lstStyle>
          <a:p>
            <a:pPr/>
            <a:fld id="{86CB4B4D-7CA3-9044-876B-883B54F8677D}" type="slidenum"/>
          </a:p>
        </p:txBody>
      </p:sp>
    </p:spTree>
  </p:cSld>
  <p:clrMap bg1="lt1" tx1="dk1" bg2="lt2" tx2="dk2" accent1="accent1" accent2="accent2" accent3="accent3" accent4="accent4" accent5="accent5" accent6="accent6" hlink="hlink" folHlink="folHlink"/>
  <p:sldLayoutIdLst>
    <p:sldLayoutId id="2147483649" r:id="rId6"/>
    <p:sldLayoutId id="2147483650" r:id="rId7"/>
    <p:sldLayoutId id="2147483651" r:id="rId8"/>
    <p:sldLayoutId id="2147483652" r:id="rId9"/>
    <p:sldLayoutId id="2147483653" r:id="rId10"/>
    <p:sldLayoutId id="2147483654" r:id="rId11"/>
    <p:sldLayoutId id="2147483655" r:id="rId12"/>
    <p:sldLayoutId id="2147483656" r:id="rId13"/>
    <p:sldLayoutId id="2147483657" r:id="rId14"/>
  </p:sldLayoutIdLst>
  <p:transition xmlns:p14="http://schemas.microsoft.com/office/powerpoint/2010/main" spd="med" advClick="1"/>
  <p:txStyles>
    <p:titleStyle>
      <a:lvl1pPr marL="0" marR="0" indent="0" algn="l" defTabSz="5852159" rtl="0" latinLnBrk="0">
        <a:lnSpc>
          <a:spcPct val="90000"/>
        </a:lnSpc>
        <a:spcBef>
          <a:spcPts val="0"/>
        </a:spcBef>
        <a:spcAft>
          <a:spcPts val="0"/>
        </a:spcAft>
        <a:buClrTx/>
        <a:buSzTx/>
        <a:buFontTx/>
        <a:buNone/>
        <a:tabLst/>
        <a:defRPr b="0" baseline="0" cap="none" i="0" spc="0" strike="noStrike" sz="28000" u="none">
          <a:solidFill>
            <a:srgbClr val="000000"/>
          </a:solidFill>
          <a:uFillTx/>
          <a:latin typeface="Aptos Display"/>
          <a:ea typeface="Aptos Display"/>
          <a:cs typeface="Aptos Display"/>
          <a:sym typeface="Aptos Display"/>
        </a:defRPr>
      </a:lvl1pPr>
      <a:lvl2pPr marL="0" marR="0" indent="0" algn="l" defTabSz="5852159" rtl="0" latinLnBrk="0">
        <a:lnSpc>
          <a:spcPct val="90000"/>
        </a:lnSpc>
        <a:spcBef>
          <a:spcPts val="0"/>
        </a:spcBef>
        <a:spcAft>
          <a:spcPts val="0"/>
        </a:spcAft>
        <a:buClrTx/>
        <a:buSzTx/>
        <a:buFontTx/>
        <a:buNone/>
        <a:tabLst/>
        <a:defRPr b="0" baseline="0" cap="none" i="0" spc="0" strike="noStrike" sz="28000" u="none">
          <a:solidFill>
            <a:srgbClr val="000000"/>
          </a:solidFill>
          <a:uFillTx/>
          <a:latin typeface="Aptos Display"/>
          <a:ea typeface="Aptos Display"/>
          <a:cs typeface="Aptos Display"/>
          <a:sym typeface="Aptos Display"/>
        </a:defRPr>
      </a:lvl2pPr>
      <a:lvl3pPr marL="0" marR="0" indent="0" algn="l" defTabSz="5852159" rtl="0" latinLnBrk="0">
        <a:lnSpc>
          <a:spcPct val="90000"/>
        </a:lnSpc>
        <a:spcBef>
          <a:spcPts val="0"/>
        </a:spcBef>
        <a:spcAft>
          <a:spcPts val="0"/>
        </a:spcAft>
        <a:buClrTx/>
        <a:buSzTx/>
        <a:buFontTx/>
        <a:buNone/>
        <a:tabLst/>
        <a:defRPr b="0" baseline="0" cap="none" i="0" spc="0" strike="noStrike" sz="28000" u="none">
          <a:solidFill>
            <a:srgbClr val="000000"/>
          </a:solidFill>
          <a:uFillTx/>
          <a:latin typeface="Aptos Display"/>
          <a:ea typeface="Aptos Display"/>
          <a:cs typeface="Aptos Display"/>
          <a:sym typeface="Aptos Display"/>
        </a:defRPr>
      </a:lvl3pPr>
      <a:lvl4pPr marL="0" marR="0" indent="0" algn="l" defTabSz="5852159" rtl="0" latinLnBrk="0">
        <a:lnSpc>
          <a:spcPct val="90000"/>
        </a:lnSpc>
        <a:spcBef>
          <a:spcPts val="0"/>
        </a:spcBef>
        <a:spcAft>
          <a:spcPts val="0"/>
        </a:spcAft>
        <a:buClrTx/>
        <a:buSzTx/>
        <a:buFontTx/>
        <a:buNone/>
        <a:tabLst/>
        <a:defRPr b="0" baseline="0" cap="none" i="0" spc="0" strike="noStrike" sz="28000" u="none">
          <a:solidFill>
            <a:srgbClr val="000000"/>
          </a:solidFill>
          <a:uFillTx/>
          <a:latin typeface="Aptos Display"/>
          <a:ea typeface="Aptos Display"/>
          <a:cs typeface="Aptos Display"/>
          <a:sym typeface="Aptos Display"/>
        </a:defRPr>
      </a:lvl4pPr>
      <a:lvl5pPr marL="0" marR="0" indent="0" algn="l" defTabSz="5852159" rtl="0" latinLnBrk="0">
        <a:lnSpc>
          <a:spcPct val="90000"/>
        </a:lnSpc>
        <a:spcBef>
          <a:spcPts val="0"/>
        </a:spcBef>
        <a:spcAft>
          <a:spcPts val="0"/>
        </a:spcAft>
        <a:buClrTx/>
        <a:buSzTx/>
        <a:buFontTx/>
        <a:buNone/>
        <a:tabLst/>
        <a:defRPr b="0" baseline="0" cap="none" i="0" spc="0" strike="noStrike" sz="28000" u="none">
          <a:solidFill>
            <a:srgbClr val="000000"/>
          </a:solidFill>
          <a:uFillTx/>
          <a:latin typeface="Aptos Display"/>
          <a:ea typeface="Aptos Display"/>
          <a:cs typeface="Aptos Display"/>
          <a:sym typeface="Aptos Display"/>
        </a:defRPr>
      </a:lvl5pPr>
      <a:lvl6pPr marL="0" marR="0" indent="0" algn="l" defTabSz="5852159" rtl="0" latinLnBrk="0">
        <a:lnSpc>
          <a:spcPct val="90000"/>
        </a:lnSpc>
        <a:spcBef>
          <a:spcPts val="0"/>
        </a:spcBef>
        <a:spcAft>
          <a:spcPts val="0"/>
        </a:spcAft>
        <a:buClrTx/>
        <a:buSzTx/>
        <a:buFontTx/>
        <a:buNone/>
        <a:tabLst/>
        <a:defRPr b="0" baseline="0" cap="none" i="0" spc="0" strike="noStrike" sz="28000" u="none">
          <a:solidFill>
            <a:srgbClr val="000000"/>
          </a:solidFill>
          <a:uFillTx/>
          <a:latin typeface="Aptos Display"/>
          <a:ea typeface="Aptos Display"/>
          <a:cs typeface="Aptos Display"/>
          <a:sym typeface="Aptos Display"/>
        </a:defRPr>
      </a:lvl6pPr>
      <a:lvl7pPr marL="0" marR="0" indent="0" algn="l" defTabSz="5852159" rtl="0" latinLnBrk="0">
        <a:lnSpc>
          <a:spcPct val="90000"/>
        </a:lnSpc>
        <a:spcBef>
          <a:spcPts val="0"/>
        </a:spcBef>
        <a:spcAft>
          <a:spcPts val="0"/>
        </a:spcAft>
        <a:buClrTx/>
        <a:buSzTx/>
        <a:buFontTx/>
        <a:buNone/>
        <a:tabLst/>
        <a:defRPr b="0" baseline="0" cap="none" i="0" spc="0" strike="noStrike" sz="28000" u="none">
          <a:solidFill>
            <a:srgbClr val="000000"/>
          </a:solidFill>
          <a:uFillTx/>
          <a:latin typeface="Aptos Display"/>
          <a:ea typeface="Aptos Display"/>
          <a:cs typeface="Aptos Display"/>
          <a:sym typeface="Aptos Display"/>
        </a:defRPr>
      </a:lvl7pPr>
      <a:lvl8pPr marL="0" marR="0" indent="0" algn="l" defTabSz="5852159" rtl="0" latinLnBrk="0">
        <a:lnSpc>
          <a:spcPct val="90000"/>
        </a:lnSpc>
        <a:spcBef>
          <a:spcPts val="0"/>
        </a:spcBef>
        <a:spcAft>
          <a:spcPts val="0"/>
        </a:spcAft>
        <a:buClrTx/>
        <a:buSzTx/>
        <a:buFontTx/>
        <a:buNone/>
        <a:tabLst/>
        <a:defRPr b="0" baseline="0" cap="none" i="0" spc="0" strike="noStrike" sz="28000" u="none">
          <a:solidFill>
            <a:srgbClr val="000000"/>
          </a:solidFill>
          <a:uFillTx/>
          <a:latin typeface="Aptos Display"/>
          <a:ea typeface="Aptos Display"/>
          <a:cs typeface="Aptos Display"/>
          <a:sym typeface="Aptos Display"/>
        </a:defRPr>
      </a:lvl8pPr>
      <a:lvl9pPr marL="0" marR="0" indent="0" algn="l" defTabSz="5852159" rtl="0" latinLnBrk="0">
        <a:lnSpc>
          <a:spcPct val="90000"/>
        </a:lnSpc>
        <a:spcBef>
          <a:spcPts val="0"/>
        </a:spcBef>
        <a:spcAft>
          <a:spcPts val="0"/>
        </a:spcAft>
        <a:buClrTx/>
        <a:buSzTx/>
        <a:buFontTx/>
        <a:buNone/>
        <a:tabLst/>
        <a:defRPr b="0" baseline="0" cap="none" i="0" spc="0" strike="noStrike" sz="28000" u="none">
          <a:solidFill>
            <a:srgbClr val="000000"/>
          </a:solidFill>
          <a:uFillTx/>
          <a:latin typeface="Aptos Display"/>
          <a:ea typeface="Aptos Display"/>
          <a:cs typeface="Aptos Display"/>
          <a:sym typeface="Aptos Display"/>
        </a:defRPr>
      </a:lvl9pPr>
    </p:titleStyle>
    <p:bodyStyle>
      <a:lvl1pPr marL="1453242" marR="0" indent="-1453242" algn="l" defTabSz="5852159" rtl="0" latinLnBrk="0">
        <a:lnSpc>
          <a:spcPct val="90000"/>
        </a:lnSpc>
        <a:spcBef>
          <a:spcPts val="6400"/>
        </a:spcBef>
        <a:spcAft>
          <a:spcPts val="0"/>
        </a:spcAft>
        <a:buClrTx/>
        <a:buSzPct val="100000"/>
        <a:buFont typeface="Arial"/>
        <a:buChar char="•"/>
        <a:tabLst/>
        <a:defRPr b="0" baseline="0" cap="none" i="0" spc="0" strike="noStrike" sz="17800" u="none">
          <a:solidFill>
            <a:srgbClr val="000000"/>
          </a:solidFill>
          <a:uFillTx/>
          <a:latin typeface="+mj-lt"/>
          <a:ea typeface="+mj-ea"/>
          <a:cs typeface="+mj-cs"/>
          <a:sym typeface="Aptos"/>
        </a:defRPr>
      </a:lvl1pPr>
      <a:lvl2pPr marL="2152650" marR="0" indent="-1695450" algn="l" defTabSz="5852159" rtl="0" latinLnBrk="0">
        <a:lnSpc>
          <a:spcPct val="90000"/>
        </a:lnSpc>
        <a:spcBef>
          <a:spcPts val="6400"/>
        </a:spcBef>
        <a:spcAft>
          <a:spcPts val="0"/>
        </a:spcAft>
        <a:buClrTx/>
        <a:buSzPct val="100000"/>
        <a:buFont typeface="Arial"/>
        <a:buChar char="•"/>
        <a:tabLst/>
        <a:defRPr b="0" baseline="0" cap="none" i="0" spc="0" strike="noStrike" sz="17800" u="none">
          <a:solidFill>
            <a:srgbClr val="000000"/>
          </a:solidFill>
          <a:uFillTx/>
          <a:latin typeface="+mj-lt"/>
          <a:ea typeface="+mj-ea"/>
          <a:cs typeface="+mj-cs"/>
          <a:sym typeface="Aptos"/>
        </a:defRPr>
      </a:lvl2pPr>
      <a:lvl3pPr marL="2948938" marR="0" indent="-2034538" algn="l" defTabSz="5852159" rtl="0" latinLnBrk="0">
        <a:lnSpc>
          <a:spcPct val="90000"/>
        </a:lnSpc>
        <a:spcBef>
          <a:spcPts val="6400"/>
        </a:spcBef>
        <a:spcAft>
          <a:spcPts val="0"/>
        </a:spcAft>
        <a:buClrTx/>
        <a:buSzPct val="100000"/>
        <a:buFont typeface="Arial"/>
        <a:buChar char="•"/>
        <a:tabLst/>
        <a:defRPr b="0" baseline="0" cap="none" i="0" spc="0" strike="noStrike" sz="17800" u="none">
          <a:solidFill>
            <a:srgbClr val="000000"/>
          </a:solidFill>
          <a:uFillTx/>
          <a:latin typeface="+mj-lt"/>
          <a:ea typeface="+mj-ea"/>
          <a:cs typeface="+mj-cs"/>
          <a:sym typeface="Aptos"/>
        </a:defRPr>
      </a:lvl3pPr>
      <a:lvl4pPr marL="3632200" marR="0" indent="-2260600" algn="l" defTabSz="5852159" rtl="0" latinLnBrk="0">
        <a:lnSpc>
          <a:spcPct val="90000"/>
        </a:lnSpc>
        <a:spcBef>
          <a:spcPts val="6400"/>
        </a:spcBef>
        <a:spcAft>
          <a:spcPts val="0"/>
        </a:spcAft>
        <a:buClrTx/>
        <a:buSzPct val="100000"/>
        <a:buFont typeface="Arial"/>
        <a:buChar char="•"/>
        <a:tabLst/>
        <a:defRPr b="0" baseline="0" cap="none" i="0" spc="0" strike="noStrike" sz="17800" u="none">
          <a:solidFill>
            <a:srgbClr val="000000"/>
          </a:solidFill>
          <a:uFillTx/>
          <a:latin typeface="+mj-lt"/>
          <a:ea typeface="+mj-ea"/>
          <a:cs typeface="+mj-cs"/>
          <a:sym typeface="Aptos"/>
        </a:defRPr>
      </a:lvl4pPr>
      <a:lvl5pPr marL="4089400" marR="0" indent="-2260600" algn="l" defTabSz="5852159" rtl="0" latinLnBrk="0">
        <a:lnSpc>
          <a:spcPct val="90000"/>
        </a:lnSpc>
        <a:spcBef>
          <a:spcPts val="6400"/>
        </a:spcBef>
        <a:spcAft>
          <a:spcPts val="0"/>
        </a:spcAft>
        <a:buClrTx/>
        <a:buSzPct val="100000"/>
        <a:buFont typeface="Arial"/>
        <a:buChar char="•"/>
        <a:tabLst/>
        <a:defRPr b="0" baseline="0" cap="none" i="0" spc="0" strike="noStrike" sz="17800" u="none">
          <a:solidFill>
            <a:srgbClr val="000000"/>
          </a:solidFill>
          <a:uFillTx/>
          <a:latin typeface="+mj-lt"/>
          <a:ea typeface="+mj-ea"/>
          <a:cs typeface="+mj-cs"/>
          <a:sym typeface="Aptos"/>
        </a:defRPr>
      </a:lvl5pPr>
      <a:lvl6pPr marL="4546600" marR="0" indent="-2260600" algn="l" defTabSz="5852159" rtl="0" latinLnBrk="0">
        <a:lnSpc>
          <a:spcPct val="90000"/>
        </a:lnSpc>
        <a:spcBef>
          <a:spcPts val="6400"/>
        </a:spcBef>
        <a:spcAft>
          <a:spcPts val="0"/>
        </a:spcAft>
        <a:buClrTx/>
        <a:buSzPct val="100000"/>
        <a:buFont typeface="Arial"/>
        <a:buChar char="•"/>
        <a:tabLst/>
        <a:defRPr b="0" baseline="0" cap="none" i="0" spc="0" strike="noStrike" sz="17800" u="none">
          <a:solidFill>
            <a:srgbClr val="000000"/>
          </a:solidFill>
          <a:uFillTx/>
          <a:latin typeface="+mj-lt"/>
          <a:ea typeface="+mj-ea"/>
          <a:cs typeface="+mj-cs"/>
          <a:sym typeface="Aptos"/>
        </a:defRPr>
      </a:lvl6pPr>
      <a:lvl7pPr marL="5003800" marR="0" indent="-2260600" algn="l" defTabSz="5852159" rtl="0" latinLnBrk="0">
        <a:lnSpc>
          <a:spcPct val="90000"/>
        </a:lnSpc>
        <a:spcBef>
          <a:spcPts val="6400"/>
        </a:spcBef>
        <a:spcAft>
          <a:spcPts val="0"/>
        </a:spcAft>
        <a:buClrTx/>
        <a:buSzPct val="100000"/>
        <a:buFont typeface="Arial"/>
        <a:buChar char="•"/>
        <a:tabLst/>
        <a:defRPr b="0" baseline="0" cap="none" i="0" spc="0" strike="noStrike" sz="17800" u="none">
          <a:solidFill>
            <a:srgbClr val="000000"/>
          </a:solidFill>
          <a:uFillTx/>
          <a:latin typeface="+mj-lt"/>
          <a:ea typeface="+mj-ea"/>
          <a:cs typeface="+mj-cs"/>
          <a:sym typeface="Aptos"/>
        </a:defRPr>
      </a:lvl7pPr>
      <a:lvl8pPr marL="5461000" marR="0" indent="-2260600" algn="l" defTabSz="5852159" rtl="0" latinLnBrk="0">
        <a:lnSpc>
          <a:spcPct val="90000"/>
        </a:lnSpc>
        <a:spcBef>
          <a:spcPts val="6400"/>
        </a:spcBef>
        <a:spcAft>
          <a:spcPts val="0"/>
        </a:spcAft>
        <a:buClrTx/>
        <a:buSzPct val="100000"/>
        <a:buFont typeface="Arial"/>
        <a:buChar char="•"/>
        <a:tabLst/>
        <a:defRPr b="0" baseline="0" cap="none" i="0" spc="0" strike="noStrike" sz="17800" u="none">
          <a:solidFill>
            <a:srgbClr val="000000"/>
          </a:solidFill>
          <a:uFillTx/>
          <a:latin typeface="+mj-lt"/>
          <a:ea typeface="+mj-ea"/>
          <a:cs typeface="+mj-cs"/>
          <a:sym typeface="Aptos"/>
        </a:defRPr>
      </a:lvl8pPr>
      <a:lvl9pPr marL="5918200" marR="0" indent="-2260600" algn="l" defTabSz="5852159" rtl="0" latinLnBrk="0">
        <a:lnSpc>
          <a:spcPct val="90000"/>
        </a:lnSpc>
        <a:spcBef>
          <a:spcPts val="6400"/>
        </a:spcBef>
        <a:spcAft>
          <a:spcPts val="0"/>
        </a:spcAft>
        <a:buClrTx/>
        <a:buSzPct val="100000"/>
        <a:buFont typeface="Arial"/>
        <a:buChar char="•"/>
        <a:tabLst/>
        <a:defRPr b="0" baseline="0" cap="none" i="0" spc="0" strike="noStrike" sz="17800" u="none">
          <a:solidFill>
            <a:srgbClr val="000000"/>
          </a:solidFill>
          <a:uFillTx/>
          <a:latin typeface="+mj-lt"/>
          <a:ea typeface="+mj-ea"/>
          <a:cs typeface="+mj-cs"/>
          <a:sym typeface="Aptos"/>
        </a:defRPr>
      </a:lvl9pPr>
    </p:bodyStyle>
    <p:otherStyle>
      <a:lvl1pPr marL="0" marR="0" indent="0" algn="l" defTabSz="5852159" rtl="0" latinLnBrk="0">
        <a:lnSpc>
          <a:spcPct val="100000"/>
        </a:lnSpc>
        <a:spcBef>
          <a:spcPts val="0"/>
        </a:spcBef>
        <a:spcAft>
          <a:spcPts val="0"/>
        </a:spcAft>
        <a:buClrTx/>
        <a:buSzTx/>
        <a:buFontTx/>
        <a:buNone/>
        <a:tabLst/>
        <a:defRPr b="0" baseline="0" cap="none" i="0" spc="0" strike="noStrike" sz="11400" u="none">
          <a:solidFill>
            <a:schemeClr val="tx1"/>
          </a:solidFill>
          <a:uFillTx/>
          <a:latin typeface="+mn-lt"/>
          <a:ea typeface="+mn-ea"/>
          <a:cs typeface="+mn-cs"/>
          <a:sym typeface="Aptos"/>
        </a:defRPr>
      </a:lvl1pPr>
      <a:lvl2pPr marL="0" marR="0" indent="0" algn="l" defTabSz="5852159" rtl="0" latinLnBrk="0">
        <a:lnSpc>
          <a:spcPct val="100000"/>
        </a:lnSpc>
        <a:spcBef>
          <a:spcPts val="0"/>
        </a:spcBef>
        <a:spcAft>
          <a:spcPts val="0"/>
        </a:spcAft>
        <a:buClrTx/>
        <a:buSzTx/>
        <a:buFontTx/>
        <a:buNone/>
        <a:tabLst/>
        <a:defRPr b="0" baseline="0" cap="none" i="0" spc="0" strike="noStrike" sz="11400" u="none">
          <a:solidFill>
            <a:schemeClr val="tx1"/>
          </a:solidFill>
          <a:uFillTx/>
          <a:latin typeface="+mn-lt"/>
          <a:ea typeface="+mn-ea"/>
          <a:cs typeface="+mn-cs"/>
          <a:sym typeface="Aptos"/>
        </a:defRPr>
      </a:lvl2pPr>
      <a:lvl3pPr marL="0" marR="0" indent="0" algn="l" defTabSz="5852159" rtl="0" latinLnBrk="0">
        <a:lnSpc>
          <a:spcPct val="100000"/>
        </a:lnSpc>
        <a:spcBef>
          <a:spcPts val="0"/>
        </a:spcBef>
        <a:spcAft>
          <a:spcPts val="0"/>
        </a:spcAft>
        <a:buClrTx/>
        <a:buSzTx/>
        <a:buFontTx/>
        <a:buNone/>
        <a:tabLst/>
        <a:defRPr b="0" baseline="0" cap="none" i="0" spc="0" strike="noStrike" sz="11400" u="none">
          <a:solidFill>
            <a:schemeClr val="tx1"/>
          </a:solidFill>
          <a:uFillTx/>
          <a:latin typeface="+mn-lt"/>
          <a:ea typeface="+mn-ea"/>
          <a:cs typeface="+mn-cs"/>
          <a:sym typeface="Aptos"/>
        </a:defRPr>
      </a:lvl3pPr>
      <a:lvl4pPr marL="0" marR="0" indent="0" algn="l" defTabSz="5852159" rtl="0" latinLnBrk="0">
        <a:lnSpc>
          <a:spcPct val="100000"/>
        </a:lnSpc>
        <a:spcBef>
          <a:spcPts val="0"/>
        </a:spcBef>
        <a:spcAft>
          <a:spcPts val="0"/>
        </a:spcAft>
        <a:buClrTx/>
        <a:buSzTx/>
        <a:buFontTx/>
        <a:buNone/>
        <a:tabLst/>
        <a:defRPr b="0" baseline="0" cap="none" i="0" spc="0" strike="noStrike" sz="11400" u="none">
          <a:solidFill>
            <a:schemeClr val="tx1"/>
          </a:solidFill>
          <a:uFillTx/>
          <a:latin typeface="+mn-lt"/>
          <a:ea typeface="+mn-ea"/>
          <a:cs typeface="+mn-cs"/>
          <a:sym typeface="Aptos"/>
        </a:defRPr>
      </a:lvl4pPr>
      <a:lvl5pPr marL="0" marR="0" indent="0" algn="l" defTabSz="5852159" rtl="0" latinLnBrk="0">
        <a:lnSpc>
          <a:spcPct val="100000"/>
        </a:lnSpc>
        <a:spcBef>
          <a:spcPts val="0"/>
        </a:spcBef>
        <a:spcAft>
          <a:spcPts val="0"/>
        </a:spcAft>
        <a:buClrTx/>
        <a:buSzTx/>
        <a:buFontTx/>
        <a:buNone/>
        <a:tabLst/>
        <a:defRPr b="0" baseline="0" cap="none" i="0" spc="0" strike="noStrike" sz="11400" u="none">
          <a:solidFill>
            <a:schemeClr val="tx1"/>
          </a:solidFill>
          <a:uFillTx/>
          <a:latin typeface="+mn-lt"/>
          <a:ea typeface="+mn-ea"/>
          <a:cs typeface="+mn-cs"/>
          <a:sym typeface="Aptos"/>
        </a:defRPr>
      </a:lvl5pPr>
      <a:lvl6pPr marL="0" marR="0" indent="0" algn="l" defTabSz="5852159" rtl="0" latinLnBrk="0">
        <a:lnSpc>
          <a:spcPct val="100000"/>
        </a:lnSpc>
        <a:spcBef>
          <a:spcPts val="0"/>
        </a:spcBef>
        <a:spcAft>
          <a:spcPts val="0"/>
        </a:spcAft>
        <a:buClrTx/>
        <a:buSzTx/>
        <a:buFontTx/>
        <a:buNone/>
        <a:tabLst/>
        <a:defRPr b="0" baseline="0" cap="none" i="0" spc="0" strike="noStrike" sz="11400" u="none">
          <a:solidFill>
            <a:schemeClr val="tx1"/>
          </a:solidFill>
          <a:uFillTx/>
          <a:latin typeface="+mn-lt"/>
          <a:ea typeface="+mn-ea"/>
          <a:cs typeface="+mn-cs"/>
          <a:sym typeface="Aptos"/>
        </a:defRPr>
      </a:lvl6pPr>
      <a:lvl7pPr marL="0" marR="0" indent="0" algn="l" defTabSz="5852159" rtl="0" latinLnBrk="0">
        <a:lnSpc>
          <a:spcPct val="100000"/>
        </a:lnSpc>
        <a:spcBef>
          <a:spcPts val="0"/>
        </a:spcBef>
        <a:spcAft>
          <a:spcPts val="0"/>
        </a:spcAft>
        <a:buClrTx/>
        <a:buSzTx/>
        <a:buFontTx/>
        <a:buNone/>
        <a:tabLst/>
        <a:defRPr b="0" baseline="0" cap="none" i="0" spc="0" strike="noStrike" sz="11400" u="none">
          <a:solidFill>
            <a:schemeClr val="tx1"/>
          </a:solidFill>
          <a:uFillTx/>
          <a:latin typeface="+mn-lt"/>
          <a:ea typeface="+mn-ea"/>
          <a:cs typeface="+mn-cs"/>
          <a:sym typeface="Aptos"/>
        </a:defRPr>
      </a:lvl7pPr>
      <a:lvl8pPr marL="0" marR="0" indent="0" algn="l" defTabSz="5852159" rtl="0" latinLnBrk="0">
        <a:lnSpc>
          <a:spcPct val="100000"/>
        </a:lnSpc>
        <a:spcBef>
          <a:spcPts val="0"/>
        </a:spcBef>
        <a:spcAft>
          <a:spcPts val="0"/>
        </a:spcAft>
        <a:buClrTx/>
        <a:buSzTx/>
        <a:buFontTx/>
        <a:buNone/>
        <a:tabLst/>
        <a:defRPr b="0" baseline="0" cap="none" i="0" spc="0" strike="noStrike" sz="11400" u="none">
          <a:solidFill>
            <a:schemeClr val="tx1"/>
          </a:solidFill>
          <a:uFillTx/>
          <a:latin typeface="+mn-lt"/>
          <a:ea typeface="+mn-ea"/>
          <a:cs typeface="+mn-cs"/>
          <a:sym typeface="Aptos"/>
        </a:defRPr>
      </a:lvl8pPr>
      <a:lvl9pPr marL="0" marR="0" indent="0" algn="l" defTabSz="5852159" rtl="0" latinLnBrk="0">
        <a:lnSpc>
          <a:spcPct val="100000"/>
        </a:lnSpc>
        <a:spcBef>
          <a:spcPts val="0"/>
        </a:spcBef>
        <a:spcAft>
          <a:spcPts val="0"/>
        </a:spcAft>
        <a:buClrTx/>
        <a:buSzTx/>
        <a:buFontTx/>
        <a:buNone/>
        <a:tabLst/>
        <a:defRPr b="0" baseline="0" cap="none" i="0" spc="0" strike="noStrike" sz="11400" u="none">
          <a:solidFill>
            <a:schemeClr val="tx1"/>
          </a:solidFill>
          <a:uFillTx/>
          <a:latin typeface="+mn-lt"/>
          <a:ea typeface="+mn-ea"/>
          <a:cs typeface="+mn-cs"/>
          <a:sym typeface="Aptos"/>
        </a:defRPr>
      </a:lvl9pPr>
    </p:otherStyle>
  </p:txStyles>
</p:sldMaster>
</file>

<file path=ppt/slides/_rels/slide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6.png"/><Relationship Id="rId3" Type="http://schemas.openxmlformats.org/officeDocument/2006/relationships/image" Target="../media/image7.png"/><Relationship Id="rId4" Type="http://schemas.openxmlformats.org/officeDocument/2006/relationships/image" Target="../media/image8.png"/><Relationship Id="rId5" Type="http://schemas.openxmlformats.org/officeDocument/2006/relationships/image" Target="../media/image9.png"/><Relationship Id="rId6" Type="http://schemas.openxmlformats.org/officeDocument/2006/relationships/image" Target="../media/image10.png"/><Relationship Id="rId7" Type="http://schemas.openxmlformats.org/officeDocument/2006/relationships/image" Target="../media/image11.png"/><Relationship Id="rId8" Type="http://schemas.openxmlformats.org/officeDocument/2006/relationships/image" Target="../media/image12.png"/><Relationship Id="rId9" Type="http://schemas.openxmlformats.org/officeDocument/2006/relationships/image" Target="../media/image13.png"/></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grpSp>
        <p:nvGrpSpPr>
          <p:cNvPr id="109" name="Introduction: Osteochondroma is the most common benign bone tumour, usually arising from the metaphysis of long bones. Involvement of the scapula is uncommon, particularly in the paediatric population. Scapular osteochondromas may present as painless swe"/>
          <p:cNvGrpSpPr/>
          <p:nvPr/>
        </p:nvGrpSpPr>
        <p:grpSpPr>
          <a:xfrm>
            <a:off x="908016" y="5937454"/>
            <a:ext cx="10308706" cy="6188639"/>
            <a:chOff x="0" y="0"/>
            <a:chExt cx="10308704" cy="6188638"/>
          </a:xfrm>
        </p:grpSpPr>
        <p:sp>
          <p:nvSpPr>
            <p:cNvPr id="107" name="Square"/>
            <p:cNvSpPr/>
            <p:nvPr/>
          </p:nvSpPr>
          <p:spPr>
            <a:xfrm>
              <a:off x="0" y="0"/>
              <a:ext cx="10308705" cy="6188639"/>
            </a:xfrm>
            <a:prstGeom prst="rect">
              <a:avLst/>
            </a:prstGeom>
            <a:solidFill>
              <a:srgbClr val="FFFFFF"/>
            </a:solidFill>
            <a:ln w="38100" cap="flat">
              <a:solidFill>
                <a:schemeClr val="accent1"/>
              </a:solidFill>
              <a:prstDash val="solid"/>
              <a:miter lim="800000"/>
            </a:ln>
            <a:effectLst/>
          </p:spPr>
          <p:txBody>
            <a:bodyPr wrap="square" lIns="123442" tIns="123442" rIns="123442" bIns="123442" numCol="1" anchor="t">
              <a:noAutofit/>
            </a:bodyPr>
            <a:lstStyle/>
            <a:p>
              <a:pPr defTabSz="457200">
                <a:spcBef>
                  <a:spcPts val="1200"/>
                </a:spcBef>
                <a:defRPr sz="3000">
                  <a:latin typeface="Arial"/>
                  <a:ea typeface="Arial"/>
                  <a:cs typeface="Arial"/>
                  <a:sym typeface="Arial"/>
                </a:defRPr>
              </a:pPr>
            </a:p>
          </p:txBody>
        </p:sp>
        <p:sp>
          <p:nvSpPr>
            <p:cNvPr id="108" name="Introduction: Osteochondroma is the most common benign bone tumour, usually arising from the metaphysis of long bones. Involvement of the scapula is uncommon, particularly in the paediatric population. Scapular osteochondromas may present as painless swe"/>
            <p:cNvSpPr txBox="1"/>
            <p:nvPr/>
          </p:nvSpPr>
          <p:spPr>
            <a:xfrm>
              <a:off x="19737" y="656824"/>
              <a:ext cx="10269230" cy="470482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123442" tIns="123442" rIns="123442" bIns="123442" numCol="1" anchor="t">
              <a:spAutoFit/>
            </a:bodyPr>
            <a:lstStyle/>
            <a:p>
              <a:pPr defTabSz="457200">
                <a:spcBef>
                  <a:spcPts val="1200"/>
                </a:spcBef>
                <a:defRPr b="1" sz="3000">
                  <a:latin typeface="Arial"/>
                  <a:ea typeface="Arial"/>
                  <a:cs typeface="Arial"/>
                  <a:sym typeface="Arial"/>
                </a:defRPr>
              </a:pPr>
              <a:r>
                <a:t>Introduction:</a:t>
              </a:r>
              <a:br/>
              <a:r>
                <a:rPr b="0"/>
                <a:t>Osteochondroma is the most common benign bone tumour, usually arising from the metaphysis of long bones. Involvement of the scapula is uncommon, particularly in the paediatric population. Scapular osteochondromas may present as painless swelling and are often detected incidentally or due to cosmetic concerns. Surgical excision is indicated in symptomatic cases or when complications are suspected.</a:t>
              </a:r>
            </a:p>
          </p:txBody>
        </p:sp>
      </p:grpSp>
      <p:grpSp>
        <p:nvGrpSpPr>
          <p:cNvPr id="112" name="MATERIAL &amp; METHODS…"/>
          <p:cNvGrpSpPr/>
          <p:nvPr/>
        </p:nvGrpSpPr>
        <p:grpSpPr>
          <a:xfrm>
            <a:off x="777598" y="19913680"/>
            <a:ext cx="10605320" cy="11081287"/>
            <a:chOff x="0" y="0"/>
            <a:chExt cx="10605319" cy="11081286"/>
          </a:xfrm>
        </p:grpSpPr>
        <p:sp>
          <p:nvSpPr>
            <p:cNvPr id="110" name="Rectangle"/>
            <p:cNvSpPr/>
            <p:nvPr/>
          </p:nvSpPr>
          <p:spPr>
            <a:xfrm>
              <a:off x="-1" y="-1"/>
              <a:ext cx="10605320" cy="11081288"/>
            </a:xfrm>
            <a:prstGeom prst="rect">
              <a:avLst/>
            </a:prstGeom>
            <a:solidFill>
              <a:srgbClr val="FFFFFF"/>
            </a:solidFill>
            <a:ln w="38100" cap="flat">
              <a:solidFill>
                <a:schemeClr val="accent1"/>
              </a:solidFill>
              <a:prstDash val="solid"/>
              <a:miter lim="800000"/>
            </a:ln>
            <a:effectLst/>
          </p:spPr>
          <p:txBody>
            <a:bodyPr wrap="square" lIns="123442" tIns="123442" rIns="123442" bIns="123442" numCol="1" anchor="ctr">
              <a:noAutofit/>
            </a:bodyPr>
            <a:lstStyle/>
            <a:p>
              <a:pPr defTabSz="457200">
                <a:spcBef>
                  <a:spcPts val="1200"/>
                </a:spcBef>
                <a:defRPr sz="3000">
                  <a:latin typeface="Arial"/>
                  <a:ea typeface="Arial"/>
                  <a:cs typeface="Arial"/>
                  <a:sym typeface="Arial"/>
                </a:defRPr>
              </a:pPr>
            </a:p>
          </p:txBody>
        </p:sp>
        <p:sp>
          <p:nvSpPr>
            <p:cNvPr id="111" name="MATERIAL &amp; METHODS…"/>
            <p:cNvSpPr txBox="1"/>
            <p:nvPr/>
          </p:nvSpPr>
          <p:spPr>
            <a:xfrm>
              <a:off x="20142" y="222194"/>
              <a:ext cx="10565034" cy="1039442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123442" tIns="123442" rIns="123442" bIns="123442" numCol="1" anchor="ctr">
              <a:spAutoFit/>
            </a:bodyPr>
            <a:lstStyle/>
            <a:p>
              <a:pPr defTabSz="457200">
                <a:spcBef>
                  <a:spcPts val="1600"/>
                </a:spcBef>
                <a:defRPr b="1" sz="3000">
                  <a:latin typeface="Arial"/>
                  <a:ea typeface="Arial"/>
                  <a:cs typeface="Arial"/>
                  <a:sym typeface="Arial"/>
                </a:defRPr>
              </a:pPr>
              <a:r>
                <a:t>MATERIAL &amp; METHODS</a:t>
              </a:r>
            </a:p>
            <a:p>
              <a:pPr defTabSz="457200">
                <a:spcBef>
                  <a:spcPts val="1400"/>
                </a:spcBef>
                <a:defRPr b="1" sz="3000">
                  <a:latin typeface="Arial"/>
                  <a:ea typeface="Arial"/>
                  <a:cs typeface="Arial"/>
                  <a:sym typeface="Arial"/>
                </a:defRPr>
              </a:pPr>
              <a:r>
                <a:t>Case Presentation</a:t>
              </a:r>
            </a:p>
            <a:p>
              <a:pPr defTabSz="457200">
                <a:spcBef>
                  <a:spcPts val="1200"/>
                </a:spcBef>
                <a:defRPr sz="3000">
                  <a:latin typeface="Arial"/>
                  <a:ea typeface="Arial"/>
                  <a:cs typeface="Arial"/>
                  <a:sym typeface="Arial"/>
                </a:defRPr>
              </a:pPr>
              <a:r>
                <a:t>12-year-old male child came with a chief complaint of painless swelling over scapular region over  months duration progressively increasing in size with no history of trauma</a:t>
              </a:r>
            </a:p>
            <a:p>
              <a:pPr defTabSz="457200">
                <a:spcBef>
                  <a:spcPts val="1400"/>
                </a:spcBef>
                <a:defRPr b="1" sz="3000">
                  <a:latin typeface="Arial"/>
                  <a:ea typeface="Arial"/>
                  <a:cs typeface="Arial"/>
                  <a:sym typeface="Arial"/>
                </a:defRPr>
              </a:pPr>
              <a:r>
                <a:t>Clinical Examination</a:t>
              </a:r>
            </a:p>
            <a:p>
              <a:pPr defTabSz="457200">
                <a:spcBef>
                  <a:spcPts val="1200"/>
                </a:spcBef>
                <a:defRPr b="1" sz="3000">
                  <a:latin typeface="Arial"/>
                  <a:ea typeface="Arial"/>
                  <a:cs typeface="Arial"/>
                  <a:sym typeface="Arial"/>
                </a:defRPr>
              </a:pPr>
              <a:r>
                <a:t>A</a:t>
              </a:r>
              <a:r>
                <a:rPr b="0"/>
                <a:t> </a:t>
              </a:r>
              <a:r>
                <a:t>3 × 3 cm o</a:t>
              </a:r>
              <a:r>
                <a:rPr b="0"/>
                <a:t>ver scapular region over the spine of scapula which was hard immobile and non tender with no neurovascular deficits </a:t>
              </a:r>
            </a:p>
            <a:p>
              <a:pPr defTabSz="457200">
                <a:defRPr sz="3000">
                  <a:solidFill>
                    <a:srgbClr val="808080"/>
                  </a:solidFill>
                  <a:latin typeface="Arial"/>
                  <a:ea typeface="Arial"/>
                  <a:cs typeface="Arial"/>
                  <a:sym typeface="Arial"/>
                </a:defRPr>
              </a:pPr>
            </a:p>
            <a:p>
              <a:pPr defTabSz="457200">
                <a:spcBef>
                  <a:spcPts val="1600"/>
                </a:spcBef>
                <a:defRPr b="1" sz="3000">
                  <a:latin typeface="Arial"/>
                  <a:ea typeface="Arial"/>
                  <a:cs typeface="Arial"/>
                  <a:sym typeface="Arial"/>
                </a:defRPr>
              </a:pPr>
              <a:r>
                <a:t> RADIOLOGICAL EVALUATION</a:t>
              </a:r>
            </a:p>
            <a:p>
              <a:pPr defTabSz="457200">
                <a:spcBef>
                  <a:spcPts val="1400"/>
                </a:spcBef>
                <a:defRPr b="1" sz="3000">
                  <a:latin typeface="Arial"/>
                  <a:ea typeface="Arial"/>
                  <a:cs typeface="Arial"/>
                  <a:sym typeface="Arial"/>
                </a:defRPr>
              </a:pPr>
              <a:r>
                <a:t>X-ray (Scapular Y view)</a:t>
              </a:r>
              <a:r>
                <a:rPr b="0"/>
                <a:t> suggestive of bony outgrowth arising from the spine of the scapula which has continuity with parent bone</a:t>
              </a:r>
            </a:p>
            <a:p>
              <a:pPr defTabSz="457200">
                <a:spcBef>
                  <a:spcPts val="1400"/>
                </a:spcBef>
                <a:defRPr b="1" sz="3000">
                  <a:latin typeface="Arial"/>
                  <a:ea typeface="Arial"/>
                  <a:cs typeface="Arial"/>
                  <a:sym typeface="Arial"/>
                </a:defRPr>
              </a:pPr>
              <a:r>
                <a:t>MRI Right Shoulder Joint</a:t>
              </a:r>
            </a:p>
            <a:p>
              <a:pPr marL="457200" indent="-317500" defTabSz="457200">
                <a:spcBef>
                  <a:spcPts val="1200"/>
                </a:spcBef>
                <a:buSzPct val="100000"/>
                <a:buFont typeface="Times Roman"/>
                <a:buChar char="•"/>
                <a:defRPr sz="3000">
                  <a:latin typeface="Arial"/>
                  <a:ea typeface="Arial"/>
                  <a:cs typeface="Arial"/>
                  <a:sym typeface="Arial"/>
                </a:defRPr>
              </a:pPr>
              <a:r>
                <a:t>Well-defined lobulated bony outgrowth from the postero-medial aspect of the upper scapula</a:t>
              </a:r>
            </a:p>
            <a:p>
              <a:pPr marL="457200" indent="-317500" defTabSz="457200">
                <a:spcBef>
                  <a:spcPts val="1200"/>
                </a:spcBef>
                <a:buSzPct val="100000"/>
                <a:buFont typeface="Times Roman"/>
                <a:buChar char="•"/>
                <a:defRPr sz="3000">
                  <a:latin typeface="Arial"/>
                  <a:ea typeface="Arial"/>
                  <a:cs typeface="Arial"/>
                  <a:sym typeface="Arial"/>
                </a:defRPr>
              </a:pPr>
              <a:r>
                <a:t>T2 hyperintense cartilage cap ~5 mm continuity with cortex and medullary cavity findings suggestive of osteochondroma</a:t>
              </a:r>
            </a:p>
          </p:txBody>
        </p:sp>
      </p:grpSp>
      <p:grpSp>
        <p:nvGrpSpPr>
          <p:cNvPr id="115" name="METHODOLOGY…"/>
          <p:cNvGrpSpPr/>
          <p:nvPr/>
        </p:nvGrpSpPr>
        <p:grpSpPr>
          <a:xfrm>
            <a:off x="602707" y="31684450"/>
            <a:ext cx="10780211" cy="5794159"/>
            <a:chOff x="0" y="0"/>
            <a:chExt cx="10780210" cy="5794157"/>
          </a:xfrm>
        </p:grpSpPr>
        <p:sp>
          <p:nvSpPr>
            <p:cNvPr id="113" name="Rectangle"/>
            <p:cNvSpPr/>
            <p:nvPr/>
          </p:nvSpPr>
          <p:spPr>
            <a:xfrm>
              <a:off x="-1" y="-1"/>
              <a:ext cx="10780211" cy="5794159"/>
            </a:xfrm>
            <a:prstGeom prst="rect">
              <a:avLst/>
            </a:prstGeom>
            <a:solidFill>
              <a:srgbClr val="FFFFFF"/>
            </a:solidFill>
            <a:ln w="38100" cap="flat">
              <a:solidFill>
                <a:schemeClr val="accent1"/>
              </a:solidFill>
              <a:prstDash val="solid"/>
              <a:miter lim="800000"/>
            </a:ln>
            <a:effectLst/>
          </p:spPr>
          <p:txBody>
            <a:bodyPr wrap="square" lIns="123442" tIns="123442" rIns="123442" bIns="123442" numCol="1" anchor="ctr">
              <a:noAutofit/>
            </a:bodyPr>
            <a:lstStyle/>
            <a:p>
              <a:pPr defTabSz="457200">
                <a:spcBef>
                  <a:spcPts val="1200"/>
                </a:spcBef>
                <a:defRPr sz="3000">
                  <a:latin typeface="Arial"/>
                  <a:ea typeface="Arial"/>
                  <a:cs typeface="Arial"/>
                  <a:sym typeface="Arial"/>
                </a:defRPr>
              </a:pPr>
            </a:p>
          </p:txBody>
        </p:sp>
        <p:sp>
          <p:nvSpPr>
            <p:cNvPr id="114" name="METHODOLOGY…"/>
            <p:cNvSpPr txBox="1"/>
            <p:nvPr/>
          </p:nvSpPr>
          <p:spPr>
            <a:xfrm>
              <a:off x="21191" y="348583"/>
              <a:ext cx="10737829" cy="470482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123442" tIns="123442" rIns="123442" bIns="123442" numCol="1" anchor="t">
              <a:spAutoFit/>
            </a:bodyPr>
            <a:lstStyle/>
            <a:p>
              <a:pPr defTabSz="457200">
                <a:spcBef>
                  <a:spcPts val="1600"/>
                </a:spcBef>
                <a:defRPr b="1" sz="3000">
                  <a:latin typeface="Arial"/>
                  <a:ea typeface="Arial"/>
                  <a:cs typeface="Arial"/>
                  <a:sym typeface="Arial"/>
                </a:defRPr>
              </a:pPr>
              <a:r>
                <a:t> METHODOLOGY</a:t>
              </a:r>
            </a:p>
            <a:p>
              <a:pPr marL="457200" indent="-317500" defTabSz="457200">
                <a:spcBef>
                  <a:spcPts val="1200"/>
                </a:spcBef>
                <a:buSzPct val="100000"/>
                <a:buFont typeface="Times Roman"/>
                <a:buChar char="•"/>
                <a:defRPr b="1" sz="3000">
                  <a:latin typeface="Arial"/>
                  <a:ea typeface="Arial"/>
                  <a:cs typeface="Arial"/>
                  <a:sym typeface="Arial"/>
                </a:defRPr>
              </a:pPr>
              <a:r>
                <a:t> </a:t>
              </a:r>
              <a:r>
                <a:rPr b="0"/>
                <a:t>An Incision </a:t>
              </a:r>
              <a:r>
                <a:t>6 cm incision</a:t>
              </a:r>
              <a:r>
                <a:rPr b="0"/>
                <a:t> over the swelling, directed towards the acromion</a:t>
              </a:r>
              <a:r>
                <a:t> ,</a:t>
              </a:r>
              <a:r>
                <a:rPr b="0"/>
                <a:t>Plane developed between </a:t>
              </a:r>
              <a:r>
                <a:t>teres minor and infraspinatus ,</a:t>
              </a:r>
              <a:r>
                <a:rPr b="0"/>
                <a:t>Blunt dissection performed , Fascia over deltoid muscle split ,Tumour exposed and soft tissue attachments released ,Base of the lesion identified ,Osteotome used to separate the stalk , Lesion excised using saw blade ,Residual stalk removed with bone nibbler ,C-arm confirmation done to rule out residual pedicle</a:t>
              </a:r>
            </a:p>
          </p:txBody>
        </p:sp>
      </p:grpSp>
      <p:grpSp>
        <p:nvGrpSpPr>
          <p:cNvPr id="118" name="RESULTS…"/>
          <p:cNvGrpSpPr/>
          <p:nvPr/>
        </p:nvGrpSpPr>
        <p:grpSpPr>
          <a:xfrm>
            <a:off x="642432" y="38020001"/>
            <a:ext cx="10700762" cy="5513591"/>
            <a:chOff x="0" y="0"/>
            <a:chExt cx="10700760" cy="5513590"/>
          </a:xfrm>
        </p:grpSpPr>
        <p:sp>
          <p:nvSpPr>
            <p:cNvPr id="116" name="Rectangle"/>
            <p:cNvSpPr/>
            <p:nvPr/>
          </p:nvSpPr>
          <p:spPr>
            <a:xfrm>
              <a:off x="0" y="0"/>
              <a:ext cx="10700762" cy="5513591"/>
            </a:xfrm>
            <a:prstGeom prst="rect">
              <a:avLst/>
            </a:prstGeom>
            <a:solidFill>
              <a:srgbClr val="FFFFFF"/>
            </a:solidFill>
            <a:ln w="38100" cap="flat">
              <a:solidFill>
                <a:schemeClr val="accent1"/>
              </a:solidFill>
              <a:prstDash val="solid"/>
              <a:miter lim="800000"/>
            </a:ln>
            <a:effectLst/>
          </p:spPr>
          <p:txBody>
            <a:bodyPr wrap="square" lIns="123442" tIns="123442" rIns="123442" bIns="123442" numCol="1" anchor="ctr">
              <a:noAutofit/>
            </a:bodyPr>
            <a:lstStyle/>
            <a:p>
              <a:pPr defTabSz="457200">
                <a:spcBef>
                  <a:spcPts val="1200"/>
                </a:spcBef>
                <a:defRPr sz="3000">
                  <a:latin typeface="Arial"/>
                  <a:ea typeface="Arial"/>
                  <a:cs typeface="Arial"/>
                  <a:sym typeface="Arial"/>
                </a:defRPr>
              </a:pPr>
            </a:p>
          </p:txBody>
        </p:sp>
        <p:sp>
          <p:nvSpPr>
            <p:cNvPr id="117" name="RESULTS…"/>
            <p:cNvSpPr txBox="1"/>
            <p:nvPr/>
          </p:nvSpPr>
          <p:spPr>
            <a:xfrm>
              <a:off x="20844" y="378984"/>
              <a:ext cx="10659072" cy="475562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123442" tIns="123442" rIns="123442" bIns="123442" numCol="1" anchor="ctr">
              <a:spAutoFit/>
            </a:bodyPr>
            <a:lstStyle/>
            <a:p>
              <a:pPr defTabSz="457200">
                <a:spcBef>
                  <a:spcPts val="1600"/>
                </a:spcBef>
                <a:defRPr b="1" sz="3000">
                  <a:latin typeface="Arial"/>
                  <a:ea typeface="Arial"/>
                  <a:cs typeface="Arial"/>
                  <a:sym typeface="Arial"/>
                </a:defRPr>
              </a:pPr>
              <a:r>
                <a:t> RESULTS</a:t>
              </a:r>
            </a:p>
            <a:p>
              <a:pPr marL="457200" indent="-317500" defTabSz="457200">
                <a:spcBef>
                  <a:spcPts val="1200"/>
                </a:spcBef>
                <a:buSzPct val="100000"/>
                <a:buFont typeface="Times Roman"/>
                <a:buChar char="•"/>
                <a:defRPr sz="3000">
                  <a:latin typeface="Arial"/>
                  <a:ea typeface="Arial"/>
                  <a:cs typeface="Arial"/>
                  <a:sym typeface="Arial"/>
                </a:defRPr>
              </a:pPr>
              <a:r>
                <a:t>Complete excision of the osteochondroma achieved</a:t>
              </a:r>
            </a:p>
            <a:p>
              <a:pPr marL="457200" indent="-317500" defTabSz="457200">
                <a:spcBef>
                  <a:spcPts val="1200"/>
                </a:spcBef>
                <a:buSzPct val="100000"/>
                <a:buFont typeface="Times Roman"/>
                <a:buChar char="•"/>
                <a:defRPr sz="3000">
                  <a:latin typeface="Arial"/>
                  <a:ea typeface="Arial"/>
                  <a:cs typeface="Arial"/>
                  <a:sym typeface="Arial"/>
                </a:defRPr>
              </a:pPr>
              <a:r>
                <a:t>No intraoperative complications</a:t>
              </a:r>
            </a:p>
            <a:p>
              <a:pPr marL="457200" indent="-317500" defTabSz="457200">
                <a:spcBef>
                  <a:spcPts val="1200"/>
                </a:spcBef>
                <a:buSzPct val="100000"/>
                <a:buFont typeface="Times Roman"/>
                <a:buChar char="•"/>
                <a:defRPr sz="3000">
                  <a:latin typeface="Arial"/>
                  <a:ea typeface="Arial"/>
                  <a:cs typeface="Arial"/>
                  <a:sym typeface="Arial"/>
                </a:defRPr>
              </a:pPr>
              <a:r>
                <a:t>Postoperative period uneventful</a:t>
              </a:r>
            </a:p>
            <a:p>
              <a:pPr marL="457200" indent="-317500" defTabSz="457200">
                <a:spcBef>
                  <a:spcPts val="1200"/>
                </a:spcBef>
                <a:buSzPct val="100000"/>
                <a:buFont typeface="Times Roman"/>
                <a:buChar char="•"/>
                <a:defRPr sz="3000">
                  <a:latin typeface="Arial"/>
                  <a:ea typeface="Arial"/>
                  <a:cs typeface="Arial"/>
                  <a:sym typeface="Arial"/>
                </a:defRPr>
              </a:pPr>
              <a:r>
                <a:t>Good wound healing</a:t>
              </a:r>
            </a:p>
            <a:p>
              <a:pPr marL="457200" indent="-317500" defTabSz="457200">
                <a:spcBef>
                  <a:spcPts val="1200"/>
                </a:spcBef>
                <a:buSzPct val="100000"/>
                <a:buFont typeface="Times Roman"/>
                <a:buChar char="•"/>
                <a:defRPr sz="3000">
                  <a:latin typeface="Arial"/>
                  <a:ea typeface="Arial"/>
                  <a:cs typeface="Arial"/>
                  <a:sym typeface="Arial"/>
                </a:defRPr>
              </a:pPr>
              <a:r>
                <a:t>No neurological deficit</a:t>
              </a:r>
            </a:p>
            <a:p>
              <a:pPr marL="457200" indent="-317500" defTabSz="457200">
                <a:spcBef>
                  <a:spcPts val="1200"/>
                </a:spcBef>
                <a:buSzPct val="100000"/>
                <a:buFont typeface="Times Roman"/>
                <a:buChar char="•"/>
                <a:defRPr sz="3000">
                  <a:latin typeface="Arial"/>
                  <a:ea typeface="Arial"/>
                  <a:cs typeface="Arial"/>
                  <a:sym typeface="Arial"/>
                </a:defRPr>
              </a:pPr>
              <a:r>
                <a:t>Patient asymptomatic on follow-up</a:t>
              </a:r>
            </a:p>
            <a:p>
              <a:pPr marL="457200" indent="-317500" defTabSz="457200">
                <a:spcBef>
                  <a:spcPts val="1200"/>
                </a:spcBef>
                <a:buSzPct val="100000"/>
                <a:buFont typeface="Times Roman"/>
                <a:buChar char="•"/>
                <a:defRPr sz="3000">
                  <a:latin typeface="Arial"/>
                  <a:ea typeface="Arial"/>
                  <a:cs typeface="Arial"/>
                  <a:sym typeface="Arial"/>
                </a:defRPr>
              </a:pPr>
              <a:r>
                <a:t>No evidence of recurrence</a:t>
              </a:r>
            </a:p>
          </p:txBody>
        </p:sp>
      </p:grpSp>
      <p:grpSp>
        <p:nvGrpSpPr>
          <p:cNvPr id="121" name="DISCUSSION…"/>
          <p:cNvGrpSpPr/>
          <p:nvPr/>
        </p:nvGrpSpPr>
        <p:grpSpPr>
          <a:xfrm>
            <a:off x="22511146" y="5828310"/>
            <a:ext cx="9328309" cy="8554667"/>
            <a:chOff x="-1" y="0"/>
            <a:chExt cx="9328307" cy="8554666"/>
          </a:xfrm>
        </p:grpSpPr>
        <p:sp>
          <p:nvSpPr>
            <p:cNvPr id="119" name="Rectangle"/>
            <p:cNvSpPr/>
            <p:nvPr/>
          </p:nvSpPr>
          <p:spPr>
            <a:xfrm>
              <a:off x="-2" y="-1"/>
              <a:ext cx="9328308" cy="8554667"/>
            </a:xfrm>
            <a:prstGeom prst="rect">
              <a:avLst/>
            </a:prstGeom>
            <a:solidFill>
              <a:srgbClr val="FFFFFF"/>
            </a:solidFill>
            <a:ln w="38100" cap="flat">
              <a:solidFill>
                <a:schemeClr val="accent1"/>
              </a:solidFill>
              <a:prstDash val="solid"/>
              <a:miter lim="800000"/>
            </a:ln>
            <a:effectLst/>
          </p:spPr>
          <p:txBody>
            <a:bodyPr wrap="square" lIns="123442" tIns="123442" rIns="123442" bIns="123442" numCol="1" anchor="ctr">
              <a:noAutofit/>
            </a:bodyPr>
            <a:lstStyle/>
            <a:p>
              <a:pPr defTabSz="457200">
                <a:spcBef>
                  <a:spcPts val="1200"/>
                </a:spcBef>
                <a:defRPr sz="3000">
                  <a:latin typeface="Arial"/>
                  <a:ea typeface="Arial"/>
                  <a:cs typeface="Arial"/>
                  <a:sym typeface="Arial"/>
                </a:defRPr>
              </a:pPr>
            </a:p>
          </p:txBody>
        </p:sp>
        <p:sp>
          <p:nvSpPr>
            <p:cNvPr id="120" name="DISCUSSION…"/>
            <p:cNvSpPr txBox="1"/>
            <p:nvPr/>
          </p:nvSpPr>
          <p:spPr>
            <a:xfrm>
              <a:off x="20282" y="163610"/>
              <a:ext cx="9287741" cy="780362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123442" tIns="123442" rIns="123442" bIns="123442" numCol="1" anchor="ctr">
              <a:spAutoFit/>
            </a:bodyPr>
            <a:lstStyle/>
            <a:p>
              <a:pPr defTabSz="457200">
                <a:spcBef>
                  <a:spcPts val="1600"/>
                </a:spcBef>
                <a:defRPr b="1" sz="3000">
                  <a:latin typeface="Arial"/>
                  <a:ea typeface="Arial"/>
                  <a:cs typeface="Arial"/>
                  <a:sym typeface="Arial"/>
                </a:defRPr>
              </a:pPr>
              <a:r>
                <a:t>DISCUSSION</a:t>
              </a:r>
            </a:p>
            <a:p>
              <a:pPr marL="457200" indent="-317500" defTabSz="457200">
                <a:spcBef>
                  <a:spcPts val="1200"/>
                </a:spcBef>
                <a:buSzPct val="100000"/>
                <a:buFont typeface="Times Roman"/>
                <a:buChar char="•"/>
                <a:defRPr sz="3000">
                  <a:latin typeface="Arial"/>
                  <a:ea typeface="Arial"/>
                  <a:cs typeface="Arial"/>
                  <a:sym typeface="Arial"/>
                </a:defRPr>
              </a:pPr>
              <a:r>
                <a:t>Osteochondroma accounts for nearly </a:t>
              </a:r>
              <a:r>
                <a:rPr b="1"/>
                <a:t>35–45% of benign bone tumours</a:t>
              </a:r>
            </a:p>
            <a:p>
              <a:pPr marL="457200" indent="-317500" defTabSz="457200">
                <a:spcBef>
                  <a:spcPts val="1200"/>
                </a:spcBef>
                <a:buSzPct val="100000"/>
                <a:buFont typeface="Times Roman"/>
                <a:buChar char="•"/>
                <a:defRPr sz="3000">
                  <a:latin typeface="Arial"/>
                  <a:ea typeface="Arial"/>
                  <a:cs typeface="Arial"/>
                  <a:sym typeface="Arial"/>
                </a:defRPr>
              </a:pPr>
              <a:r>
                <a:t>Scapular involvement is rare (&lt;5%), more commonly affecting the ventral surface</a:t>
              </a:r>
            </a:p>
            <a:p>
              <a:pPr marL="457200" indent="-317500" defTabSz="457200">
                <a:spcBef>
                  <a:spcPts val="1200"/>
                </a:spcBef>
                <a:buSzPct val="100000"/>
                <a:buFont typeface="Times Roman"/>
                <a:buChar char="•"/>
                <a:defRPr sz="3000">
                  <a:latin typeface="Arial"/>
                  <a:ea typeface="Arial"/>
                  <a:cs typeface="Arial"/>
                  <a:sym typeface="Arial"/>
                </a:defRPr>
              </a:pPr>
              <a:r>
                <a:t>Dorsal scapular lesions often present as </a:t>
              </a:r>
              <a:r>
                <a:rPr b="1"/>
                <a:t>cosmetic swelling</a:t>
              </a:r>
            </a:p>
            <a:p>
              <a:pPr marL="457200" indent="-317500" defTabSz="457200">
                <a:spcBef>
                  <a:spcPts val="1200"/>
                </a:spcBef>
                <a:buSzPct val="100000"/>
                <a:buFont typeface="Times Roman"/>
                <a:buChar char="•"/>
                <a:defRPr sz="3000">
                  <a:latin typeface="Arial"/>
                  <a:ea typeface="Arial"/>
                  <a:cs typeface="Arial"/>
                  <a:sym typeface="Arial"/>
                </a:defRPr>
              </a:pPr>
              <a:r>
                <a:t>MRI is crucial to:</a:t>
              </a:r>
            </a:p>
            <a:p>
              <a:pPr lvl="1" marL="914400" indent="-317500" defTabSz="457200">
                <a:spcBef>
                  <a:spcPts val="1200"/>
                </a:spcBef>
                <a:buSzPct val="100000"/>
                <a:buFont typeface="Times Roman"/>
                <a:buChar char="◦"/>
                <a:defRPr sz="3000">
                  <a:latin typeface="Arial"/>
                  <a:ea typeface="Arial"/>
                  <a:cs typeface="Arial"/>
                  <a:sym typeface="Arial"/>
                </a:defRPr>
              </a:pPr>
              <a:r>
                <a:t>Assess cartilage cap thickness</a:t>
              </a:r>
            </a:p>
            <a:p>
              <a:pPr lvl="1" marL="914400" indent="-317500" defTabSz="457200">
                <a:spcBef>
                  <a:spcPts val="1200"/>
                </a:spcBef>
                <a:buSzPct val="100000"/>
                <a:buFont typeface="Times Roman"/>
                <a:buChar char="◦"/>
                <a:defRPr sz="3000">
                  <a:latin typeface="Arial"/>
                  <a:ea typeface="Arial"/>
                  <a:cs typeface="Arial"/>
                  <a:sym typeface="Arial"/>
                </a:defRPr>
              </a:pPr>
              <a:r>
                <a:t>Exclude malignant transformation</a:t>
              </a:r>
            </a:p>
            <a:p>
              <a:pPr marL="457200" indent="-317500" defTabSz="457200">
                <a:spcBef>
                  <a:spcPts val="1200"/>
                </a:spcBef>
                <a:buSzPct val="100000"/>
                <a:buFont typeface="Times Roman"/>
                <a:buChar char="•"/>
                <a:defRPr sz="3000">
                  <a:latin typeface="Arial"/>
                  <a:ea typeface="Arial"/>
                  <a:cs typeface="Arial"/>
                  <a:sym typeface="Arial"/>
                </a:defRPr>
              </a:pPr>
              <a:r>
                <a:t>Surgical excision is curative when:</a:t>
              </a:r>
            </a:p>
            <a:p>
              <a:pPr lvl="1" marL="914400" indent="-317500" defTabSz="457200">
                <a:spcBef>
                  <a:spcPts val="1200"/>
                </a:spcBef>
                <a:buSzPct val="100000"/>
                <a:buFont typeface="Times Roman"/>
                <a:buChar char="◦"/>
                <a:defRPr sz="3000">
                  <a:latin typeface="Arial"/>
                  <a:ea typeface="Arial"/>
                  <a:cs typeface="Arial"/>
                  <a:sym typeface="Arial"/>
                </a:defRPr>
              </a:pPr>
              <a:r>
                <a:t>Lesion is symptomatic</a:t>
              </a:r>
            </a:p>
            <a:p>
              <a:pPr lvl="1" marL="914400" indent="-317500" defTabSz="457200">
                <a:spcBef>
                  <a:spcPts val="1200"/>
                </a:spcBef>
                <a:buSzPct val="100000"/>
                <a:buFont typeface="Times Roman"/>
                <a:buChar char="◦"/>
                <a:defRPr sz="3000">
                  <a:latin typeface="Arial"/>
                  <a:ea typeface="Arial"/>
                  <a:cs typeface="Arial"/>
                  <a:sym typeface="Arial"/>
                </a:defRPr>
              </a:pPr>
              <a:r>
                <a:t>Cosmetic concern exists</a:t>
              </a:r>
            </a:p>
            <a:p>
              <a:pPr lvl="1" marL="914400" indent="-317500" defTabSz="457200">
                <a:spcBef>
                  <a:spcPts val="1200"/>
                </a:spcBef>
                <a:buSzPct val="100000"/>
                <a:buFont typeface="Times Roman"/>
                <a:buChar char="◦"/>
                <a:defRPr sz="3000">
                  <a:latin typeface="Arial"/>
                  <a:ea typeface="Arial"/>
                  <a:cs typeface="Arial"/>
                  <a:sym typeface="Arial"/>
                </a:defRPr>
              </a:pPr>
              <a:r>
                <a:t>Cartilage cap is thickened</a:t>
              </a:r>
            </a:p>
          </p:txBody>
        </p:sp>
      </p:grpSp>
      <p:grpSp>
        <p:nvGrpSpPr>
          <p:cNvPr id="124" name="CONCLUSION…"/>
          <p:cNvGrpSpPr/>
          <p:nvPr/>
        </p:nvGrpSpPr>
        <p:grpSpPr>
          <a:xfrm>
            <a:off x="22976217" y="23164621"/>
            <a:ext cx="8790310" cy="6505611"/>
            <a:chOff x="0" y="0"/>
            <a:chExt cx="8790308" cy="6505609"/>
          </a:xfrm>
        </p:grpSpPr>
        <p:sp>
          <p:nvSpPr>
            <p:cNvPr id="122" name="Rectangle"/>
            <p:cNvSpPr/>
            <p:nvPr/>
          </p:nvSpPr>
          <p:spPr>
            <a:xfrm>
              <a:off x="0" y="0"/>
              <a:ext cx="8790309" cy="6505610"/>
            </a:xfrm>
            <a:prstGeom prst="rect">
              <a:avLst/>
            </a:prstGeom>
            <a:solidFill>
              <a:srgbClr val="FFFFFF"/>
            </a:solidFill>
            <a:ln w="38100" cap="flat">
              <a:solidFill>
                <a:schemeClr val="accent1"/>
              </a:solidFill>
              <a:prstDash val="solid"/>
              <a:miter lim="800000"/>
            </a:ln>
            <a:effectLst/>
          </p:spPr>
          <p:txBody>
            <a:bodyPr wrap="square" lIns="123442" tIns="123442" rIns="123442" bIns="123442" numCol="1" anchor="ctr">
              <a:noAutofit/>
            </a:bodyPr>
            <a:lstStyle/>
            <a:p>
              <a:pPr defTabSz="457200">
                <a:spcBef>
                  <a:spcPts val="1200"/>
                </a:spcBef>
                <a:defRPr sz="3000">
                  <a:latin typeface="Arial"/>
                  <a:ea typeface="Arial"/>
                  <a:cs typeface="Arial"/>
                  <a:sym typeface="Arial"/>
                </a:defRPr>
              </a:pPr>
            </a:p>
          </p:txBody>
        </p:sp>
        <p:sp>
          <p:nvSpPr>
            <p:cNvPr id="123" name="CONCLUSION…"/>
            <p:cNvSpPr/>
            <p:nvPr/>
          </p:nvSpPr>
          <p:spPr>
            <a:xfrm>
              <a:off x="19466" y="476508"/>
              <a:ext cx="8751376" cy="1"/>
            </a:xfrm>
            <a:custGeom>
              <a:avLst/>
              <a:gdLst/>
              <a:ahLst/>
              <a:cxnLst>
                <a:cxn ang="0">
                  <a:pos x="wd2" y="hd2"/>
                </a:cxn>
                <a:cxn ang="5400000">
                  <a:pos x="wd2" y="hd2"/>
                </a:cxn>
                <a:cxn ang="10800000">
                  <a:pos x="wd2" y="hd2"/>
                </a:cxn>
                <a:cxn ang="16200000">
                  <a:pos x="wd2" y="hd2"/>
                </a:cxn>
              </a:cxnLst>
              <a:rect l="0" t="0" r="r" b="b"/>
              <a:pathLst>
                <a:path w="21600" h="0" fill="norm" stroke="1" extrusionOk="0">
                  <a:moveTo>
                    <a:pt x="0" y="0"/>
                  </a:moveTo>
                  <a:lnTo>
                    <a:pt x="21600" y="0"/>
                  </a:lnTo>
                  <a:lnTo>
                    <a:pt x="21600" y="0"/>
                  </a:lnTo>
                  <a:lnTo>
                    <a:pt x="0" y="0"/>
                  </a:lnTo>
                  <a:close/>
                </a:path>
              </a:pathLst>
            </a:custGeom>
            <a:noFill/>
            <a:ln w="12700" cap="flat">
              <a:noFill/>
              <a:miter lim="400000"/>
            </a:ln>
            <a:effectLst/>
            <a:extLst>
              <a:ext uri="{C572A759-6A51-4108-AA02-DFA0A04FC94B}">
                <ma14:wrappingTextBoxFlag xmlns:ma14="http://schemas.microsoft.com/office/mac/drawingml/2011/main" val="1"/>
              </a:ext>
            </a:extLst>
          </p:spPr>
          <p:txBody>
            <a:bodyPr wrap="square" lIns="123442" tIns="123442" rIns="123442" bIns="123442" numCol="1" anchor="ctr">
              <a:spAutoFit/>
            </a:bodyPr>
            <a:lstStyle/>
            <a:p>
              <a:pPr defTabSz="457200">
                <a:spcBef>
                  <a:spcPts val="1600"/>
                </a:spcBef>
                <a:defRPr b="1" sz="3000">
                  <a:latin typeface="Arial"/>
                  <a:ea typeface="Arial"/>
                  <a:cs typeface="Arial"/>
                  <a:sym typeface="Arial"/>
                </a:defRPr>
              </a:pPr>
              <a:r>
                <a:t>CONCLUSION</a:t>
              </a:r>
            </a:p>
            <a:p>
              <a:pPr marL="457200" indent="-317500" defTabSz="457200">
                <a:spcBef>
                  <a:spcPts val="1200"/>
                </a:spcBef>
                <a:buSzPct val="100000"/>
                <a:buFont typeface="Times Roman"/>
                <a:buChar char="•"/>
                <a:defRPr sz="3000">
                  <a:latin typeface="Arial"/>
                  <a:ea typeface="Arial"/>
                  <a:cs typeface="Arial"/>
                  <a:sym typeface="Arial"/>
                </a:defRPr>
              </a:pPr>
              <a:r>
                <a:t>Scapular osteochondroma in children is rare and may present as painless swelling</a:t>
              </a:r>
            </a:p>
            <a:p>
              <a:pPr marL="457200" indent="-317500" defTabSz="457200">
                <a:spcBef>
                  <a:spcPts val="1200"/>
                </a:spcBef>
                <a:buSzPct val="100000"/>
                <a:buFont typeface="Times Roman"/>
                <a:buChar char="•"/>
                <a:defRPr sz="3000">
                  <a:latin typeface="Arial"/>
                  <a:ea typeface="Arial"/>
                  <a:cs typeface="Arial"/>
                  <a:sym typeface="Arial"/>
                </a:defRPr>
              </a:pPr>
              <a:r>
                <a:t>Careful clinical and radiological evaluation is essential</a:t>
              </a:r>
            </a:p>
            <a:p>
              <a:pPr marL="457200" indent="-317500" defTabSz="457200">
                <a:spcBef>
                  <a:spcPts val="1200"/>
                </a:spcBef>
                <a:buSzPct val="100000"/>
                <a:buFont typeface="Times Roman"/>
                <a:buChar char="•"/>
                <a:defRPr sz="3000">
                  <a:latin typeface="Arial"/>
                  <a:ea typeface="Arial"/>
                  <a:cs typeface="Arial"/>
                  <a:sym typeface="Arial"/>
                </a:defRPr>
              </a:pPr>
              <a:r>
                <a:t>MRI helps confirm diagnosis and rule out malignancy</a:t>
              </a:r>
            </a:p>
            <a:p>
              <a:pPr marL="457200" indent="-317500" defTabSz="457200">
                <a:spcBef>
                  <a:spcPts val="1200"/>
                </a:spcBef>
                <a:buSzPct val="100000"/>
                <a:buFont typeface="Times Roman"/>
                <a:buChar char="•"/>
                <a:defRPr sz="3000">
                  <a:latin typeface="Arial"/>
                  <a:ea typeface="Arial"/>
                  <a:cs typeface="Arial"/>
                  <a:sym typeface="Arial"/>
                </a:defRPr>
              </a:pPr>
              <a:r>
                <a:t>Complete surgical excision provides excellent outcomes</a:t>
              </a:r>
            </a:p>
            <a:p>
              <a:pPr marL="457200" indent="-317500" defTabSz="457200">
                <a:spcBef>
                  <a:spcPts val="1200"/>
                </a:spcBef>
                <a:buSzPct val="100000"/>
                <a:buFont typeface="Times Roman"/>
                <a:buChar char="•"/>
                <a:defRPr sz="3000">
                  <a:latin typeface="Arial"/>
                  <a:ea typeface="Arial"/>
                  <a:cs typeface="Arial"/>
                  <a:sym typeface="Arial"/>
                </a:defRPr>
              </a:pPr>
              <a:r>
                <a:t>Early intervention prevents functional and cosmetic complications</a:t>
              </a:r>
            </a:p>
          </p:txBody>
        </p:sp>
      </p:grpSp>
      <p:grpSp>
        <p:nvGrpSpPr>
          <p:cNvPr id="127" name="REFERENCES…"/>
          <p:cNvGrpSpPr/>
          <p:nvPr/>
        </p:nvGrpSpPr>
        <p:grpSpPr>
          <a:xfrm>
            <a:off x="23116670" y="30241715"/>
            <a:ext cx="8636003" cy="7857697"/>
            <a:chOff x="0" y="-1"/>
            <a:chExt cx="8636001" cy="7857696"/>
          </a:xfrm>
        </p:grpSpPr>
        <p:sp>
          <p:nvSpPr>
            <p:cNvPr id="125" name="Rectangle"/>
            <p:cNvSpPr/>
            <p:nvPr/>
          </p:nvSpPr>
          <p:spPr>
            <a:xfrm>
              <a:off x="-1" y="-2"/>
              <a:ext cx="8636002" cy="7857698"/>
            </a:xfrm>
            <a:prstGeom prst="rect">
              <a:avLst/>
            </a:prstGeom>
            <a:solidFill>
              <a:srgbClr val="FFFFFF"/>
            </a:solidFill>
            <a:ln w="38100" cap="flat">
              <a:solidFill>
                <a:schemeClr val="accent1"/>
              </a:solidFill>
              <a:prstDash val="solid"/>
              <a:miter lim="800000"/>
            </a:ln>
            <a:effectLst/>
          </p:spPr>
          <p:txBody>
            <a:bodyPr wrap="square" lIns="123442" tIns="123442" rIns="123442" bIns="123442" numCol="1" anchor="ctr">
              <a:noAutofit/>
            </a:bodyPr>
            <a:lstStyle/>
            <a:p>
              <a:pPr defTabSz="457200">
                <a:spcBef>
                  <a:spcPts val="1200"/>
                </a:spcBef>
                <a:defRPr sz="3000">
                  <a:latin typeface="Times Roman"/>
                  <a:ea typeface="Times Roman"/>
                  <a:cs typeface="Times Roman"/>
                  <a:sym typeface="Times Roman"/>
                </a:defRPr>
              </a:pPr>
            </a:p>
          </p:txBody>
        </p:sp>
        <p:sp>
          <p:nvSpPr>
            <p:cNvPr id="126" name="REFERENCES…"/>
            <p:cNvSpPr txBox="1"/>
            <p:nvPr/>
          </p:nvSpPr>
          <p:spPr>
            <a:xfrm>
              <a:off x="19333" y="868860"/>
              <a:ext cx="8597335" cy="5644385"/>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123442" tIns="123442" rIns="123442" bIns="123442" numCol="1" anchor="ctr">
              <a:spAutoFit/>
            </a:bodyPr>
            <a:lstStyle/>
            <a:p>
              <a:pPr defTabSz="457200">
                <a:spcBef>
                  <a:spcPts val="1600"/>
                </a:spcBef>
                <a:defRPr b="1" sz="3000">
                  <a:latin typeface="Arial"/>
                  <a:ea typeface="Arial"/>
                  <a:cs typeface="Arial"/>
                  <a:sym typeface="Arial"/>
                </a:defRPr>
              </a:pPr>
              <a:r>
                <a:t> REFERENCES</a:t>
              </a:r>
            </a:p>
            <a:p>
              <a:pPr marL="457200" indent="-317500" defTabSz="457200">
                <a:spcBef>
                  <a:spcPts val="1200"/>
                </a:spcBef>
                <a:buSzPct val="100000"/>
                <a:buAutoNum type="arabicPeriod" startAt="1"/>
                <a:defRPr sz="3000">
                  <a:latin typeface="Arial"/>
                  <a:ea typeface="Arial"/>
                  <a:cs typeface="Arial"/>
                  <a:sym typeface="Arial"/>
                </a:defRPr>
              </a:pPr>
              <a:r>
                <a:t>Kitsoulis P, et al. Osteochondromas: review of the clinical, radiological and pathological features. </a:t>
              </a:r>
              <a:r>
                <a:rPr i="1"/>
                <a:t>In Vivo</a:t>
              </a:r>
              <a:r>
                <a:t>. 2008;22(5):633–646.</a:t>
              </a:r>
            </a:p>
            <a:p>
              <a:pPr marL="457200" indent="-317500" defTabSz="457200">
                <a:spcBef>
                  <a:spcPts val="1200"/>
                </a:spcBef>
                <a:buSzPct val="100000"/>
                <a:buAutoNum type="arabicPeriod" startAt="1"/>
                <a:defRPr sz="3000">
                  <a:latin typeface="Arial"/>
                  <a:ea typeface="Arial"/>
                  <a:cs typeface="Arial"/>
                  <a:sym typeface="Arial"/>
                </a:defRPr>
              </a:pPr>
              <a:r>
                <a:t>Unni KK. </a:t>
              </a:r>
              <a:r>
                <a:rPr i="1"/>
                <a:t>Dahlin’s Bone Tumors</a:t>
              </a:r>
              <a:r>
                <a:t>. 6th ed. Lippincott Williams &amp; Wilkins; 2010.</a:t>
              </a:r>
            </a:p>
            <a:p>
              <a:pPr marL="457200" indent="-317500" defTabSz="457200">
                <a:spcBef>
                  <a:spcPts val="1200"/>
                </a:spcBef>
                <a:buSzPct val="100000"/>
                <a:buAutoNum type="arabicPeriod" startAt="1"/>
                <a:defRPr sz="3000">
                  <a:latin typeface="Arial"/>
                  <a:ea typeface="Arial"/>
                  <a:cs typeface="Arial"/>
                  <a:sym typeface="Arial"/>
                </a:defRPr>
              </a:pPr>
              <a:r>
                <a:t>Murphey MD, et al. Imaging of osteochondroma. </a:t>
              </a:r>
              <a:r>
                <a:rPr i="1"/>
                <a:t>Radiographics</a:t>
              </a:r>
              <a:r>
                <a:t>. 2000;20(5):1407–1434.</a:t>
              </a:r>
            </a:p>
            <a:p>
              <a:pPr marL="457200" indent="-317500" defTabSz="457200">
                <a:spcBef>
                  <a:spcPts val="1200"/>
                </a:spcBef>
                <a:buSzPct val="100000"/>
                <a:buAutoNum type="arabicPeriod" startAt="1"/>
                <a:defRPr sz="3000">
                  <a:latin typeface="Arial"/>
                  <a:ea typeface="Arial"/>
                  <a:cs typeface="Arial"/>
                  <a:sym typeface="Arial"/>
                </a:defRPr>
              </a:pPr>
              <a:r>
                <a:t>Bovée JVMG. Multiple osteochondromas. </a:t>
              </a:r>
              <a:r>
                <a:rPr i="1"/>
                <a:t>Orphanet J</a:t>
              </a:r>
              <a:r>
                <a:rPr i="1">
                  <a:latin typeface="Times Roman"/>
                  <a:ea typeface="Times Roman"/>
                  <a:cs typeface="Times Roman"/>
                  <a:sym typeface="Times Roman"/>
                </a:rPr>
                <a:t> Rare Dis</a:t>
              </a:r>
              <a:r>
                <a:rPr>
                  <a:latin typeface="Times Roman"/>
                  <a:ea typeface="Times Roman"/>
                  <a:cs typeface="Times Roman"/>
                  <a:sym typeface="Times Roman"/>
                </a:rPr>
                <a:t>. 2008;3:3.</a:t>
              </a:r>
            </a:p>
          </p:txBody>
        </p:sp>
      </p:grpSp>
      <p:grpSp>
        <p:nvGrpSpPr>
          <p:cNvPr id="130" name="ACKNOWLEDGEMENT…"/>
          <p:cNvGrpSpPr/>
          <p:nvPr/>
        </p:nvGrpSpPr>
        <p:grpSpPr>
          <a:xfrm>
            <a:off x="23116670" y="38678890"/>
            <a:ext cx="8636002" cy="4195812"/>
            <a:chOff x="0" y="0"/>
            <a:chExt cx="8636000" cy="4195810"/>
          </a:xfrm>
        </p:grpSpPr>
        <p:sp>
          <p:nvSpPr>
            <p:cNvPr id="128" name="Rectangle"/>
            <p:cNvSpPr/>
            <p:nvPr/>
          </p:nvSpPr>
          <p:spPr>
            <a:xfrm>
              <a:off x="-1" y="-1"/>
              <a:ext cx="8636001" cy="4195811"/>
            </a:xfrm>
            <a:prstGeom prst="rect">
              <a:avLst/>
            </a:prstGeom>
            <a:solidFill>
              <a:srgbClr val="FFFFFF"/>
            </a:solidFill>
            <a:ln w="38100" cap="flat">
              <a:solidFill>
                <a:schemeClr val="accent1"/>
              </a:solidFill>
              <a:prstDash val="solid"/>
              <a:miter lim="800000"/>
            </a:ln>
            <a:effectLst/>
          </p:spPr>
          <p:txBody>
            <a:bodyPr wrap="square" lIns="123442" tIns="123442" rIns="123442" bIns="123442" numCol="1" anchor="ctr">
              <a:noAutofit/>
            </a:bodyPr>
            <a:lstStyle/>
            <a:p>
              <a:pPr defTabSz="457200">
                <a:spcBef>
                  <a:spcPts val="1200"/>
                </a:spcBef>
                <a:defRPr sz="3000">
                  <a:latin typeface="Arial"/>
                  <a:ea typeface="Arial"/>
                  <a:cs typeface="Arial"/>
                  <a:sym typeface="Arial"/>
                </a:defRPr>
              </a:pPr>
            </a:p>
          </p:txBody>
        </p:sp>
        <p:sp>
          <p:nvSpPr>
            <p:cNvPr id="129" name="ACKNOWLEDGEMENT…"/>
            <p:cNvSpPr txBox="1"/>
            <p:nvPr/>
          </p:nvSpPr>
          <p:spPr>
            <a:xfrm>
              <a:off x="19049" y="824992"/>
              <a:ext cx="8597901" cy="254582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123442" tIns="123442" rIns="123442" bIns="123442" numCol="1" anchor="ctr">
              <a:spAutoFit/>
            </a:bodyPr>
            <a:lstStyle/>
            <a:p>
              <a:pPr defTabSz="457200">
                <a:spcBef>
                  <a:spcPts val="1600"/>
                </a:spcBef>
                <a:defRPr b="1" sz="3000">
                  <a:latin typeface="Arial"/>
                  <a:ea typeface="Arial"/>
                  <a:cs typeface="Arial"/>
                  <a:sym typeface="Arial"/>
                </a:defRPr>
              </a:pPr>
              <a:r>
                <a:t>ACKNOWLEDGEMENT</a:t>
              </a:r>
            </a:p>
            <a:p>
              <a:pPr defTabSz="457200">
                <a:spcBef>
                  <a:spcPts val="1200"/>
                </a:spcBef>
                <a:defRPr sz="3000">
                  <a:latin typeface="Arial"/>
                  <a:ea typeface="Arial"/>
                  <a:cs typeface="Arial"/>
                  <a:sym typeface="Arial"/>
                </a:defRPr>
              </a:pPr>
              <a:r>
                <a:t>I express my gratitude to HOD and faculty  from department of orthopaedics,I sincerely thank the Radiology,</a:t>
              </a:r>
              <a:r>
                <a:rPr b="1"/>
                <a:t>GSL Medical College &amp; General Hospital</a:t>
              </a:r>
              <a:r>
                <a:t>, for their guidance and support.</a:t>
              </a:r>
            </a:p>
          </p:txBody>
        </p:sp>
      </p:grpSp>
      <p:pic>
        <p:nvPicPr>
          <p:cNvPr id="131" name="pasted-movie.png" descr="pasted-movie.png"/>
          <p:cNvPicPr>
            <a:picLocks noChangeAspect="1"/>
          </p:cNvPicPr>
          <p:nvPr/>
        </p:nvPicPr>
        <p:blipFill>
          <a:blip r:embed="rId2">
            <a:extLst/>
          </a:blip>
          <a:srcRect l="11616" t="0" r="11616" b="11962"/>
          <a:stretch>
            <a:fillRect/>
          </a:stretch>
        </p:blipFill>
        <p:spPr>
          <a:xfrm>
            <a:off x="22435802" y="15951263"/>
            <a:ext cx="4647150" cy="6190546"/>
          </a:xfrm>
          <a:prstGeom prst="rect">
            <a:avLst/>
          </a:prstGeom>
          <a:ln w="12700">
            <a:miter lim="400000"/>
          </a:ln>
        </p:spPr>
      </p:pic>
      <p:pic>
        <p:nvPicPr>
          <p:cNvPr id="132" name="pasted-movie.png" descr="pasted-movie.png"/>
          <p:cNvPicPr>
            <a:picLocks noChangeAspect="1"/>
          </p:cNvPicPr>
          <p:nvPr/>
        </p:nvPicPr>
        <p:blipFill>
          <a:blip r:embed="rId3">
            <a:extLst/>
          </a:blip>
          <a:srcRect l="0" t="0" r="0" b="6002"/>
          <a:stretch>
            <a:fillRect/>
          </a:stretch>
        </p:blipFill>
        <p:spPr>
          <a:xfrm>
            <a:off x="11786892" y="7715553"/>
            <a:ext cx="10244836" cy="8254129"/>
          </a:xfrm>
          <a:prstGeom prst="rect">
            <a:avLst/>
          </a:prstGeom>
          <a:ln w="12700">
            <a:miter lim="400000"/>
          </a:ln>
        </p:spPr>
      </p:pic>
      <p:pic>
        <p:nvPicPr>
          <p:cNvPr id="133" name="pasted-movie.png" descr="pasted-movie.png"/>
          <p:cNvPicPr>
            <a:picLocks noChangeAspect="1"/>
          </p:cNvPicPr>
          <p:nvPr/>
        </p:nvPicPr>
        <p:blipFill>
          <a:blip r:embed="rId4">
            <a:extLst/>
          </a:blip>
          <a:stretch>
            <a:fillRect/>
          </a:stretch>
        </p:blipFill>
        <p:spPr>
          <a:xfrm>
            <a:off x="11840867" y="36700348"/>
            <a:ext cx="5747853" cy="6422995"/>
          </a:xfrm>
          <a:prstGeom prst="rect">
            <a:avLst/>
          </a:prstGeom>
          <a:ln w="12700">
            <a:miter lim="400000"/>
          </a:ln>
        </p:spPr>
      </p:pic>
      <p:sp>
        <p:nvSpPr>
          <p:cNvPr id="134" name="POST OP X RAY"/>
          <p:cNvSpPr txBox="1"/>
          <p:nvPr/>
        </p:nvSpPr>
        <p:spPr>
          <a:xfrm>
            <a:off x="11840536" y="35649582"/>
            <a:ext cx="3353821" cy="703489"/>
          </a:xfrm>
          <a:prstGeom prst="rect">
            <a:avLst/>
          </a:prstGeom>
          <a:ln w="12700">
            <a:miter lim="400000"/>
          </a:ln>
          <a:extLst>
            <a:ext uri="{C572A759-6A51-4108-AA02-DFA0A04FC94B}">
              <ma14:wrappingTextBoxFlag xmlns:ma14="http://schemas.microsoft.com/office/mac/drawingml/2011/main" val="1"/>
            </a:ext>
          </a:extLst>
        </p:spPr>
        <p:txBody>
          <a:bodyPr wrap="none" lIns="123442" tIns="123442" rIns="123442" bIns="123442">
            <a:spAutoFit/>
          </a:bodyPr>
          <a:lstStyle>
            <a:lvl1pPr>
              <a:defRPr sz="3200">
                <a:latin typeface="Arial"/>
                <a:ea typeface="Arial"/>
                <a:cs typeface="Arial"/>
                <a:sym typeface="Arial"/>
              </a:defRPr>
            </a:lvl1pPr>
          </a:lstStyle>
          <a:p>
            <a:pPr/>
            <a:r>
              <a:t>POST OP X RAY</a:t>
            </a:r>
          </a:p>
        </p:txBody>
      </p:sp>
      <p:pic>
        <p:nvPicPr>
          <p:cNvPr id="135" name="pasted-movie.png" descr="pasted-movie.png"/>
          <p:cNvPicPr>
            <a:picLocks noChangeAspect="1"/>
          </p:cNvPicPr>
          <p:nvPr/>
        </p:nvPicPr>
        <p:blipFill>
          <a:blip r:embed="rId5">
            <a:extLst/>
          </a:blip>
          <a:srcRect l="14273" t="0" r="0" b="0"/>
          <a:stretch>
            <a:fillRect/>
          </a:stretch>
        </p:blipFill>
        <p:spPr>
          <a:xfrm>
            <a:off x="17589435" y="36796771"/>
            <a:ext cx="5069179" cy="6229949"/>
          </a:xfrm>
          <a:prstGeom prst="rect">
            <a:avLst/>
          </a:prstGeom>
          <a:ln w="12700">
            <a:miter lim="400000"/>
          </a:ln>
        </p:spPr>
      </p:pic>
      <p:pic>
        <p:nvPicPr>
          <p:cNvPr id="136" name="pasted-movie.png" descr="pasted-movie.png"/>
          <p:cNvPicPr>
            <a:picLocks noChangeAspect="1"/>
          </p:cNvPicPr>
          <p:nvPr/>
        </p:nvPicPr>
        <p:blipFill>
          <a:blip r:embed="rId6">
            <a:extLst/>
          </a:blip>
          <a:srcRect l="9626" t="0" r="0" b="12530"/>
          <a:stretch>
            <a:fillRect/>
          </a:stretch>
        </p:blipFill>
        <p:spPr>
          <a:xfrm>
            <a:off x="27284797" y="15951263"/>
            <a:ext cx="4647065" cy="6077244"/>
          </a:xfrm>
          <a:prstGeom prst="rect">
            <a:avLst/>
          </a:prstGeom>
          <a:ln w="12700">
            <a:miter lim="400000"/>
          </a:ln>
        </p:spPr>
      </p:pic>
      <p:pic>
        <p:nvPicPr>
          <p:cNvPr id="137" name="pasted-movie.png" descr="pasted-movie.png"/>
          <p:cNvPicPr>
            <a:picLocks noChangeAspect="1"/>
          </p:cNvPicPr>
          <p:nvPr/>
        </p:nvPicPr>
        <p:blipFill>
          <a:blip r:embed="rId7">
            <a:extLst/>
          </a:blip>
          <a:stretch>
            <a:fillRect/>
          </a:stretch>
        </p:blipFill>
        <p:spPr>
          <a:xfrm>
            <a:off x="11880487" y="25299187"/>
            <a:ext cx="4990299" cy="3938479"/>
          </a:xfrm>
          <a:prstGeom prst="rect">
            <a:avLst/>
          </a:prstGeom>
          <a:ln w="12700">
            <a:miter lim="400000"/>
          </a:ln>
        </p:spPr>
      </p:pic>
      <p:pic>
        <p:nvPicPr>
          <p:cNvPr id="138" name="pasted-movie.png" descr="pasted-movie.png"/>
          <p:cNvPicPr>
            <a:picLocks noChangeAspect="1"/>
          </p:cNvPicPr>
          <p:nvPr/>
        </p:nvPicPr>
        <p:blipFill>
          <a:blip r:embed="rId8">
            <a:extLst/>
          </a:blip>
          <a:stretch>
            <a:fillRect/>
          </a:stretch>
        </p:blipFill>
        <p:spPr>
          <a:xfrm>
            <a:off x="11840867" y="17025613"/>
            <a:ext cx="10137015" cy="6077349"/>
          </a:xfrm>
          <a:prstGeom prst="rect">
            <a:avLst/>
          </a:prstGeom>
          <a:ln w="12700">
            <a:miter lim="400000"/>
          </a:ln>
        </p:spPr>
      </p:pic>
      <p:pic>
        <p:nvPicPr>
          <p:cNvPr id="139" name="pasted-movie.png" descr="pasted-movie.png"/>
          <p:cNvPicPr>
            <a:picLocks noChangeAspect="1"/>
          </p:cNvPicPr>
          <p:nvPr/>
        </p:nvPicPr>
        <p:blipFill>
          <a:blip r:embed="rId9">
            <a:extLst/>
          </a:blip>
          <a:srcRect l="0" t="0" r="0" b="14540"/>
          <a:stretch>
            <a:fillRect/>
          </a:stretch>
        </p:blipFill>
        <p:spPr>
          <a:xfrm>
            <a:off x="17368355" y="25265994"/>
            <a:ext cx="3911604" cy="4004869"/>
          </a:xfrm>
          <a:prstGeom prst="rect">
            <a:avLst/>
          </a:prstGeom>
          <a:ln w="12700">
            <a:miter lim="400000"/>
          </a:ln>
        </p:spPr>
      </p:pic>
      <p:grpSp>
        <p:nvGrpSpPr>
          <p:cNvPr id="142" name="TAKE HOME MESSAGE…"/>
          <p:cNvGrpSpPr/>
          <p:nvPr/>
        </p:nvGrpSpPr>
        <p:grpSpPr>
          <a:xfrm>
            <a:off x="11840866" y="29584937"/>
            <a:ext cx="10817855" cy="5717372"/>
            <a:chOff x="-1" y="0"/>
            <a:chExt cx="10817854" cy="5717370"/>
          </a:xfrm>
        </p:grpSpPr>
        <p:sp>
          <p:nvSpPr>
            <p:cNvPr id="140" name="Rectangle"/>
            <p:cNvSpPr/>
            <p:nvPr/>
          </p:nvSpPr>
          <p:spPr>
            <a:xfrm>
              <a:off x="-2" y="-1"/>
              <a:ext cx="10817856" cy="5717371"/>
            </a:xfrm>
            <a:prstGeom prst="rect">
              <a:avLst/>
            </a:prstGeom>
            <a:solidFill>
              <a:srgbClr val="FFFFFF"/>
            </a:solidFill>
            <a:ln w="25400" cap="flat">
              <a:solidFill>
                <a:schemeClr val="accent1"/>
              </a:solidFill>
              <a:prstDash val="solid"/>
              <a:round/>
            </a:ln>
            <a:effectLst/>
          </p:spPr>
          <p:txBody>
            <a:bodyPr wrap="square" lIns="123442" tIns="123442" rIns="123442" bIns="123442" numCol="1" anchor="ctr">
              <a:noAutofit/>
            </a:bodyPr>
            <a:lstStyle/>
            <a:p>
              <a:pPr defTabSz="457200">
                <a:spcBef>
                  <a:spcPts val="1400"/>
                </a:spcBef>
                <a:defRPr b="1" sz="1800">
                  <a:latin typeface="Times Roman"/>
                  <a:ea typeface="Times Roman"/>
                  <a:cs typeface="Times Roman"/>
                  <a:sym typeface="Times Roman"/>
                </a:defRPr>
              </a:pPr>
            </a:p>
          </p:txBody>
        </p:sp>
        <p:sp>
          <p:nvSpPr>
            <p:cNvPr id="141" name="TAKE HOME MESSAGE…"/>
            <p:cNvSpPr txBox="1"/>
            <p:nvPr/>
          </p:nvSpPr>
          <p:spPr>
            <a:xfrm>
              <a:off x="12698" y="493574"/>
              <a:ext cx="10792456" cy="473022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123442" tIns="123442" rIns="123442" bIns="123442" numCol="1" anchor="ctr">
              <a:spAutoFit/>
            </a:bodyPr>
            <a:lstStyle/>
            <a:p>
              <a:pPr defTabSz="457200">
                <a:spcBef>
                  <a:spcPts val="1400"/>
                </a:spcBef>
                <a:defRPr b="1" sz="3000">
                  <a:latin typeface="Arial"/>
                  <a:ea typeface="Arial"/>
                  <a:cs typeface="Arial"/>
                  <a:sym typeface="Arial"/>
                </a:defRPr>
              </a:pPr>
              <a:r>
                <a:t>TAKE HOME MESSAGE</a:t>
              </a:r>
            </a:p>
            <a:p>
              <a:pPr marL="457200" indent="-317500" defTabSz="457200">
                <a:spcBef>
                  <a:spcPts val="1200"/>
                </a:spcBef>
                <a:buSzPct val="100000"/>
                <a:buFont typeface="Times Roman"/>
                <a:buChar char="•"/>
                <a:defRPr sz="3000">
                  <a:latin typeface="Arial"/>
                  <a:ea typeface="Arial"/>
                  <a:cs typeface="Arial"/>
                  <a:sym typeface="Arial"/>
                </a:defRPr>
              </a:pPr>
              <a:r>
                <a:t>Osteochondroma can occur in flat bones like the scapula, though rare</a:t>
              </a:r>
            </a:p>
            <a:p>
              <a:pPr marL="457200" indent="-317500" defTabSz="457200">
                <a:spcBef>
                  <a:spcPts val="1200"/>
                </a:spcBef>
                <a:buSzPct val="100000"/>
                <a:buFont typeface="Times Roman"/>
                <a:buChar char="•"/>
                <a:defRPr sz="3000">
                  <a:latin typeface="Arial"/>
                  <a:ea typeface="Arial"/>
                  <a:cs typeface="Arial"/>
                  <a:sym typeface="Arial"/>
                </a:defRPr>
              </a:pPr>
              <a:r>
                <a:t>Painless progressive swelling in children warrants imaging evaluation</a:t>
              </a:r>
            </a:p>
            <a:p>
              <a:pPr marL="457200" indent="-317500" defTabSz="457200">
                <a:spcBef>
                  <a:spcPts val="1200"/>
                </a:spcBef>
                <a:buSzPct val="100000"/>
                <a:buFont typeface="Times Roman"/>
                <a:buChar char="•"/>
                <a:defRPr sz="3000">
                  <a:latin typeface="Arial"/>
                  <a:ea typeface="Arial"/>
                  <a:cs typeface="Arial"/>
                  <a:sym typeface="Arial"/>
                </a:defRPr>
              </a:pPr>
              <a:r>
                <a:t>MRI is essential to assess cartilage cap and rule out malignancy</a:t>
              </a:r>
            </a:p>
            <a:p>
              <a:pPr marL="457200" indent="-317500" defTabSz="457200">
                <a:spcBef>
                  <a:spcPts val="1200"/>
                </a:spcBef>
                <a:buSzPct val="100000"/>
                <a:buFont typeface="Times Roman"/>
                <a:buChar char="•"/>
                <a:defRPr sz="3000">
                  <a:latin typeface="Arial"/>
                  <a:ea typeface="Arial"/>
                  <a:cs typeface="Arial"/>
                  <a:sym typeface="Arial"/>
                </a:defRPr>
              </a:pPr>
              <a:r>
                <a:t>Complete surgical excision is curative with excellent prognosis</a:t>
              </a:r>
            </a:p>
          </p:txBody>
        </p:sp>
      </p:grpSp>
      <p:sp>
        <p:nvSpPr>
          <p:cNvPr id="143" name="Rectangle"/>
          <p:cNvSpPr/>
          <p:nvPr/>
        </p:nvSpPr>
        <p:spPr>
          <a:xfrm>
            <a:off x="835717" y="13159548"/>
            <a:ext cx="10453301" cy="6051948"/>
          </a:xfrm>
          <a:prstGeom prst="rect">
            <a:avLst/>
          </a:prstGeom>
          <a:solidFill>
            <a:srgbClr val="FFFFFF"/>
          </a:solidFill>
          <a:ln w="12700">
            <a:solidFill>
              <a:schemeClr val="accent1"/>
            </a:solidFill>
            <a:miter lim="400000"/>
          </a:ln>
        </p:spPr>
        <p:txBody>
          <a:bodyPr lIns="123442" tIns="123442" rIns="123442" bIns="123442" anchor="ctr"/>
          <a:lstStyle/>
          <a:p>
            <a:pPr>
              <a:defRPr>
                <a:latin typeface="+mj-lt"/>
                <a:ea typeface="+mj-ea"/>
                <a:cs typeface="+mj-cs"/>
                <a:sym typeface="Aptos"/>
              </a:defRPr>
            </a:pPr>
          </a:p>
        </p:txBody>
      </p:sp>
      <p:sp>
        <p:nvSpPr>
          <p:cNvPr id="144" name="Abstract: We report a case of a 12-year-old male presenting with a painless, progressively enlarging swelling over the scapula. Radiological evaluation revealed an osteochondroma arising from the spine of the scapula, which was successfully excised surgi"/>
          <p:cNvSpPr txBox="1"/>
          <p:nvPr/>
        </p:nvSpPr>
        <p:spPr>
          <a:xfrm>
            <a:off x="1153781" y="13909312"/>
            <a:ext cx="9817173" cy="4552420"/>
          </a:xfrm>
          <a:prstGeom prst="rect">
            <a:avLst/>
          </a:prstGeom>
          <a:ln w="12700">
            <a:miter lim="400000"/>
          </a:ln>
          <a:extLst>
            <a:ext uri="{C572A759-6A51-4108-AA02-DFA0A04FC94B}">
              <ma14:wrappingTextBoxFlag xmlns:ma14="http://schemas.microsoft.com/office/mac/drawingml/2011/main" val="1"/>
            </a:ext>
          </a:extLst>
        </p:spPr>
        <p:txBody>
          <a:bodyPr lIns="123442" tIns="123442" rIns="123442" bIns="123442">
            <a:spAutoFit/>
          </a:bodyPr>
          <a:lstStyle/>
          <a:p>
            <a:pPr defTabSz="457200">
              <a:spcBef>
                <a:spcPts val="1200"/>
              </a:spcBef>
              <a:defRPr b="1" sz="3000">
                <a:latin typeface="Arial"/>
                <a:ea typeface="Arial"/>
                <a:cs typeface="Arial"/>
                <a:sym typeface="Arial"/>
              </a:defRPr>
            </a:pPr>
            <a:r>
              <a:t>Abstract:</a:t>
            </a:r>
            <a:br/>
            <a:r>
              <a:rPr b="0"/>
              <a:t>We report a case of a 12-year-old male presenting with a painless, progressively enlarging swelling over the scapula. Radiological evaluation revealed an osteochondroma arising from the spine of the scapula, which was successfully excised surgically. This case highlights the importance of considering osteochondroma in the differential diagnosis of scapular swellings in children and outlines the surgical management and outcome.</a:t>
            </a:r>
          </a:p>
        </p:txBody>
      </p:sp>
      <p:sp>
        <p:nvSpPr>
          <p:cNvPr id="145" name="X ray AP lateral"/>
          <p:cNvSpPr txBox="1"/>
          <p:nvPr/>
        </p:nvSpPr>
        <p:spPr>
          <a:xfrm>
            <a:off x="11786892" y="6385828"/>
            <a:ext cx="3911603" cy="740344"/>
          </a:xfrm>
          <a:prstGeom prst="rect">
            <a:avLst/>
          </a:prstGeom>
          <a:ln w="12700">
            <a:miter lim="400000"/>
          </a:ln>
          <a:extLst>
            <a:ext uri="{C572A759-6A51-4108-AA02-DFA0A04FC94B}">
              <ma14:wrappingTextBoxFlag xmlns:ma14="http://schemas.microsoft.com/office/mac/drawingml/2011/main" val="1"/>
            </a:ext>
          </a:extLst>
        </p:spPr>
        <p:txBody>
          <a:bodyPr lIns="123442" tIns="123442" rIns="123442" bIns="123442">
            <a:spAutoFit/>
          </a:bodyPr>
          <a:lstStyle>
            <a:lvl1pPr>
              <a:defRPr sz="3500">
                <a:latin typeface="Arial"/>
                <a:ea typeface="Arial"/>
                <a:cs typeface="Arial"/>
                <a:sym typeface="Arial"/>
              </a:defRPr>
            </a:lvl1pPr>
          </a:lstStyle>
          <a:p>
            <a:pPr/>
            <a:r>
              <a:t>X ray AP lateral </a:t>
            </a:r>
          </a:p>
        </p:txBody>
      </p:sp>
      <p:sp>
        <p:nvSpPr>
          <p:cNvPr id="146" name="MRI of Rt scapula"/>
          <p:cNvSpPr txBox="1"/>
          <p:nvPr/>
        </p:nvSpPr>
        <p:spPr>
          <a:xfrm>
            <a:off x="12255520" y="24286957"/>
            <a:ext cx="3792145" cy="740344"/>
          </a:xfrm>
          <a:prstGeom prst="rect">
            <a:avLst/>
          </a:prstGeom>
          <a:ln w="12700">
            <a:miter lim="400000"/>
          </a:ln>
          <a:extLst>
            <a:ext uri="{C572A759-6A51-4108-AA02-DFA0A04FC94B}">
              <ma14:wrappingTextBoxFlag xmlns:ma14="http://schemas.microsoft.com/office/mac/drawingml/2011/main" val="1"/>
            </a:ext>
          </a:extLst>
        </p:spPr>
        <p:txBody>
          <a:bodyPr wrap="none" lIns="123442" tIns="123442" rIns="123442" bIns="123442">
            <a:spAutoFit/>
          </a:bodyPr>
          <a:lstStyle>
            <a:lvl1pPr>
              <a:defRPr sz="3500">
                <a:latin typeface="Arial"/>
                <a:ea typeface="Arial"/>
                <a:cs typeface="Arial"/>
                <a:sym typeface="Arial"/>
              </a:defRPr>
            </a:lvl1pPr>
          </a:lstStyle>
          <a:p>
            <a:pPr/>
            <a:r>
              <a:t>MRI of Rt scapula</a:t>
            </a:r>
          </a:p>
        </p:txBody>
      </p:sp>
      <p:sp>
        <p:nvSpPr>
          <p:cNvPr id="147" name="Intra op picture"/>
          <p:cNvSpPr txBox="1"/>
          <p:nvPr/>
        </p:nvSpPr>
        <p:spPr>
          <a:xfrm>
            <a:off x="17257647" y="24211571"/>
            <a:ext cx="3348079" cy="740344"/>
          </a:xfrm>
          <a:prstGeom prst="rect">
            <a:avLst/>
          </a:prstGeom>
          <a:ln w="12700">
            <a:miter lim="400000"/>
          </a:ln>
          <a:extLst>
            <a:ext uri="{C572A759-6A51-4108-AA02-DFA0A04FC94B}">
              <ma14:wrappingTextBoxFlag xmlns:ma14="http://schemas.microsoft.com/office/mac/drawingml/2011/main" val="1"/>
            </a:ext>
          </a:extLst>
        </p:spPr>
        <p:txBody>
          <a:bodyPr wrap="none" lIns="123442" tIns="123442" rIns="123442" bIns="123442">
            <a:spAutoFit/>
          </a:bodyPr>
          <a:lstStyle>
            <a:lvl1pPr>
              <a:defRPr sz="3500">
                <a:latin typeface="Arial"/>
                <a:ea typeface="Arial"/>
                <a:cs typeface="Arial"/>
                <a:sym typeface="Arial"/>
              </a:defRPr>
            </a:lvl1pPr>
          </a:lstStyle>
          <a:p>
            <a:pPr/>
            <a:r>
              <a:t>Intra op picture </a:t>
            </a:r>
          </a:p>
        </p:txBody>
      </p:sp>
      <p:sp>
        <p:nvSpPr>
          <p:cNvPr id="148" name="Before"/>
          <p:cNvSpPr txBox="1"/>
          <p:nvPr/>
        </p:nvSpPr>
        <p:spPr>
          <a:xfrm>
            <a:off x="23436251" y="14796949"/>
            <a:ext cx="3461802" cy="740343"/>
          </a:xfrm>
          <a:prstGeom prst="rect">
            <a:avLst/>
          </a:prstGeom>
          <a:ln w="12700">
            <a:miter lim="400000"/>
          </a:ln>
          <a:extLst>
            <a:ext uri="{C572A759-6A51-4108-AA02-DFA0A04FC94B}">
              <ma14:wrappingTextBoxFlag xmlns:ma14="http://schemas.microsoft.com/office/mac/drawingml/2011/main" val="1"/>
            </a:ext>
          </a:extLst>
        </p:spPr>
        <p:txBody>
          <a:bodyPr lIns="123442" tIns="123442" rIns="123442" bIns="123442">
            <a:spAutoFit/>
          </a:bodyPr>
          <a:lstStyle>
            <a:lvl1pPr>
              <a:defRPr sz="3500">
                <a:latin typeface="Arial"/>
                <a:ea typeface="Arial"/>
                <a:cs typeface="Arial"/>
                <a:sym typeface="Arial"/>
              </a:defRPr>
            </a:lvl1pPr>
          </a:lstStyle>
          <a:p>
            <a:pPr/>
            <a:r>
              <a:t>Before </a:t>
            </a:r>
          </a:p>
        </p:txBody>
      </p:sp>
      <p:sp>
        <p:nvSpPr>
          <p:cNvPr id="149" name="After"/>
          <p:cNvSpPr txBox="1"/>
          <p:nvPr/>
        </p:nvSpPr>
        <p:spPr>
          <a:xfrm>
            <a:off x="27877399" y="14796949"/>
            <a:ext cx="3461802" cy="740343"/>
          </a:xfrm>
          <a:prstGeom prst="rect">
            <a:avLst/>
          </a:prstGeom>
          <a:ln w="12700">
            <a:miter lim="400000"/>
          </a:ln>
          <a:extLst>
            <a:ext uri="{C572A759-6A51-4108-AA02-DFA0A04FC94B}">
              <ma14:wrappingTextBoxFlag xmlns:ma14="http://schemas.microsoft.com/office/mac/drawingml/2011/main" val="1"/>
            </a:ext>
          </a:extLst>
        </p:spPr>
        <p:txBody>
          <a:bodyPr lIns="123442" tIns="123442" rIns="123442" bIns="123442">
            <a:spAutoFit/>
          </a:bodyPr>
          <a:lstStyle>
            <a:lvl1pPr>
              <a:defRPr sz="3500">
                <a:latin typeface="Arial"/>
                <a:ea typeface="Arial"/>
                <a:cs typeface="Arial"/>
                <a:sym typeface="Arial"/>
              </a:defRPr>
            </a:lvl1pPr>
          </a:lstStyle>
          <a:p>
            <a:pPr/>
            <a:r>
              <a:t>After </a:t>
            </a:r>
          </a:p>
        </p:txBody>
      </p:sp>
    </p:spTree>
  </p:cSld>
  <p:clrMapOvr>
    <a:masterClrMapping/>
  </p:clrMapOvr>
  <p:transition xmlns:p14="http://schemas.microsoft.com/office/powerpoint/2010/main" spd="med" advClick="1"/>
</p:sld>
</file>

<file path=ppt/theme/theme1.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A7A7A7"/>
      </a:dk2>
      <a:lt2>
        <a:srgbClr val="535353"/>
      </a:lt2>
      <a:accent1>
        <a:srgbClr val="156082"/>
      </a:accent1>
      <a:accent2>
        <a:srgbClr val="E97132"/>
      </a:accent2>
      <a:accent3>
        <a:srgbClr val="196B24"/>
      </a:accent3>
      <a:accent4>
        <a:srgbClr val="0F9ED5"/>
      </a:accent4>
      <a:accent5>
        <a:srgbClr val="A02B93"/>
      </a:accent5>
      <a:accent6>
        <a:srgbClr val="4EA72E"/>
      </a:accent6>
      <a:hlink>
        <a:srgbClr val="0000FF"/>
      </a:hlink>
      <a:folHlink>
        <a:srgbClr val="FF00FF"/>
      </a:folHlink>
    </a:clrScheme>
    <a:fontScheme name="Office Theme">
      <a:majorFont>
        <a:latin typeface="Aptos"/>
        <a:ea typeface="Aptos"/>
        <a:cs typeface="Aptos"/>
      </a:majorFont>
      <a:minorFont>
        <a:latin typeface="Helvetica"/>
        <a:ea typeface="Helvetica"/>
        <a:cs typeface="Helvetica"/>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sp3d/>
      </a:spPr>
      <a:bodyPr rot="0" spcFirstLastPara="1" vertOverflow="overflow" horzOverflow="overflow" vert="horz" wrap="square" lIns="123442" tIns="123442" rIns="123442" bIns="123442" numCol="1" spcCol="38100" rtlCol="0" anchor="ctr" upright="0">
        <a:spAutoFit/>
      </a:bodyPr>
      <a:lstStyle>
        <a:defPPr marL="0" marR="0" indent="0" algn="l" defTabSz="5852159" rtl="0" fontAlgn="auto" latinLnBrk="0" hangingPunct="0">
          <a:lnSpc>
            <a:spcPct val="100000"/>
          </a:lnSpc>
          <a:spcBef>
            <a:spcPts val="0"/>
          </a:spcBef>
          <a:spcAft>
            <a:spcPts val="0"/>
          </a:spcAft>
          <a:buClrTx/>
          <a:buSzTx/>
          <a:buFontTx/>
          <a:buNone/>
          <a:tabLst/>
          <a:defRPr b="0" baseline="0" cap="none" i="0" spc="0" strike="noStrike" sz="11400" u="none" kumimoji="0" normalizeH="0">
            <a:ln>
              <a:noFill/>
            </a:ln>
            <a:solidFill>
              <a:srgbClr val="000000"/>
            </a:solidFill>
            <a:effectLst/>
            <a:uFillTx/>
            <a:latin typeface="+mn-lt"/>
            <a:ea typeface="+mn-ea"/>
            <a:cs typeface="+mn-cs"/>
            <a:sym typeface="Helvetica"/>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25400" cap="flat">
          <a:solidFill>
            <a:schemeClr val="accent1"/>
          </a:solidFill>
          <a:prstDash val="solid"/>
          <a:round/>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123442" tIns="123442" rIns="123442" bIns="123442" numCol="1" spcCol="38100" rtlCol="0" anchor="t" upright="0">
        <a:spAutoFit/>
      </a:bodyPr>
      <a:lstStyle>
        <a:defPPr marL="0" marR="0" indent="0" algn="l" defTabSz="5852159" rtl="0" fontAlgn="auto" latinLnBrk="0" hangingPunct="0">
          <a:lnSpc>
            <a:spcPct val="100000"/>
          </a:lnSpc>
          <a:spcBef>
            <a:spcPts val="0"/>
          </a:spcBef>
          <a:spcAft>
            <a:spcPts val="0"/>
          </a:spcAft>
          <a:buClrTx/>
          <a:buSzTx/>
          <a:buFontTx/>
          <a:buNone/>
          <a:tabLst/>
          <a:defRPr b="0" baseline="0" cap="none" i="0" spc="0" strike="noStrike" sz="11400" u="none" kumimoji="0" normalizeH="0">
            <a:ln>
              <a:noFill/>
            </a:ln>
            <a:solidFill>
              <a:srgbClr val="000000"/>
            </a:solidFill>
            <a:effectLst/>
            <a:uFillTx/>
            <a:latin typeface="+mn-lt"/>
            <a:ea typeface="+mn-ea"/>
            <a:cs typeface="+mn-cs"/>
            <a:sym typeface="Helvetica"/>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ppt/theme/theme2.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A7A7A7"/>
      </a:dk2>
      <a:lt2>
        <a:srgbClr val="535353"/>
      </a:lt2>
      <a:accent1>
        <a:srgbClr val="156082"/>
      </a:accent1>
      <a:accent2>
        <a:srgbClr val="E97132"/>
      </a:accent2>
      <a:accent3>
        <a:srgbClr val="196B24"/>
      </a:accent3>
      <a:accent4>
        <a:srgbClr val="0F9ED5"/>
      </a:accent4>
      <a:accent5>
        <a:srgbClr val="A02B93"/>
      </a:accent5>
      <a:accent6>
        <a:srgbClr val="4EA72E"/>
      </a:accent6>
      <a:hlink>
        <a:srgbClr val="0000FF"/>
      </a:hlink>
      <a:folHlink>
        <a:srgbClr val="FF00FF"/>
      </a:folHlink>
    </a:clrScheme>
    <a:fontScheme name="Office Theme">
      <a:majorFont>
        <a:latin typeface="Aptos"/>
        <a:ea typeface="Aptos"/>
        <a:cs typeface="Aptos"/>
      </a:majorFont>
      <a:minorFont>
        <a:latin typeface="Helvetica"/>
        <a:ea typeface="Helvetica"/>
        <a:cs typeface="Helvetica"/>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sp3d/>
      </a:spPr>
      <a:bodyPr rot="0" spcFirstLastPara="1" vertOverflow="overflow" horzOverflow="overflow" vert="horz" wrap="square" lIns="123442" tIns="123442" rIns="123442" bIns="123442" numCol="1" spcCol="38100" rtlCol="0" anchor="ctr" upright="0">
        <a:spAutoFit/>
      </a:bodyPr>
      <a:lstStyle>
        <a:defPPr marL="0" marR="0" indent="0" algn="l" defTabSz="5852159" rtl="0" fontAlgn="auto" latinLnBrk="0" hangingPunct="0">
          <a:lnSpc>
            <a:spcPct val="100000"/>
          </a:lnSpc>
          <a:spcBef>
            <a:spcPts val="0"/>
          </a:spcBef>
          <a:spcAft>
            <a:spcPts val="0"/>
          </a:spcAft>
          <a:buClrTx/>
          <a:buSzTx/>
          <a:buFontTx/>
          <a:buNone/>
          <a:tabLst/>
          <a:defRPr b="0" baseline="0" cap="none" i="0" spc="0" strike="noStrike" sz="11400" u="none" kumimoji="0" normalizeH="0">
            <a:ln>
              <a:noFill/>
            </a:ln>
            <a:solidFill>
              <a:srgbClr val="000000"/>
            </a:solidFill>
            <a:effectLst/>
            <a:uFillTx/>
            <a:latin typeface="+mn-lt"/>
            <a:ea typeface="+mn-ea"/>
            <a:cs typeface="+mn-cs"/>
            <a:sym typeface="Helvetica"/>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25400" cap="flat">
          <a:solidFill>
            <a:schemeClr val="accent1"/>
          </a:solidFill>
          <a:prstDash val="solid"/>
          <a:round/>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123442" tIns="123442" rIns="123442" bIns="123442" numCol="1" spcCol="38100" rtlCol="0" anchor="t" upright="0">
        <a:spAutoFit/>
      </a:bodyPr>
      <a:lstStyle>
        <a:defPPr marL="0" marR="0" indent="0" algn="l" defTabSz="5852159" rtl="0" fontAlgn="auto" latinLnBrk="0" hangingPunct="0">
          <a:lnSpc>
            <a:spcPct val="100000"/>
          </a:lnSpc>
          <a:spcBef>
            <a:spcPts val="0"/>
          </a:spcBef>
          <a:spcAft>
            <a:spcPts val="0"/>
          </a:spcAft>
          <a:buClrTx/>
          <a:buSzTx/>
          <a:buFontTx/>
          <a:buNone/>
          <a:tabLst/>
          <a:defRPr b="0" baseline="0" cap="none" i="0" spc="0" strike="noStrike" sz="11400" u="none" kumimoji="0" normalizeH="0">
            <a:ln>
              <a:noFill/>
            </a:ln>
            <a:solidFill>
              <a:srgbClr val="000000"/>
            </a:solidFill>
            <a:effectLst/>
            <a:uFillTx/>
            <a:latin typeface="+mn-lt"/>
            <a:ea typeface="+mn-ea"/>
            <a:cs typeface="+mn-cs"/>
            <a:sym typeface="Helvetica"/>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docProps/app.xml><?xml version="1.0" encoding="utf-8"?>
<Properties xmlns="http://schemas.openxmlformats.org/officeDocument/2006/extended-properties" xmlns:vt="http://schemas.openxmlformats.org/officeDocument/2006/docPropsVTypes"/>
</file>

<file path=docProps/core.xml><?xml version="1.0" encoding="utf-8"?>
<cp:coreProperties xmlns:cp="http://schemas.openxmlformats.org/package/2006/metadata/core-properties" xmlns:dc="http://purl.org/dc/elements/1.1/" xmlns:dcterms="http://purl.org/dc/terms/" xmlns:xsi="http://www.w3.org/2001/XMLSchema-instance"/>
</file>