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525755"/>
    <a:srgbClr val="01234D"/>
    <a:srgbClr val="D9F2D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5" autoAdjust="0"/>
    <p:restoredTop sz="94660"/>
  </p:normalViewPr>
  <p:slideViewPr>
    <p:cSldViewPr snapToGrid="0">
      <p:cViewPr>
        <p:scale>
          <a:sx n="75" d="100"/>
          <a:sy n="75" d="100"/>
        </p:scale>
        <p:origin x="974" y="19"/>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tableStyles" Target="tableStyle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7" name=""/>
        <p:cNvGrpSpPr/>
        <p:nvPr/>
      </p:nvGrpSpPr>
      <p:grpSpPr>
        <a:xfrm>
          <a:off x="0" y="0"/>
          <a:ext cx="0" cy="0"/>
          <a:chOff x="0" y="0"/>
          <a:chExt cx="0" cy="0"/>
        </a:xfrm>
      </p:grpSpPr>
      <p:sp>
        <p:nvSpPr>
          <p:cNvPr id="104865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5"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a:prstGeom prst="rect"/>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a:prstGeom prst="rect"/>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584" name="Footer Placeholder 4"/>
          <p:cNvSpPr>
            <a:spLocks noGrp="1"/>
          </p:cNvSpPr>
          <p:nvPr>
            <p:ph type="ftr" sz="quarter" idx="11"/>
          </p:nvPr>
        </p:nvSpPr>
        <p:spPr>
          <a:xfrm>
            <a:off x="4038600" y="6356350"/>
            <a:ext cx="4114800" cy="365125"/>
          </a:xfrm>
          <a:prstGeom prst="rect"/>
        </p:spPr>
        <p:txBody>
          <a:bodyPr/>
          <a:p>
            <a:endParaRPr lang="en-US"/>
          </a:p>
        </p:txBody>
      </p:sp>
      <p:sp>
        <p:nvSpPr>
          <p:cNvPr id="104858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9" name=""/>
        <p:cNvGrpSpPr/>
        <p:nvPr/>
      </p:nvGrpSpPr>
      <p:grpSpPr>
        <a:xfrm>
          <a:off x="0" y="0"/>
          <a:ext cx="0" cy="0"/>
          <a:chOff x="0" y="0"/>
          <a:chExt cx="0" cy="0"/>
        </a:xfrm>
      </p:grpSpPr>
      <p:sp>
        <p:nvSpPr>
          <p:cNvPr id="1048611"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12" name="Content Placeholder 2"/>
          <p:cNvSpPr>
            <a:spLocks noGrp="1"/>
          </p:cNvSpPr>
          <p:nvPr>
            <p:ph idx="1"/>
          </p:nvPr>
        </p:nvSpPr>
        <p:spPr>
          <a:xfrm>
            <a:off x="838200" y="1825625"/>
            <a:ext cx="10515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14"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2" name=""/>
        <p:cNvGrpSpPr/>
        <p:nvPr/>
      </p:nvGrpSpPr>
      <p:grpSpPr>
        <a:xfrm>
          <a:off x="0" y="0"/>
          <a:ext cx="0" cy="0"/>
          <a:chOff x="0" y="0"/>
          <a:chExt cx="0" cy="0"/>
        </a:xfrm>
      </p:grpSpPr>
      <p:sp>
        <p:nvSpPr>
          <p:cNvPr id="1048627" name="Title 1"/>
          <p:cNvSpPr>
            <a:spLocks noGrp="1"/>
          </p:cNvSpPr>
          <p:nvPr>
            <p:ph type="title"/>
          </p:nvPr>
        </p:nvSpPr>
        <p:spPr>
          <a:xfrm>
            <a:off x="831850" y="1709738"/>
            <a:ext cx="10515600" cy="2852737"/>
          </a:xfrm>
          <a:prstGeom prst="rect"/>
        </p:spPr>
        <p:txBody>
          <a:bodyPr anchor="b"/>
          <a:lstStyle>
            <a:lvl1pPr>
              <a:defRPr sz="6000"/>
            </a:lvl1pPr>
          </a:lstStyle>
          <a:p>
            <a:r>
              <a:rPr lang="en-US"/>
              <a:t>Click to edit Master title style</a:t>
            </a:r>
          </a:p>
        </p:txBody>
      </p:sp>
      <p:sp>
        <p:nvSpPr>
          <p:cNvPr id="1048628" name="Text Placeholder 2"/>
          <p:cNvSpPr>
            <a:spLocks noGrp="1"/>
          </p:cNvSpPr>
          <p:nvPr>
            <p:ph type="body" idx="1"/>
          </p:nvPr>
        </p:nvSpPr>
        <p:spPr>
          <a:xfrm>
            <a:off x="831850" y="4589463"/>
            <a:ext cx="10515600" cy="1500187"/>
          </a:xfrm>
          <a:prstGeom prst="rect"/>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29"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30" name="Footer Placeholder 4"/>
          <p:cNvSpPr>
            <a:spLocks noGrp="1"/>
          </p:cNvSpPr>
          <p:nvPr>
            <p:ph type="ftr" sz="quarter" idx="11"/>
          </p:nvPr>
        </p:nvSpPr>
        <p:spPr>
          <a:xfrm>
            <a:off x="4038600" y="6356350"/>
            <a:ext cx="4114800" cy="365125"/>
          </a:xfrm>
          <a:prstGeom prst="rect"/>
        </p:spPr>
        <p:txBody>
          <a:bodyPr/>
          <a:p>
            <a:endParaRPr lang="en-US"/>
          </a:p>
        </p:txBody>
      </p:sp>
      <p:sp>
        <p:nvSpPr>
          <p:cNvPr id="1048631"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3" name=""/>
        <p:cNvGrpSpPr/>
        <p:nvPr/>
      </p:nvGrpSpPr>
      <p:grpSpPr>
        <a:xfrm>
          <a:off x="0" y="0"/>
          <a:ext cx="0" cy="0"/>
          <a:chOff x="0" y="0"/>
          <a:chExt cx="0" cy="0"/>
        </a:xfrm>
      </p:grpSpPr>
      <p:sp>
        <p:nvSpPr>
          <p:cNvPr id="1048632"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33" name="Content Placeholder 2"/>
          <p:cNvSpPr>
            <a:spLocks noGrp="1"/>
          </p:cNvSpPr>
          <p:nvPr>
            <p:ph sz="half" idx="1"/>
          </p:nvPr>
        </p:nvSpPr>
        <p:spPr>
          <a:xfrm>
            <a:off x="838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4" name="Content Placeholder 3"/>
          <p:cNvSpPr>
            <a:spLocks noGrp="1"/>
          </p:cNvSpPr>
          <p:nvPr>
            <p:ph sz="half" idx="2"/>
          </p:nvPr>
        </p:nvSpPr>
        <p:spPr>
          <a:xfrm>
            <a:off x="6172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5"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36" name="Footer Placeholder 5"/>
          <p:cNvSpPr>
            <a:spLocks noGrp="1"/>
          </p:cNvSpPr>
          <p:nvPr>
            <p:ph type="ftr" sz="quarter" idx="11"/>
          </p:nvPr>
        </p:nvSpPr>
        <p:spPr>
          <a:xfrm>
            <a:off x="4038600" y="6356350"/>
            <a:ext cx="4114800" cy="365125"/>
          </a:xfrm>
          <a:prstGeom prst="rect"/>
        </p:spPr>
        <p:txBody>
          <a:bodyPr/>
          <a:p>
            <a:endParaRPr lang="en-US"/>
          </a:p>
        </p:txBody>
      </p:sp>
      <p:sp>
        <p:nvSpPr>
          <p:cNvPr id="1048637"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4" name=""/>
        <p:cNvGrpSpPr/>
        <p:nvPr/>
      </p:nvGrpSpPr>
      <p:grpSpPr>
        <a:xfrm>
          <a:off x="0" y="0"/>
          <a:ext cx="0" cy="0"/>
          <a:chOff x="0" y="0"/>
          <a:chExt cx="0" cy="0"/>
        </a:xfrm>
      </p:grpSpPr>
      <p:sp>
        <p:nvSpPr>
          <p:cNvPr id="1048638" name="Title 1"/>
          <p:cNvSpPr>
            <a:spLocks noGrp="1"/>
          </p:cNvSpPr>
          <p:nvPr>
            <p:ph type="title"/>
          </p:nvPr>
        </p:nvSpPr>
        <p:spPr>
          <a:xfrm>
            <a:off x="839788" y="365125"/>
            <a:ext cx="10515600" cy="1325563"/>
          </a:xfrm>
          <a:prstGeom prst="rect"/>
        </p:spPr>
        <p:txBody>
          <a:bodyPr/>
          <a:p>
            <a:r>
              <a:rPr lang="en-US"/>
              <a:t>Click to edit Master title style</a:t>
            </a:r>
          </a:p>
        </p:txBody>
      </p:sp>
      <p:sp>
        <p:nvSpPr>
          <p:cNvPr id="1048639" name="Text Placeholder 2"/>
          <p:cNvSpPr>
            <a:spLocks noGrp="1"/>
          </p:cNvSpPr>
          <p:nvPr>
            <p:ph type="body" idx="1"/>
          </p:nvPr>
        </p:nvSpPr>
        <p:spPr>
          <a:xfrm>
            <a:off x="839788" y="1681163"/>
            <a:ext cx="5157787"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0" name="Content Placeholder 3"/>
          <p:cNvSpPr>
            <a:spLocks noGrp="1"/>
          </p:cNvSpPr>
          <p:nvPr>
            <p:ph sz="half" idx="2"/>
          </p:nvPr>
        </p:nvSpPr>
        <p:spPr>
          <a:xfrm>
            <a:off x="839788" y="2505075"/>
            <a:ext cx="5157787"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1" name="Text Placeholder 4"/>
          <p:cNvSpPr>
            <a:spLocks noGrp="1"/>
          </p:cNvSpPr>
          <p:nvPr>
            <p:ph type="body" sz="quarter" idx="3"/>
          </p:nvPr>
        </p:nvSpPr>
        <p:spPr>
          <a:xfrm>
            <a:off x="6172200" y="1681163"/>
            <a:ext cx="5183188"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2" name="Content Placeholder 5"/>
          <p:cNvSpPr>
            <a:spLocks noGrp="1"/>
          </p:cNvSpPr>
          <p:nvPr>
            <p:ph sz="quarter" idx="4"/>
          </p:nvPr>
        </p:nvSpPr>
        <p:spPr>
          <a:xfrm>
            <a:off x="6172200" y="2505075"/>
            <a:ext cx="5183188"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3" name="Date Placeholder 6"/>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44" name="Footer Placeholder 7"/>
          <p:cNvSpPr>
            <a:spLocks noGrp="1"/>
          </p:cNvSpPr>
          <p:nvPr>
            <p:ph type="ftr" sz="quarter" idx="11"/>
          </p:nvPr>
        </p:nvSpPr>
        <p:spPr>
          <a:xfrm>
            <a:off x="4038600" y="6356350"/>
            <a:ext cx="4114800" cy="365125"/>
          </a:xfrm>
          <a:prstGeom prst="rect"/>
        </p:spPr>
        <p:txBody>
          <a:bodyPr/>
          <a:p>
            <a:endParaRPr lang="en-US"/>
          </a:p>
        </p:txBody>
      </p:sp>
      <p:sp>
        <p:nvSpPr>
          <p:cNvPr id="1048645" name="Slide Number Placeholder 8"/>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7" name=""/>
        <p:cNvGrpSpPr/>
        <p:nvPr/>
      </p:nvGrpSpPr>
      <p:grpSpPr>
        <a:xfrm>
          <a:off x="0" y="0"/>
          <a:ext cx="0" cy="0"/>
          <a:chOff x="0" y="0"/>
          <a:chExt cx="0" cy="0"/>
        </a:xfrm>
      </p:grpSpPr>
      <p:sp>
        <p:nvSpPr>
          <p:cNvPr id="1048602"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03" name="Date Placeholder 2"/>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04" name="Footer Placeholder 3"/>
          <p:cNvSpPr>
            <a:spLocks noGrp="1"/>
          </p:cNvSpPr>
          <p:nvPr>
            <p:ph type="ftr" sz="quarter" idx="11"/>
          </p:nvPr>
        </p:nvSpPr>
        <p:spPr>
          <a:xfrm>
            <a:off x="4038600" y="6356350"/>
            <a:ext cx="4114800" cy="365125"/>
          </a:xfrm>
          <a:prstGeom prst="rect"/>
        </p:spPr>
        <p:txBody>
          <a:bodyPr/>
          <a:p>
            <a:endParaRPr lang="en-US"/>
          </a:p>
        </p:txBody>
      </p:sp>
      <p:sp>
        <p:nvSpPr>
          <p:cNvPr id="1048605" name="Slide Number Placeholder 4"/>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5" name=""/>
        <p:cNvGrpSpPr/>
        <p:nvPr/>
      </p:nvGrpSpPr>
      <p:grpSpPr>
        <a:xfrm>
          <a:off x="0" y="0"/>
          <a:ext cx="0" cy="0"/>
          <a:chOff x="0" y="0"/>
          <a:chExt cx="0" cy="0"/>
        </a:xfrm>
      </p:grpSpPr>
      <p:sp>
        <p:nvSpPr>
          <p:cNvPr id="1048646" name="Date Placeholder 1"/>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47" name="Footer Placeholder 2"/>
          <p:cNvSpPr>
            <a:spLocks noGrp="1"/>
          </p:cNvSpPr>
          <p:nvPr>
            <p:ph type="ftr" sz="quarter" idx="11"/>
          </p:nvPr>
        </p:nvSpPr>
        <p:spPr>
          <a:xfrm>
            <a:off x="4038600" y="6356350"/>
            <a:ext cx="4114800" cy="365125"/>
          </a:xfrm>
          <a:prstGeom prst="rect"/>
        </p:spPr>
        <p:txBody>
          <a:bodyPr/>
          <a:p>
            <a:endParaRPr lang="en-US"/>
          </a:p>
        </p:txBody>
      </p:sp>
      <p:sp>
        <p:nvSpPr>
          <p:cNvPr id="1048648" name="Slide Number Placeholder 3"/>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6" name=""/>
        <p:cNvGrpSpPr/>
        <p:nvPr/>
      </p:nvGrpSpPr>
      <p:grpSpPr>
        <a:xfrm>
          <a:off x="0" y="0"/>
          <a:ext cx="0" cy="0"/>
          <a:chOff x="0" y="0"/>
          <a:chExt cx="0" cy="0"/>
        </a:xfrm>
      </p:grpSpPr>
      <p:sp>
        <p:nvSpPr>
          <p:cNvPr id="1048649"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50" name="Content Placeholder 2"/>
          <p:cNvSpPr>
            <a:spLocks noGrp="1"/>
          </p:cNvSpPr>
          <p:nvPr>
            <p:ph idx="1"/>
          </p:nvPr>
        </p:nvSpPr>
        <p:spPr>
          <a:xfrm>
            <a:off x="5183188" y="987425"/>
            <a:ext cx="6172200" cy="4873625"/>
          </a:xfrm>
          <a:prstGeom prst="rect"/>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1"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2"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53" name="Footer Placeholder 5"/>
          <p:cNvSpPr>
            <a:spLocks noGrp="1"/>
          </p:cNvSpPr>
          <p:nvPr>
            <p:ph type="ftr" sz="quarter" idx="11"/>
          </p:nvPr>
        </p:nvSpPr>
        <p:spPr>
          <a:xfrm>
            <a:off x="4038600" y="6356350"/>
            <a:ext cx="4114800" cy="365125"/>
          </a:xfrm>
          <a:prstGeom prst="rect"/>
        </p:spPr>
        <p:txBody>
          <a:bodyPr/>
          <a:p>
            <a:endParaRPr lang="en-US"/>
          </a:p>
        </p:txBody>
      </p:sp>
      <p:sp>
        <p:nvSpPr>
          <p:cNvPr id="1048654"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0" name=""/>
        <p:cNvGrpSpPr/>
        <p:nvPr/>
      </p:nvGrpSpPr>
      <p:grpSpPr>
        <a:xfrm>
          <a:off x="0" y="0"/>
          <a:ext cx="0" cy="0"/>
          <a:chOff x="0" y="0"/>
          <a:chExt cx="0" cy="0"/>
        </a:xfrm>
      </p:grpSpPr>
      <p:sp>
        <p:nvSpPr>
          <p:cNvPr id="1048616"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17" name="Picture Placeholder 2"/>
          <p:cNvSpPr>
            <a:spLocks noGrp="1"/>
          </p:cNvSpPr>
          <p:nvPr>
            <p:ph type="pic" idx="1"/>
          </p:nvPr>
        </p:nvSpPr>
        <p:spPr>
          <a:xfrm>
            <a:off x="5183188" y="987425"/>
            <a:ext cx="6172200" cy="4873625"/>
          </a:xfrm>
          <a:prstGeom prst="rect"/>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18"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19"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20" name="Footer Placeholder 5"/>
          <p:cNvSpPr>
            <a:spLocks noGrp="1"/>
          </p:cNvSpPr>
          <p:nvPr>
            <p:ph type="ftr" sz="quarter" idx="11"/>
          </p:nvPr>
        </p:nvSpPr>
        <p:spPr>
          <a:xfrm>
            <a:off x="4038600" y="6356350"/>
            <a:ext cx="4114800" cy="365125"/>
          </a:xfrm>
          <a:prstGeom prst="rect"/>
        </p:spPr>
        <p:txBody>
          <a:bodyPr/>
          <a:p>
            <a:endParaRPr lang="en-US"/>
          </a:p>
        </p:txBody>
      </p:sp>
      <p:sp>
        <p:nvSpPr>
          <p:cNvPr id="1048621"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1" name=""/>
        <p:cNvGrpSpPr/>
        <p:nvPr/>
      </p:nvGrpSpPr>
      <p:grpSpPr>
        <a:xfrm>
          <a:off x="0" y="0"/>
          <a:ext cx="0" cy="0"/>
          <a:chOff x="0" y="0"/>
          <a:chExt cx="0" cy="0"/>
        </a:xfrm>
      </p:grpSpPr>
      <p:sp>
        <p:nvSpPr>
          <p:cNvPr id="1048622"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23" name="Vertical Text Placeholder 2"/>
          <p:cNvSpPr>
            <a:spLocks noGrp="1"/>
          </p:cNvSpPr>
          <p:nvPr>
            <p:ph type="body" orient="vert" idx="1"/>
          </p:nvPr>
        </p:nvSpPr>
        <p:spPr>
          <a:xfrm>
            <a:off x="838200" y="1825625"/>
            <a:ext cx="10515600" cy="43513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4"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25" name="Footer Placeholder 4"/>
          <p:cNvSpPr>
            <a:spLocks noGrp="1"/>
          </p:cNvSpPr>
          <p:nvPr>
            <p:ph type="ftr" sz="quarter" idx="11"/>
          </p:nvPr>
        </p:nvSpPr>
        <p:spPr>
          <a:xfrm>
            <a:off x="4038600" y="6356350"/>
            <a:ext cx="4114800" cy="365125"/>
          </a:xfrm>
          <a:prstGeom prst="rect"/>
        </p:spPr>
        <p:txBody>
          <a:bodyPr/>
          <a:p>
            <a:endParaRPr lang="en-US"/>
          </a:p>
        </p:txBody>
      </p:sp>
      <p:sp>
        <p:nvSpPr>
          <p:cNvPr id="1048626"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8" name=""/>
        <p:cNvGrpSpPr/>
        <p:nvPr/>
      </p:nvGrpSpPr>
      <p:grpSpPr>
        <a:xfrm>
          <a:off x="0" y="0"/>
          <a:ext cx="0" cy="0"/>
          <a:chOff x="0" y="0"/>
          <a:chExt cx="0" cy="0"/>
        </a:xfrm>
      </p:grpSpPr>
      <p:sp>
        <p:nvSpPr>
          <p:cNvPr id="1048606" name="Vertical Title 1"/>
          <p:cNvSpPr>
            <a:spLocks noGrp="1"/>
          </p:cNvSpPr>
          <p:nvPr>
            <p:ph type="title" orient="vert"/>
          </p:nvPr>
        </p:nvSpPr>
        <p:spPr>
          <a:xfrm>
            <a:off x="8724900" y="365125"/>
            <a:ext cx="2628900" cy="5811838"/>
          </a:xfrm>
          <a:prstGeom prst="rect"/>
        </p:spPr>
        <p:txBody>
          <a:bodyPr vert="eaVert"/>
          <a:p>
            <a:r>
              <a:rPr lang="en-US"/>
              <a:t>Click to edit Master title style</a:t>
            </a:r>
          </a:p>
        </p:txBody>
      </p:sp>
      <p:sp>
        <p:nvSpPr>
          <p:cNvPr id="1048607" name="Vertical Text Placeholder 2"/>
          <p:cNvSpPr>
            <a:spLocks noGrp="1"/>
          </p:cNvSpPr>
          <p:nvPr>
            <p:ph type="body" orient="vert" idx="1"/>
          </p:nvPr>
        </p:nvSpPr>
        <p:spPr>
          <a:xfrm>
            <a:off x="838200" y="365125"/>
            <a:ext cx="7734300" cy="58118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8"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1/11/2026</a:t>
            </a:fld>
            <a:endParaRPr lang="en-US"/>
          </a:p>
        </p:txBody>
      </p:sp>
      <p:sp>
        <p:nvSpPr>
          <p:cNvPr id="1048609"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0"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3" name=""/>
        <p:cNvGrpSpPr/>
        <p:nvPr/>
      </p:nvGrpSpPr>
      <p:grpSpPr>
        <a:xfrm>
          <a:off x="0" y="0"/>
          <a:ext cx="0" cy="0"/>
          <a:chOff x="0" y="0"/>
          <a:chExt cx="0" cy="0"/>
        </a:xfrm>
      </p:grpSpPr>
      <p:sp>
        <p:nvSpPr>
          <p:cNvPr id="1048576" name="Rectangle 1"/>
          <p:cNvSpPr/>
          <p:nvPr userDrawn="1"/>
        </p:nvSpPr>
        <p:spPr>
          <a:xfrm>
            <a:off x="0" y="0"/>
            <a:ext cx="12191998" cy="1280156"/>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52" name="Picture 14"/>
          <p:cNvPicPr>
            <a:picLocks noChangeAspect="1"/>
          </p:cNvPicPr>
          <p:nvPr userDrawn="1"/>
        </p:nvPicPr>
        <p:blipFill>
          <a:blip xmlns:r="http://schemas.openxmlformats.org/officeDocument/2006/relationships" r:embed="rId12"/>
          <a:stretch>
            <a:fillRect/>
          </a:stretch>
        </p:blipFill>
        <p:spPr>
          <a:xfrm>
            <a:off x="9006884" y="74822"/>
            <a:ext cx="1043154" cy="1043154"/>
          </a:xfrm>
          <a:prstGeom prst="rect"/>
        </p:spPr>
      </p:pic>
      <p:pic>
        <p:nvPicPr>
          <p:cNvPr id="2097153" name="Picture 15"/>
          <p:cNvPicPr>
            <a:picLocks noChangeAspect="1"/>
          </p:cNvPicPr>
          <p:nvPr userDrawn="1"/>
        </p:nvPicPr>
        <p:blipFill>
          <a:blip xmlns:r="http://schemas.openxmlformats.org/officeDocument/2006/relationships" r:embed="rId13"/>
          <a:stretch>
            <a:fillRect/>
          </a:stretch>
        </p:blipFill>
        <p:spPr>
          <a:xfrm>
            <a:off x="10947316" y="123390"/>
            <a:ext cx="884047" cy="884047"/>
          </a:xfrm>
          <a:prstGeom prst="rect"/>
        </p:spPr>
      </p:pic>
      <p:pic>
        <p:nvPicPr>
          <p:cNvPr id="2097154" name="Picture 16"/>
          <p:cNvPicPr>
            <a:picLocks noChangeAspect="1"/>
          </p:cNvPicPr>
          <p:nvPr userDrawn="1"/>
        </p:nvPicPr>
        <p:blipFill>
          <a:blip xmlns:r="http://schemas.openxmlformats.org/officeDocument/2006/relationships" r:embed="rId14"/>
          <a:stretch>
            <a:fillRect/>
          </a:stretch>
        </p:blipFill>
        <p:spPr>
          <a:xfrm>
            <a:off x="10127893" y="192303"/>
            <a:ext cx="785940" cy="785940"/>
          </a:xfrm>
          <a:prstGeom prst="rect"/>
        </p:spPr>
      </p:pic>
      <p:sp>
        <p:nvSpPr>
          <p:cNvPr id="1048577" name="TextBox 17"/>
          <p:cNvSpPr txBox="1"/>
          <p:nvPr userDrawn="1"/>
        </p:nvSpPr>
        <p:spPr>
          <a:xfrm>
            <a:off x="2575249" y="27424"/>
            <a:ext cx="5998348" cy="646331"/>
          </a:xfrm>
          <a:prstGeom prst="rect"/>
          <a:noFill/>
        </p:spPr>
        <p:txBody>
          <a:bodyPr rtlCol="0" wrap="square">
            <a:spAutoFit/>
          </a:bodyPr>
          <a:p>
            <a:r>
              <a:rPr b="1" dirty="0" lang="en-US">
                <a:solidFill>
                  <a:schemeClr val="bg1"/>
                </a:solidFill>
                <a:latin typeface="Gordita "/>
              </a:rPr>
              <a:t>55</a:t>
            </a:r>
            <a:r>
              <a:rPr baseline="30000" b="1" dirty="0" lang="en-US">
                <a:solidFill>
                  <a:schemeClr val="bg1"/>
                </a:solidFill>
                <a:latin typeface="Gordita "/>
              </a:rPr>
              <a:t>th</a:t>
            </a:r>
            <a:r>
              <a:rPr b="1" dirty="0" lang="en-US">
                <a:solidFill>
                  <a:schemeClr val="bg1"/>
                </a:solidFill>
                <a:latin typeface="Gordita "/>
              </a:rPr>
              <a:t>   Annual Conference of </a:t>
            </a:r>
          </a:p>
          <a:p>
            <a:r>
              <a:rPr b="1" dirty="0" lang="en-US">
                <a:solidFill>
                  <a:schemeClr val="bg1"/>
                </a:solidFill>
                <a:latin typeface="Gordita "/>
              </a:rPr>
              <a:t>Orthopedic Surgeon Society of Andhra Pradesh</a:t>
            </a:r>
          </a:p>
        </p:txBody>
      </p:sp>
      <p:sp>
        <p:nvSpPr>
          <p:cNvPr id="1048578" name="TextBox 18"/>
          <p:cNvSpPr txBox="1"/>
          <p:nvPr userDrawn="1"/>
        </p:nvSpPr>
        <p:spPr>
          <a:xfrm>
            <a:off x="2601218" y="653897"/>
            <a:ext cx="6307494" cy="276999"/>
          </a:xfrm>
          <a:prstGeom prst="rect"/>
          <a:noFill/>
        </p:spPr>
        <p:txBody>
          <a:bodyPr rtlCol="0" wrap="square">
            <a:spAutoFit/>
          </a:bodyPr>
          <a:p>
            <a:r>
              <a:rPr b="1" dirty="0" sz="1200" lang="en-US">
                <a:solidFill>
                  <a:schemeClr val="bg1"/>
                </a:solidFill>
                <a:latin typeface="Gordita "/>
              </a:rPr>
              <a:t>Date 6 – 8 February,2026, Venue : Kurnool Medical College</a:t>
            </a:r>
          </a:p>
        </p:txBody>
      </p:sp>
      <p:sp>
        <p:nvSpPr>
          <p:cNvPr id="1048579" name="TextBox 19"/>
          <p:cNvSpPr txBox="1"/>
          <p:nvPr userDrawn="1"/>
        </p:nvSpPr>
        <p:spPr>
          <a:xfrm>
            <a:off x="2575249" y="913340"/>
            <a:ext cx="7114032" cy="276999"/>
          </a:xfrm>
          <a:prstGeom prst="rect"/>
          <a:noFill/>
        </p:spPr>
        <p:txBody>
          <a:bodyPr rtlCol="0" wrap="square">
            <a:spAutoFit/>
          </a:bodyPr>
          <a:p>
            <a:r>
              <a:rPr b="1" dirty="0" sz="1200" lang="en-US">
                <a:solidFill>
                  <a:schemeClr val="bg1"/>
                </a:solidFill>
                <a:latin typeface="Gordita "/>
              </a:rPr>
              <a:t>Organized by : Department of </a:t>
            </a:r>
            <a:r>
              <a:rPr b="1" dirty="0" sz="1200" lang="en-US" err="1">
                <a:solidFill>
                  <a:schemeClr val="bg1"/>
                </a:solidFill>
                <a:latin typeface="Gordita "/>
              </a:rPr>
              <a:t>Orthopaedics</a:t>
            </a:r>
            <a:r>
              <a:rPr b="1" dirty="0" sz="1200" lang="en-US">
                <a:solidFill>
                  <a:schemeClr val="bg1"/>
                </a:solidFill>
                <a:latin typeface="Gordita "/>
              </a:rPr>
              <a:t>, Kurnool Medical College Kurnool</a:t>
            </a:r>
          </a:p>
        </p:txBody>
      </p:sp>
      <p:sp>
        <p:nvSpPr>
          <p:cNvPr id="1048580" name="Freeform 13"/>
          <p:cNvSpPr/>
          <p:nvPr userDrawn="1"/>
        </p:nvSpPr>
        <p:spPr>
          <a:xfrm>
            <a:off x="560814" y="14255"/>
            <a:ext cx="1505561" cy="1280157"/>
          </a:xfrm>
          <a:custGeom>
            <a:avLst/>
            <a:ahLst/>
            <a:rect l="l" t="t" r="r" b="b"/>
            <a:pathLst>
              <a:path w="2254612" h="1957865">
                <a:moveTo>
                  <a:pt x="0" y="0"/>
                </a:moveTo>
                <a:lnTo>
                  <a:pt x="2254612" y="0"/>
                </a:lnTo>
                <a:lnTo>
                  <a:pt x="2254612" y="1957865"/>
                </a:lnTo>
                <a:lnTo>
                  <a:pt x="0" y="1957865"/>
                </a:lnTo>
                <a:lnTo>
                  <a:pt x="0" y="0"/>
                </a:lnTo>
                <a:close/>
              </a:path>
            </a:pathLst>
          </a:custGeom>
          <a:blipFill>
            <a:blip xmlns:r="http://schemas.openxmlformats.org/officeDocument/2006/relationships" r:embed="rId15"/>
            <a:stretch>
              <a:fillRect t="-9937" r="-4895" b="-10857"/>
            </a:stretch>
          </a:blipFill>
        </p:spPr>
        <p:txBody>
          <a:bodyPr/>
          <a:p>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7.jpeg"/><Relationship Id="rId8"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048586" name="Rectangle 13"/>
          <p:cNvSpPr/>
          <p:nvPr/>
        </p:nvSpPr>
        <p:spPr>
          <a:xfrm>
            <a:off x="0" y="0"/>
            <a:ext cx="12191998" cy="1280156"/>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55" name="Picture 14"/>
          <p:cNvPicPr>
            <a:picLocks noChangeAspect="1"/>
          </p:cNvPicPr>
          <p:nvPr/>
        </p:nvPicPr>
        <p:blipFill>
          <a:blip xmlns:r="http://schemas.openxmlformats.org/officeDocument/2006/relationships" r:embed="rId1"/>
          <a:stretch>
            <a:fillRect/>
          </a:stretch>
        </p:blipFill>
        <p:spPr>
          <a:xfrm>
            <a:off x="9006884" y="74822"/>
            <a:ext cx="1043154" cy="1043154"/>
          </a:xfrm>
          <a:prstGeom prst="rect"/>
        </p:spPr>
      </p:pic>
      <p:pic>
        <p:nvPicPr>
          <p:cNvPr id="2097156" name="Picture 15"/>
          <p:cNvPicPr>
            <a:picLocks noChangeAspect="1"/>
          </p:cNvPicPr>
          <p:nvPr/>
        </p:nvPicPr>
        <p:blipFill>
          <a:blip xmlns:r="http://schemas.openxmlformats.org/officeDocument/2006/relationships" r:embed="rId2"/>
          <a:stretch>
            <a:fillRect/>
          </a:stretch>
        </p:blipFill>
        <p:spPr>
          <a:xfrm>
            <a:off x="10947316" y="123390"/>
            <a:ext cx="884047" cy="884047"/>
          </a:xfrm>
          <a:prstGeom prst="rect"/>
        </p:spPr>
      </p:pic>
      <p:pic>
        <p:nvPicPr>
          <p:cNvPr id="2097157" name="Picture 16"/>
          <p:cNvPicPr>
            <a:picLocks noChangeAspect="1"/>
          </p:cNvPicPr>
          <p:nvPr/>
        </p:nvPicPr>
        <p:blipFill>
          <a:blip xmlns:r="http://schemas.openxmlformats.org/officeDocument/2006/relationships" r:embed="rId3"/>
          <a:stretch>
            <a:fillRect/>
          </a:stretch>
        </p:blipFill>
        <p:spPr>
          <a:xfrm>
            <a:off x="10127893" y="192303"/>
            <a:ext cx="785940" cy="785940"/>
          </a:xfrm>
          <a:prstGeom prst="rect"/>
        </p:spPr>
      </p:pic>
      <p:sp>
        <p:nvSpPr>
          <p:cNvPr id="1048587" name="TextBox 17"/>
          <p:cNvSpPr txBox="1"/>
          <p:nvPr/>
        </p:nvSpPr>
        <p:spPr>
          <a:xfrm>
            <a:off x="2575249" y="27424"/>
            <a:ext cx="5998348" cy="370840"/>
          </a:xfrm>
          <a:prstGeom prst="rect"/>
          <a:noFill/>
        </p:spPr>
        <p:txBody>
          <a:bodyPr rtlCol="0" wrap="square">
            <a:spAutoFit/>
          </a:bodyPr>
          <a:p>
            <a:r>
              <a:rPr b="1" dirty="0" sz="900" lang="en-US">
                <a:solidFill>
                  <a:schemeClr val="bg1"/>
                </a:solidFill>
                <a:latin typeface="Gordita "/>
              </a:rPr>
              <a:t>55</a:t>
            </a:r>
            <a:r>
              <a:rPr baseline="30000" b="1" dirty="0" sz="900" lang="en-US">
                <a:solidFill>
                  <a:schemeClr val="bg1"/>
                </a:solidFill>
                <a:latin typeface="Gordita "/>
              </a:rPr>
              <a:t>th</a:t>
            </a:r>
            <a:r>
              <a:rPr b="1" dirty="0" sz="900" lang="en-US">
                <a:solidFill>
                  <a:schemeClr val="bg1"/>
                </a:solidFill>
                <a:latin typeface="Gordita "/>
              </a:rPr>
              <a:t>   Annual Conference of </a:t>
            </a:r>
            <a:endParaRPr b="1" dirty="0" sz="900" lang="en-US">
              <a:solidFill>
                <a:schemeClr val="bg1"/>
              </a:solidFill>
              <a:latin typeface="Gordita "/>
            </a:endParaRPr>
          </a:p>
          <a:p>
            <a:r>
              <a:rPr b="1" dirty="0" sz="900" lang="en-US">
                <a:solidFill>
                  <a:schemeClr val="bg1"/>
                </a:solidFill>
                <a:latin typeface="Gordita "/>
              </a:rPr>
              <a:t>Orthopedic Surgeon Society of Andhra Pradesh</a:t>
            </a:r>
            <a:endParaRPr b="1" dirty="0" sz="900" lang="en-US">
              <a:solidFill>
                <a:schemeClr val="bg1"/>
              </a:solidFill>
              <a:latin typeface="Gordita "/>
            </a:endParaRPr>
          </a:p>
        </p:txBody>
      </p:sp>
      <p:sp>
        <p:nvSpPr>
          <p:cNvPr id="1048588" name="TextBox 19"/>
          <p:cNvSpPr txBox="1"/>
          <p:nvPr/>
        </p:nvSpPr>
        <p:spPr>
          <a:xfrm>
            <a:off x="2575249" y="289299"/>
            <a:ext cx="7114032" cy="218441"/>
          </a:xfrm>
          <a:prstGeom prst="rect"/>
          <a:noFill/>
        </p:spPr>
        <p:txBody>
          <a:bodyPr rtlCol="0" wrap="square">
            <a:spAutoFit/>
          </a:bodyPr>
          <a:p>
            <a:r>
              <a:rPr altLang="en-IN" b="1" dirty="0" sz="900" lang="en-US">
                <a:solidFill>
                  <a:schemeClr val="bg1"/>
                </a:solidFill>
                <a:latin typeface="Gordita "/>
              </a:rPr>
              <a:t> </a:t>
            </a:r>
            <a:r>
              <a:rPr altLang="en-IN" b="1" dirty="0" sz="900" lang="en-US">
                <a:solidFill>
                  <a:schemeClr val="bg1"/>
                </a:solidFill>
                <a:latin typeface="Gordita "/>
              </a:rPr>
              <a:t> </a:t>
            </a:r>
            <a:r>
              <a:rPr b="1" dirty="0" sz="900" lang="en-US">
                <a:solidFill>
                  <a:schemeClr val="bg1"/>
                </a:solidFill>
                <a:latin typeface="Gordita "/>
              </a:rPr>
              <a:t>Organized by : Department of </a:t>
            </a:r>
            <a:r>
              <a:rPr b="1" dirty="0" sz="900" lang="en-US" err="1">
                <a:solidFill>
                  <a:schemeClr val="bg1"/>
                </a:solidFill>
                <a:latin typeface="Gordita "/>
              </a:rPr>
              <a:t>Orthopaedics</a:t>
            </a:r>
            <a:r>
              <a:rPr b="1" dirty="0" sz="900" lang="en-US">
                <a:solidFill>
                  <a:schemeClr val="bg1"/>
                </a:solidFill>
                <a:latin typeface="Gordita "/>
              </a:rPr>
              <a:t>, Kurnool Medical College Kurnool</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r>
              <a:rPr altLang="en-IN" b="1" dirty="0" sz="900" lang="en-US">
                <a:solidFill>
                  <a:schemeClr val="bg1"/>
                </a:solidFill>
                <a:latin typeface="Gordita "/>
              </a:rPr>
              <a:t> </a:t>
            </a:r>
            <a:endParaRPr b="1" dirty="0" sz="900" lang="en-US">
              <a:solidFill>
                <a:schemeClr val="bg1"/>
              </a:solidFill>
              <a:latin typeface="Gordita "/>
            </a:endParaRPr>
          </a:p>
        </p:txBody>
      </p:sp>
      <p:sp>
        <p:nvSpPr>
          <p:cNvPr id="1048589" name="Freeform 13"/>
          <p:cNvSpPr/>
          <p:nvPr/>
        </p:nvSpPr>
        <p:spPr>
          <a:xfrm>
            <a:off x="560814" y="14255"/>
            <a:ext cx="1505561" cy="1280157"/>
          </a:xfrm>
          <a:custGeom>
            <a:avLst/>
            <a:ahLst/>
            <a:rect l="l" t="t" r="r" b="b"/>
            <a:pathLst>
              <a:path w="2254612" h="1957865">
                <a:moveTo>
                  <a:pt x="0" y="0"/>
                </a:moveTo>
                <a:lnTo>
                  <a:pt x="2254612" y="0"/>
                </a:lnTo>
                <a:lnTo>
                  <a:pt x="2254612" y="1957865"/>
                </a:lnTo>
                <a:lnTo>
                  <a:pt x="0" y="1957865"/>
                </a:lnTo>
                <a:lnTo>
                  <a:pt x="0" y="0"/>
                </a:lnTo>
                <a:close/>
              </a:path>
            </a:pathLst>
          </a:custGeom>
          <a:blipFill>
            <a:blip xmlns:r="http://schemas.openxmlformats.org/officeDocument/2006/relationships" r:embed="rId4"/>
            <a:stretch>
              <a:fillRect t="-9937" r="-4895" b="-10857"/>
            </a:stretch>
          </a:blipFill>
        </p:spPr>
        <p:txBody>
          <a:bodyPr/>
          <a:p>
            <a:endParaRPr lang="en-US"/>
          </a:p>
        </p:txBody>
      </p:sp>
      <p:sp>
        <p:nvSpPr>
          <p:cNvPr id="1048590" name="Rectangle 5"/>
          <p:cNvSpPr/>
          <p:nvPr/>
        </p:nvSpPr>
        <p:spPr>
          <a:xfrm>
            <a:off x="0" y="5171704"/>
            <a:ext cx="3141214" cy="1795906"/>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800" lang="en-US">
                <a:solidFill>
                  <a:schemeClr val="tx1"/>
                </a:solidFill>
              </a:rPr>
              <a:t>A 32-year-old male presented to casualty with alleged history of road traffic accident sustaining injury to the left hip and inability to bear weight. Clinical examination revealed swelling, warmth, tenderness over the left hip with limb shortening. The left lower limb was positioned in flexion, adduction, and internal rotation with restricted range of movements. Distal neurovascular status was intact with no deficits. X-ray and CT pelvis with both hips showed fracture of head of left femur (Pipkin Type II) with posterior dislocation of left hip (Thompson and Epstein Type V).</a:t>
            </a:r>
            <a:endParaRPr dirty="0" sz="800" lang="en-US">
              <a:solidFill>
                <a:schemeClr val="tx1"/>
              </a:solidFill>
            </a:endParaRPr>
          </a:p>
        </p:txBody>
      </p:sp>
      <p:sp>
        <p:nvSpPr>
          <p:cNvPr id="1048591" name="Rectangle 6"/>
          <p:cNvSpPr/>
          <p:nvPr/>
        </p:nvSpPr>
        <p:spPr>
          <a:xfrm>
            <a:off x="3137836" y="1477475"/>
            <a:ext cx="3185962" cy="5577842"/>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l">
              <a:lnSpc>
                <a:spcPct val="100000"/>
              </a:lnSpc>
            </a:pPr>
            <a:r>
              <a:rPr dirty="0" sz="800" lang="en-US">
                <a:solidFill>
                  <a:schemeClr val="tx1"/>
                </a:solidFill>
              </a:rPr>
              <a:t>The patient was taken up for surgery under spinal</a:t>
            </a:r>
            <a:r>
              <a:rPr altLang="en-IN" dirty="0" sz="800" lang="en-US">
                <a:solidFill>
                  <a:schemeClr val="tx1"/>
                </a:solidFill>
              </a:rPr>
              <a:t> </a:t>
            </a:r>
            <a:r>
              <a:rPr dirty="0" sz="800" lang="en-US">
                <a:solidFill>
                  <a:schemeClr val="tx1"/>
                </a:solidFill>
              </a:rPr>
              <a:t>anesthesia and positioned in lateral decubitus position with the affected limb draped freely.</a:t>
            </a:r>
            <a:endParaRPr dirty="0" sz="800" lang="en-US">
              <a:solidFill>
                <a:schemeClr val="tx1"/>
              </a:solidFill>
            </a:endParaRPr>
          </a:p>
          <a:p>
            <a:pPr algn="l">
              <a:lnSpc>
                <a:spcPct val="100000"/>
              </a:lnSpc>
            </a:pPr>
            <a:r>
              <a:rPr dirty="0" sz="800" lang="en-US">
                <a:solidFill>
                  <a:schemeClr val="tx1"/>
                </a:solidFill>
              </a:rPr>
              <a:t>A posterior approach to the hip was used through the Southern (Moore) approach.</a:t>
            </a:r>
            <a:endParaRPr dirty="0" sz="800" lang="en-US">
              <a:solidFill>
                <a:schemeClr val="tx1"/>
              </a:solidFill>
            </a:endParaRPr>
          </a:p>
          <a:p>
            <a:pPr algn="l">
              <a:lnSpc>
                <a:spcPct val="100000"/>
              </a:lnSpc>
            </a:pPr>
            <a:r>
              <a:rPr dirty="0" sz="800" lang="en-US">
                <a:solidFill>
                  <a:schemeClr val="tx1"/>
                </a:solidFill>
              </a:rPr>
              <a:t>Skin incision was made centered over the posterior aspect of the greater trochanter extending proximally and distally.</a:t>
            </a:r>
            <a:endParaRPr dirty="0" sz="800" lang="en-US">
              <a:solidFill>
                <a:schemeClr val="tx1"/>
              </a:solidFill>
            </a:endParaRPr>
          </a:p>
          <a:p>
            <a:pPr algn="l">
              <a:lnSpc>
                <a:spcPct val="100000"/>
              </a:lnSpc>
            </a:pPr>
            <a:r>
              <a:rPr dirty="0" sz="800" lang="en-US">
                <a:solidFill>
                  <a:schemeClr val="tx1"/>
                </a:solidFill>
              </a:rPr>
              <a:t>Subcutaneous tissue and fascia lata were incised in line with the skin incision.</a:t>
            </a:r>
            <a:endParaRPr dirty="0" sz="800" lang="en-US">
              <a:solidFill>
                <a:schemeClr val="tx1"/>
              </a:solidFill>
            </a:endParaRPr>
          </a:p>
          <a:p>
            <a:pPr algn="l">
              <a:lnSpc>
                <a:spcPct val="100000"/>
              </a:lnSpc>
            </a:pPr>
            <a:r>
              <a:rPr dirty="0" sz="800" lang="en-US">
                <a:solidFill>
                  <a:schemeClr val="tx1"/>
                </a:solidFill>
              </a:rPr>
              <a:t>Gluteus maximus fibers were split along the direction of muscle fibers to expose the deeper structures.</a:t>
            </a:r>
            <a:endParaRPr dirty="0" sz="800" lang="en-US">
              <a:solidFill>
                <a:schemeClr val="tx1"/>
              </a:solidFill>
            </a:endParaRPr>
          </a:p>
          <a:p>
            <a:pPr algn="l">
              <a:lnSpc>
                <a:spcPct val="100000"/>
              </a:lnSpc>
            </a:pPr>
            <a:r>
              <a:rPr dirty="0" sz="800" lang="en-US">
                <a:solidFill>
                  <a:schemeClr val="tx1"/>
                </a:solidFill>
              </a:rPr>
              <a:t>The short external rotators (piriformis, obturator internus, gemelli) were identified and tagged with sutures for later repair.</a:t>
            </a:r>
            <a:endParaRPr dirty="0" sz="800" lang="en-US">
              <a:solidFill>
                <a:schemeClr val="tx1"/>
              </a:solidFill>
            </a:endParaRPr>
          </a:p>
          <a:p>
            <a:pPr algn="l">
              <a:lnSpc>
                <a:spcPct val="100000"/>
              </a:lnSpc>
            </a:pPr>
            <a:r>
              <a:rPr dirty="0" sz="800" lang="en-US">
                <a:solidFill>
                  <a:schemeClr val="tx1"/>
                </a:solidFill>
              </a:rPr>
              <a:t>The sciatic nerve was identified and protected throughout the procedure.</a:t>
            </a:r>
            <a:endParaRPr dirty="0" sz="800" lang="en-US">
              <a:solidFill>
                <a:schemeClr val="tx1"/>
              </a:solidFill>
            </a:endParaRPr>
          </a:p>
          <a:p>
            <a:pPr algn="l">
              <a:lnSpc>
                <a:spcPct val="100000"/>
              </a:lnSpc>
            </a:pPr>
            <a:r>
              <a:rPr dirty="0" sz="800" lang="en-US">
                <a:solidFill>
                  <a:schemeClr val="tx1"/>
                </a:solidFill>
              </a:rPr>
              <a:t>The posterior capsule of the hip joint was exposed and found to be torn due to the dislocation.</a:t>
            </a:r>
            <a:endParaRPr dirty="0" sz="800" lang="en-US">
              <a:solidFill>
                <a:schemeClr val="tx1"/>
              </a:solidFill>
            </a:endParaRPr>
          </a:p>
          <a:p>
            <a:pPr algn="l">
              <a:lnSpc>
                <a:spcPct val="100000"/>
              </a:lnSpc>
            </a:pPr>
            <a:r>
              <a:rPr dirty="0" sz="800" lang="en-US">
                <a:solidFill>
                  <a:schemeClr val="tx1"/>
                </a:solidFill>
              </a:rPr>
              <a:t>Capsulotomy was performed and the hip joint was entered.</a:t>
            </a:r>
            <a:endParaRPr dirty="0" sz="800" lang="en-US">
              <a:solidFill>
                <a:schemeClr val="tx1"/>
              </a:solidFill>
            </a:endParaRPr>
          </a:p>
          <a:p>
            <a:pPr algn="l">
              <a:lnSpc>
                <a:spcPct val="100000"/>
              </a:lnSpc>
            </a:pPr>
            <a:r>
              <a:rPr dirty="0" sz="800" lang="en-US">
                <a:solidFill>
                  <a:schemeClr val="tx1"/>
                </a:solidFill>
              </a:rPr>
              <a:t>The femoral head was found to be dislocated posteriorly with associated fracture fragment.</a:t>
            </a:r>
            <a:endParaRPr dirty="0" sz="800" lang="en-US">
              <a:solidFill>
                <a:schemeClr val="tx1"/>
              </a:solidFill>
            </a:endParaRPr>
          </a:p>
          <a:p>
            <a:pPr algn="l">
              <a:lnSpc>
                <a:spcPct val="100000"/>
              </a:lnSpc>
            </a:pPr>
            <a:r>
              <a:rPr dirty="0" sz="800" lang="en-US">
                <a:solidFill>
                  <a:schemeClr val="tx1"/>
                </a:solidFill>
              </a:rPr>
              <a:t>The femoral head fracture fragment corresponding to Pipkin Type II was visualized within the joint.</a:t>
            </a:r>
            <a:endParaRPr dirty="0" sz="800" lang="en-US">
              <a:solidFill>
                <a:schemeClr val="tx1"/>
              </a:solidFill>
            </a:endParaRPr>
          </a:p>
          <a:p>
            <a:pPr algn="l">
              <a:lnSpc>
                <a:spcPct val="100000"/>
              </a:lnSpc>
            </a:pPr>
            <a:r>
              <a:rPr dirty="0" sz="800" lang="en-US">
                <a:solidFill>
                  <a:schemeClr val="tx1"/>
                </a:solidFill>
              </a:rPr>
              <a:t>There was cartilage damage noted over the femoral head fragment and acetabular surface was inspected for any loose fragments.</a:t>
            </a:r>
            <a:endParaRPr dirty="0" sz="800" lang="en-US">
              <a:solidFill>
                <a:schemeClr val="tx1"/>
              </a:solidFill>
            </a:endParaRPr>
          </a:p>
          <a:p>
            <a:pPr algn="l">
              <a:lnSpc>
                <a:spcPct val="100000"/>
              </a:lnSpc>
            </a:pPr>
            <a:r>
              <a:rPr dirty="0" sz="800" lang="en-US">
                <a:solidFill>
                  <a:schemeClr val="tx1"/>
                </a:solidFill>
              </a:rPr>
              <a:t>The joint was thoroughly irrigated and hematoma/clots were removed.</a:t>
            </a:r>
            <a:endParaRPr dirty="0" sz="800" lang="en-US">
              <a:solidFill>
                <a:schemeClr val="tx1"/>
              </a:solidFill>
            </a:endParaRPr>
          </a:p>
          <a:p>
            <a:pPr algn="l">
              <a:lnSpc>
                <a:spcPct val="100000"/>
              </a:lnSpc>
            </a:pPr>
            <a:r>
              <a:rPr dirty="0" sz="800" lang="en-US">
                <a:solidFill>
                  <a:schemeClr val="tx1"/>
                </a:solidFill>
              </a:rPr>
              <a:t>Anatomical reduction of the femoral head fracture fragment was achieved under direct visualization.</a:t>
            </a:r>
            <a:endParaRPr dirty="0" sz="800" lang="en-US">
              <a:solidFill>
                <a:schemeClr val="tx1"/>
              </a:solidFill>
            </a:endParaRPr>
          </a:p>
          <a:p>
            <a:pPr algn="l">
              <a:lnSpc>
                <a:spcPct val="100000"/>
              </a:lnSpc>
            </a:pPr>
            <a:r>
              <a:rPr dirty="0" sz="800" lang="en-US">
                <a:solidFill>
                  <a:schemeClr val="tx1"/>
                </a:solidFill>
              </a:rPr>
              <a:t>Temporary fixation was done using guide wires to maintain reduction.</a:t>
            </a:r>
            <a:endParaRPr dirty="0" sz="800" lang="en-US">
              <a:solidFill>
                <a:schemeClr val="tx1"/>
              </a:solidFill>
            </a:endParaRPr>
          </a:p>
          <a:p>
            <a:pPr algn="l">
              <a:lnSpc>
                <a:spcPct val="100000"/>
              </a:lnSpc>
            </a:pPr>
            <a:r>
              <a:rPr dirty="0" sz="800" lang="en-US">
                <a:solidFill>
                  <a:schemeClr val="tx1"/>
                </a:solidFill>
              </a:rPr>
              <a:t>Definitive fixation was carried out using two cannulated cancellous screws placed over the guide wires.</a:t>
            </a:r>
            <a:endParaRPr dirty="0" sz="800" lang="en-US">
              <a:solidFill>
                <a:schemeClr val="tx1"/>
              </a:solidFill>
            </a:endParaRPr>
          </a:p>
          <a:p>
            <a:pPr algn="l">
              <a:lnSpc>
                <a:spcPct val="100000"/>
              </a:lnSpc>
            </a:pPr>
            <a:r>
              <a:rPr dirty="0" sz="800" lang="en-US">
                <a:solidFill>
                  <a:schemeClr val="tx1"/>
                </a:solidFill>
              </a:rPr>
              <a:t>Screw placement was done in such a way that the screw heads were countersunk to avoid articular cartilage impingement.</a:t>
            </a:r>
            <a:endParaRPr dirty="0" sz="800" lang="en-US">
              <a:solidFill>
                <a:schemeClr val="tx1"/>
              </a:solidFill>
            </a:endParaRPr>
          </a:p>
          <a:p>
            <a:pPr algn="l">
              <a:lnSpc>
                <a:spcPct val="100000"/>
              </a:lnSpc>
            </a:pPr>
            <a:r>
              <a:rPr dirty="0" sz="800" lang="en-US">
                <a:solidFill>
                  <a:schemeClr val="tx1"/>
                </a:solidFill>
              </a:rPr>
              <a:t>Reduction of the hip joint was achieved and stability of the hip was assessed through gentle range of motion.</a:t>
            </a:r>
            <a:endParaRPr dirty="0" sz="800" lang="en-US">
              <a:solidFill>
                <a:schemeClr val="tx1"/>
              </a:solidFill>
            </a:endParaRPr>
          </a:p>
          <a:p>
            <a:pPr algn="l">
              <a:lnSpc>
                <a:spcPct val="100000"/>
              </a:lnSpc>
            </a:pPr>
            <a:r>
              <a:rPr dirty="0" sz="800" lang="en-US">
                <a:solidFill>
                  <a:schemeClr val="tx1"/>
                </a:solidFill>
              </a:rPr>
              <a:t>Intraoperative fluoroscopy was used to confirm congruent reduction of the hip and proper position of screws.</a:t>
            </a:r>
            <a:endParaRPr dirty="0" sz="800" lang="en-US">
              <a:solidFill>
                <a:schemeClr val="tx1"/>
              </a:solidFill>
            </a:endParaRPr>
          </a:p>
          <a:p>
            <a:pPr algn="l">
              <a:lnSpc>
                <a:spcPct val="100000"/>
              </a:lnSpc>
            </a:pPr>
            <a:r>
              <a:rPr dirty="0" sz="800" lang="en-US">
                <a:solidFill>
                  <a:schemeClr val="tx1"/>
                </a:solidFill>
              </a:rPr>
              <a:t>Posterior capsule and short external rotators were repaired back to their attachment to improve stability and reduce risk of redislocation, followed by wound closure in layers with drain placement.</a:t>
            </a:r>
            <a:endParaRPr dirty="0" sz="800" lang="en-US">
              <a:solidFill>
                <a:schemeClr val="tx1"/>
              </a:solidFill>
            </a:endParaRPr>
          </a:p>
        </p:txBody>
      </p:sp>
      <p:sp>
        <p:nvSpPr>
          <p:cNvPr id="1048592" name="Rectangle 9"/>
          <p:cNvSpPr/>
          <p:nvPr/>
        </p:nvSpPr>
        <p:spPr>
          <a:xfrm>
            <a:off x="0" y="1280157"/>
            <a:ext cx="3108960"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solidFill>
              </a:rPr>
              <a:t>INTRODUCTION </a:t>
            </a:r>
          </a:p>
        </p:txBody>
      </p:sp>
      <p:sp>
        <p:nvSpPr>
          <p:cNvPr id="1048593" name="Rectangle 10"/>
          <p:cNvSpPr/>
          <p:nvPr/>
        </p:nvSpPr>
        <p:spPr>
          <a:xfrm>
            <a:off x="3137836" y="1280157"/>
            <a:ext cx="3185962"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OPERATIVE FINDINGS</a:t>
            </a:r>
          </a:p>
        </p:txBody>
      </p:sp>
      <p:sp>
        <p:nvSpPr>
          <p:cNvPr id="1048594" name="Rectangle 11"/>
          <p:cNvSpPr/>
          <p:nvPr/>
        </p:nvSpPr>
        <p:spPr>
          <a:xfrm>
            <a:off x="6352673" y="1280157"/>
            <a:ext cx="5839325"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DISCUSSION</a:t>
            </a:r>
          </a:p>
        </p:txBody>
      </p:sp>
      <p:sp>
        <p:nvSpPr>
          <p:cNvPr id="1048595" name="Rectangle 12"/>
          <p:cNvSpPr/>
          <p:nvPr/>
        </p:nvSpPr>
        <p:spPr>
          <a:xfrm>
            <a:off x="0" y="5005136"/>
            <a:ext cx="3108960" cy="39463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CASE REPORT</a:t>
            </a:r>
          </a:p>
        </p:txBody>
      </p:sp>
      <p:sp>
        <p:nvSpPr>
          <p:cNvPr id="1048596" name="Rectangle 21"/>
          <p:cNvSpPr/>
          <p:nvPr/>
        </p:nvSpPr>
        <p:spPr>
          <a:xfrm flipV="0">
            <a:off x="6352673" y="5365367"/>
            <a:ext cx="5839324" cy="258193"/>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lang="en-US">
                <a:solidFill>
                  <a:schemeClr val="tx1">
                    <a:lumMod val="95000"/>
                    <a:lumOff val="5000"/>
                  </a:schemeClr>
                </a:solidFill>
              </a:rPr>
              <a:t>CONCLUSION</a:t>
            </a:r>
          </a:p>
        </p:txBody>
      </p:sp>
      <p:sp>
        <p:nvSpPr>
          <p:cNvPr id="1048597" name=""/>
          <p:cNvSpPr txBox="1"/>
          <p:nvPr/>
        </p:nvSpPr>
        <p:spPr>
          <a:xfrm>
            <a:off x="-55567" y="1674396"/>
            <a:ext cx="3187802" cy="3406140"/>
          </a:xfrm>
          <a:prstGeom prst="rect"/>
        </p:spPr>
        <p:txBody>
          <a:bodyPr rtlCol="0" wrap="square">
            <a:spAutoFit/>
          </a:bodyPr>
          <a:p>
            <a:r>
              <a:rPr sz="800" lang="en-IN">
                <a:solidFill>
                  <a:srgbClr val="000000"/>
                </a:solidFill>
              </a:rPr>
              <a:t>Posterior hip dislocation with femoral head fracture is a rare orthopedic emergency.
It usually occurs due to high-energy trauma, commonly road traffic accidents.
This injury requires immediate attention to prevent long-term disability.
If not treated early, it may lead to avascular necrosis (AVN) of the femoral head.
It can also cause post-traumatic arthritis of the hip joint.
There is a risk of sciatic nerve injury associated with posterior dislocations.
Early diagnosis is essential for proper management and better outcome.
Urgent reduction is required to restore hip joint alignment and preserve blood supply.
In displaced femoral head fractures, anatomical reduction and stable fixation are necessary.
This poster reports a case managed at Malla Reddy Hospital, treated with ORIF using two cannulated cancellous screws, showing clinical and surgical outcome.</a:t>
            </a:r>
            <a:endParaRPr sz="800" lang="en-IN">
              <a:solidFill>
                <a:srgbClr val="000000"/>
              </a:solidFill>
            </a:endParaRPr>
          </a:p>
        </p:txBody>
      </p:sp>
      <p:pic>
        <p:nvPicPr>
          <p:cNvPr id="2097158" name=""/>
          <p:cNvPicPr>
            <a:picLocks/>
          </p:cNvPicPr>
          <p:nvPr/>
        </p:nvPicPr>
        <p:blipFill>
          <a:blip xmlns:r="http://schemas.openxmlformats.org/officeDocument/2006/relationships" r:embed="rId5"/>
          <a:stretch>
            <a:fillRect/>
          </a:stretch>
        </p:blipFill>
        <p:spPr>
          <a:xfrm rot="0">
            <a:off x="8363750" y="1674794"/>
            <a:ext cx="1688248" cy="1439381"/>
          </a:xfrm>
          <a:prstGeom prst="rect"/>
        </p:spPr>
      </p:pic>
      <p:pic>
        <p:nvPicPr>
          <p:cNvPr id="2097159" name=""/>
          <p:cNvPicPr>
            <a:picLocks/>
          </p:cNvPicPr>
          <p:nvPr/>
        </p:nvPicPr>
        <p:blipFill>
          <a:blip xmlns:r="http://schemas.openxmlformats.org/officeDocument/2006/relationships" r:embed="rId6"/>
          <a:stretch>
            <a:fillRect/>
          </a:stretch>
        </p:blipFill>
        <p:spPr>
          <a:xfrm rot="0">
            <a:off x="10050038" y="1594253"/>
            <a:ext cx="2089773" cy="1558018"/>
          </a:xfrm>
          <a:prstGeom prst="rect"/>
        </p:spPr>
      </p:pic>
      <p:pic>
        <p:nvPicPr>
          <p:cNvPr id="2097160" name=""/>
          <p:cNvPicPr>
            <a:picLocks/>
          </p:cNvPicPr>
          <p:nvPr/>
        </p:nvPicPr>
        <p:blipFill>
          <a:blip xmlns:r="http://schemas.openxmlformats.org/officeDocument/2006/relationships" r:embed="rId7"/>
          <a:stretch>
            <a:fillRect/>
          </a:stretch>
        </p:blipFill>
        <p:spPr>
          <a:xfrm rot="0">
            <a:off x="6311872" y="1708851"/>
            <a:ext cx="2044216" cy="1397491"/>
          </a:xfrm>
          <a:prstGeom prst="rect"/>
        </p:spPr>
      </p:pic>
      <p:sp>
        <p:nvSpPr>
          <p:cNvPr id="1048598" name=""/>
          <p:cNvSpPr txBox="1"/>
          <p:nvPr/>
        </p:nvSpPr>
        <p:spPr>
          <a:xfrm>
            <a:off x="6352673" y="5623560"/>
            <a:ext cx="5621691" cy="1234440"/>
          </a:xfrm>
          <a:prstGeom prst="rect"/>
        </p:spPr>
        <p:txBody>
          <a:bodyPr rtlCol="0" wrap="square">
            <a:spAutoFit/>
          </a:bodyPr>
          <a:p>
            <a:r>
              <a:rPr sz="800" lang="en-IN">
                <a:solidFill>
                  <a:srgbClr val="000000"/>
                </a:solidFill>
              </a:rPr>
              <a:t>Posterior hip dislocation with femoral head fracture is a rare high-energy injury and should be treated as an orthopedic emergency. Early reduction of the dislocated hip is crucial to minimize the risk of avascular necrosis. Post-reduction CT scan plays an important role in identifying fracture pattern, fragment displacement, and intra-articular loose bodies, and Pipkin classification helps in guiding treatment. In young patients, preservation of the native hip joint is the primary goal, and displaced reconstructable femoral head fractures are best managed with open reduction and internal fixation. ORIF using two cannulated cancellous screws provides stable fixation, restores articular congruity, and helps achieve good functional recovery with early mobilization. Proper postoperative rehabilitation with protected weight bearing and regular follow-up is essential to detect complications such as AVN, heterotopic ossification, redislocation, and post-traumatic osteoarthritis. Overall, timely reduction and anatomical fixation offer favorable radiological and functional outcomes in such cases.</a:t>
            </a:r>
            <a:endParaRPr sz="800" lang="en-IN">
              <a:solidFill>
                <a:srgbClr val="000000"/>
              </a:solidFill>
            </a:endParaRPr>
          </a:p>
        </p:txBody>
      </p:sp>
      <p:sp>
        <p:nvSpPr>
          <p:cNvPr id="1048599" name=""/>
          <p:cNvSpPr txBox="1"/>
          <p:nvPr/>
        </p:nvSpPr>
        <p:spPr>
          <a:xfrm>
            <a:off x="6372943" y="3134825"/>
            <a:ext cx="5709804" cy="1920241"/>
          </a:xfrm>
          <a:prstGeom prst="rect"/>
        </p:spPr>
        <p:txBody>
          <a:bodyPr rtlCol="0" wrap="square">
            <a:spAutoFit/>
          </a:bodyPr>
          <a:p>
            <a:pPr algn="l">
              <a:lnSpc>
                <a:spcPct val="100000"/>
              </a:lnSpc>
            </a:pPr>
            <a:r>
              <a:rPr sz="800" lang="en-IN">
                <a:solidFill>
                  <a:srgbClr val="000000"/>
                </a:solidFill>
              </a:rPr>
              <a:t>Femoral head fractures are commonly classified by Pipkin classification, which helps in deciding the management protocol. In displaced Pipkin fractures, especially those involving the weight-bearing surface, anatomical reduction and stable fixation are mandatory to restore joint congruity and prevent long-term complications.
The treatment options include closed reduction alone, fragment excision, ORIF, and total hip arthroplasty depending on patient age, fracture type, displacement, and joint stability. In young patients, preservation of the native hip joint is preferred. Hence, open reduction and internal fixation (ORIF) is recommended for displaced fractures where the fragment is large and reconstructable.
In our case, ORIF was done using two cannulated cancellous screws, achieving stable fixation and good restoration of articular congruity. Cannulated screws provide adequate compression, maintain reduction, and allow early mobilization. Surgical fixation also helps in reducing the chances of secondary displacement and improves functional outcome.
Despite successful fixation, complications like AVN, heterotopic ossification, sciatic nerve injury, redislocation, and secondary osteoarthritis remain possible. Therefore, strict postoperative rehabilitation, regular follow-up, and radiological monitoring are necessary.</a:t>
            </a:r>
            <a:endParaRPr sz="800" lang="en-IN">
              <a:solidFill>
                <a:srgbClr val="000000"/>
              </a:solidFill>
            </a:endParaRPr>
          </a:p>
        </p:txBody>
      </p:sp>
      <p:sp>
        <p:nvSpPr>
          <p:cNvPr id="1048600" name=""/>
          <p:cNvSpPr txBox="1"/>
          <p:nvPr/>
        </p:nvSpPr>
        <p:spPr>
          <a:xfrm>
            <a:off x="2463762" y="453257"/>
            <a:ext cx="6221320" cy="662939"/>
          </a:xfrm>
          <a:prstGeom prst="rect"/>
        </p:spPr>
        <p:txBody>
          <a:bodyPr rtlCol="0" wrap="square">
            <a:spAutoFit/>
          </a:bodyPr>
          <a:p>
            <a:r>
              <a:rPr sz="800" lang="en-IN">
                <a:solidFill>
                  <a:srgbClr val="FFFFFF"/>
                </a:solidFill>
              </a:rPr>
              <a:t>A case of posterior dislocation with fracture of femoral head fixed with open reduction &amp; internal fixation with </a:t>
            </a:r>
            <a:r>
              <a:rPr altLang="en-IN" sz="800" lang="en-US">
                <a:solidFill>
                  <a:srgbClr val="FFFFFF"/>
                </a:solidFill>
              </a:rPr>
              <a:t>t</a:t>
            </a:r>
            <a:r>
              <a:rPr altLang="en-IN" sz="800" lang="en-US">
                <a:solidFill>
                  <a:srgbClr val="FFFFFF"/>
                </a:solidFill>
              </a:rPr>
              <a:t>w</a:t>
            </a:r>
            <a:r>
              <a:rPr altLang="en-IN" sz="800" lang="en-US">
                <a:solidFill>
                  <a:srgbClr val="FFFFFF"/>
                </a:solidFill>
              </a:rPr>
              <a:t>o</a:t>
            </a:r>
            <a:r>
              <a:rPr altLang="en-IN" sz="800" lang="en-US">
                <a:solidFill>
                  <a:srgbClr val="FFFFFF"/>
                </a:solidFill>
              </a:rPr>
              <a:t> </a:t>
            </a:r>
            <a:r>
              <a:rPr altLang="en-IN" sz="800" lang="en-US">
                <a:solidFill>
                  <a:srgbClr val="FFFFFF"/>
                </a:solidFill>
              </a:rPr>
              <a:t>c</a:t>
            </a:r>
            <a:r>
              <a:rPr altLang="en-IN" sz="800" lang="en-US">
                <a:solidFill>
                  <a:srgbClr val="FFFFFF"/>
                </a:solidFill>
              </a:rPr>
              <a:t>a</a:t>
            </a:r>
            <a:r>
              <a:rPr altLang="en-IN" sz="800" lang="en-US">
                <a:solidFill>
                  <a:srgbClr val="FFFFFF"/>
                </a:solidFill>
              </a:rPr>
              <a:t>n</a:t>
            </a:r>
            <a:r>
              <a:rPr altLang="en-IN" sz="800" lang="en-US">
                <a:solidFill>
                  <a:srgbClr val="FFFFFF"/>
                </a:solidFill>
              </a:rPr>
              <a:t>n</a:t>
            </a:r>
            <a:r>
              <a:rPr altLang="en-IN" sz="800" lang="en-US">
                <a:solidFill>
                  <a:srgbClr val="FFFFFF"/>
                </a:solidFill>
              </a:rPr>
              <a:t>u</a:t>
            </a:r>
            <a:r>
              <a:rPr altLang="en-IN" sz="800" lang="en-US">
                <a:solidFill>
                  <a:srgbClr val="FFFFFF"/>
                </a:solidFill>
              </a:rPr>
              <a:t>l</a:t>
            </a:r>
            <a:r>
              <a:rPr altLang="en-IN" sz="800" lang="en-US">
                <a:solidFill>
                  <a:srgbClr val="FFFFFF"/>
                </a:solidFill>
              </a:rPr>
              <a:t>a</a:t>
            </a:r>
            <a:r>
              <a:rPr altLang="en-IN" sz="800" lang="en-US">
                <a:solidFill>
                  <a:srgbClr val="FFFFFF"/>
                </a:solidFill>
              </a:rPr>
              <a:t>t</a:t>
            </a:r>
            <a:r>
              <a:rPr altLang="en-IN" sz="800" lang="en-US">
                <a:solidFill>
                  <a:srgbClr val="FFFFFF"/>
                </a:solidFill>
              </a:rPr>
              <a:t>e</a:t>
            </a:r>
            <a:r>
              <a:rPr altLang="en-IN" sz="800" lang="en-US">
                <a:solidFill>
                  <a:srgbClr val="FFFFFF"/>
                </a:solidFill>
              </a:rPr>
              <a:t>d</a:t>
            </a:r>
            <a:r>
              <a:rPr altLang="en-IN" sz="800" lang="en-US">
                <a:solidFill>
                  <a:srgbClr val="FFFFFF"/>
                </a:solidFill>
              </a:rPr>
              <a:t> </a:t>
            </a:r>
            <a:r>
              <a:rPr altLang="en-IN" sz="800" lang="en-US">
                <a:solidFill>
                  <a:srgbClr val="FFFFFF"/>
                </a:solidFill>
              </a:rPr>
              <a:t>c</a:t>
            </a:r>
            <a:r>
              <a:rPr altLang="en-IN" sz="800" lang="en-US">
                <a:solidFill>
                  <a:srgbClr val="FFFFFF"/>
                </a:solidFill>
              </a:rPr>
              <a:t>a</a:t>
            </a:r>
            <a:r>
              <a:rPr altLang="en-IN" sz="800" lang="en-US">
                <a:solidFill>
                  <a:srgbClr val="FFFFFF"/>
                </a:solidFill>
              </a:rPr>
              <a:t>n</a:t>
            </a:r>
            <a:r>
              <a:rPr altLang="en-IN" sz="800" lang="en-US">
                <a:solidFill>
                  <a:srgbClr val="FFFFFF"/>
                </a:solidFill>
              </a:rPr>
              <a:t>c</a:t>
            </a:r>
            <a:r>
              <a:rPr altLang="en-IN" sz="800" lang="en-US">
                <a:solidFill>
                  <a:srgbClr val="FFFFFF"/>
                </a:solidFill>
              </a:rPr>
              <a:t>e</a:t>
            </a:r>
            <a:r>
              <a:rPr altLang="en-IN" sz="800" lang="en-US">
                <a:solidFill>
                  <a:srgbClr val="FFFFFF"/>
                </a:solidFill>
              </a:rPr>
              <a:t>l</a:t>
            </a:r>
            <a:r>
              <a:rPr altLang="en-IN" sz="800" lang="en-US">
                <a:solidFill>
                  <a:srgbClr val="FFFFFF"/>
                </a:solidFill>
              </a:rPr>
              <a:t>l</a:t>
            </a:r>
            <a:r>
              <a:rPr altLang="en-IN" sz="800" lang="en-US">
                <a:solidFill>
                  <a:srgbClr val="FFFFFF"/>
                </a:solidFill>
              </a:rPr>
              <a:t>o</a:t>
            </a:r>
            <a:r>
              <a:rPr altLang="en-IN" sz="800" lang="en-US">
                <a:solidFill>
                  <a:srgbClr val="FFFFFF"/>
                </a:solidFill>
              </a:rPr>
              <a:t>u</a:t>
            </a:r>
            <a:r>
              <a:rPr altLang="en-IN" sz="800" lang="en-US">
                <a:solidFill>
                  <a:srgbClr val="FFFFFF"/>
                </a:solidFill>
              </a:rPr>
              <a:t>s</a:t>
            </a:r>
            <a:r>
              <a:rPr sz="800" lang="en-IN">
                <a:solidFill>
                  <a:srgbClr val="FFFFFF"/>
                </a:solidFill>
              </a:rPr>
              <a:t> screws</a:t>
            </a:r>
            <a:endParaRPr sz="800" lang="en-IN">
              <a:solidFill>
                <a:srgbClr val="FFFFFF"/>
              </a:solidFill>
            </a:endParaRPr>
          </a:p>
          <a:p>
            <a:r>
              <a:rPr altLang="en-IN" sz="800" lang="en-US">
                <a:solidFill>
                  <a:srgbClr val="FFFFFF"/>
                </a:solidFill>
              </a:rPr>
              <a:t>P</a:t>
            </a:r>
            <a:r>
              <a:rPr altLang="en-IN" sz="800" lang="en-US">
                <a:solidFill>
                  <a:srgbClr val="FFFFFF"/>
                </a:solidFill>
              </a:rPr>
              <a:t>r</a:t>
            </a:r>
            <a:r>
              <a:rPr altLang="en-IN" sz="800" lang="en-US">
                <a:solidFill>
                  <a:srgbClr val="FFFFFF"/>
                </a:solidFill>
              </a:rPr>
              <a:t>e</a:t>
            </a:r>
            <a:r>
              <a:rPr altLang="en-IN" sz="800" lang="en-US">
                <a:solidFill>
                  <a:srgbClr val="FFFFFF"/>
                </a:solidFill>
              </a:rPr>
              <a:t>s</a:t>
            </a:r>
            <a:r>
              <a:rPr altLang="en-IN" sz="800" lang="en-US">
                <a:solidFill>
                  <a:srgbClr val="FFFFFF"/>
                </a:solidFill>
              </a:rPr>
              <a:t>e</a:t>
            </a:r>
            <a:r>
              <a:rPr altLang="en-IN" sz="800" lang="en-US">
                <a:solidFill>
                  <a:srgbClr val="FFFFFF"/>
                </a:solidFill>
              </a:rPr>
              <a:t>n</a:t>
            </a:r>
            <a:r>
              <a:rPr altLang="en-IN" sz="800" lang="en-US">
                <a:solidFill>
                  <a:srgbClr val="FFFFFF"/>
                </a:solidFill>
              </a:rPr>
              <a:t>t</a:t>
            </a:r>
            <a:r>
              <a:rPr altLang="en-IN" sz="800" lang="en-US">
                <a:solidFill>
                  <a:srgbClr val="FFFFFF"/>
                </a:solidFill>
              </a:rPr>
              <a:t>e</a:t>
            </a:r>
            <a:r>
              <a:rPr altLang="en-IN" sz="800" lang="en-US">
                <a:solidFill>
                  <a:srgbClr val="FFFFFF"/>
                </a:solidFill>
              </a:rPr>
              <a:t>r</a:t>
            </a:r>
            <a:r>
              <a:rPr altLang="en-IN" sz="800" lang="en-US">
                <a:solidFill>
                  <a:srgbClr val="FFFFFF"/>
                </a:solidFill>
              </a:rPr>
              <a:t> </a:t>
            </a:r>
            <a:r>
              <a:rPr altLang="en-IN" sz="800" lang="en-US">
                <a:solidFill>
                  <a:srgbClr val="FFFFFF"/>
                </a:solidFill>
              </a:rPr>
              <a:t>-</a:t>
            </a:r>
            <a:r>
              <a:rPr altLang="en-IN" sz="800" lang="en-US">
                <a:solidFill>
                  <a:srgbClr val="FFFFFF"/>
                </a:solidFill>
              </a:rPr>
              <a:t> </a:t>
            </a:r>
            <a:r>
              <a:rPr altLang="en-IN" sz="800" lang="en-US">
                <a:solidFill>
                  <a:srgbClr val="FFFFFF"/>
                </a:solidFill>
              </a:rPr>
              <a:t>D</a:t>
            </a:r>
            <a:r>
              <a:rPr altLang="en-IN" sz="800" lang="en-US">
                <a:solidFill>
                  <a:srgbClr val="FFFFFF"/>
                </a:solidFill>
              </a:rPr>
              <a:t>r</a:t>
            </a:r>
            <a:r>
              <a:rPr altLang="en-IN" sz="800" lang="en-US">
                <a:solidFill>
                  <a:srgbClr val="FFFFFF"/>
                </a:solidFill>
              </a:rPr>
              <a:t>.</a:t>
            </a:r>
            <a:r>
              <a:rPr altLang="en-IN" sz="800" lang="en-US">
                <a:solidFill>
                  <a:srgbClr val="FFFFFF"/>
                </a:solidFill>
              </a:rPr>
              <a:t> </a:t>
            </a:r>
            <a:r>
              <a:rPr altLang="en-IN" sz="800" lang="en-US">
                <a:solidFill>
                  <a:srgbClr val="FFFFFF"/>
                </a:solidFill>
              </a:rPr>
              <a:t>A</a:t>
            </a:r>
            <a:r>
              <a:rPr altLang="en-IN" sz="800" lang="en-US">
                <a:solidFill>
                  <a:srgbClr val="FFFFFF"/>
                </a:solidFill>
              </a:rPr>
              <a:t>m</a:t>
            </a:r>
            <a:r>
              <a:rPr altLang="en-IN" sz="800" lang="en-US">
                <a:solidFill>
                  <a:srgbClr val="FFFFFF"/>
                </a:solidFill>
              </a:rPr>
              <a:t>p</a:t>
            </a:r>
            <a:r>
              <a:rPr altLang="en-IN" sz="800" lang="en-US">
                <a:solidFill>
                  <a:srgbClr val="FFFFFF"/>
                </a:solidFill>
              </a:rPr>
              <a:t>a</a:t>
            </a:r>
            <a:r>
              <a:rPr altLang="en-IN" sz="800" lang="en-US">
                <a:solidFill>
                  <a:srgbClr val="FFFFFF"/>
                </a:solidFill>
              </a:rPr>
              <a:t>v</a:t>
            </a:r>
            <a:r>
              <a:rPr altLang="en-IN" sz="800" lang="en-US">
                <a:solidFill>
                  <a:srgbClr val="FFFFFF"/>
                </a:solidFill>
              </a:rPr>
              <a:t>a</a:t>
            </a:r>
            <a:r>
              <a:rPr altLang="en-IN" sz="800" lang="en-US">
                <a:solidFill>
                  <a:srgbClr val="FFFFFF"/>
                </a:solidFill>
              </a:rPr>
              <a:t>t</a:t>
            </a:r>
            <a:r>
              <a:rPr altLang="en-IN" sz="800" lang="en-US">
                <a:solidFill>
                  <a:srgbClr val="FFFFFF"/>
                </a:solidFill>
              </a:rPr>
              <a:t>h</a:t>
            </a:r>
            <a:r>
              <a:rPr altLang="en-IN" sz="800" lang="en-US">
                <a:solidFill>
                  <a:srgbClr val="FFFFFF"/>
                </a:solidFill>
              </a:rPr>
              <a:t>i</a:t>
            </a:r>
            <a:r>
              <a:rPr altLang="en-IN" sz="800" lang="en-US">
                <a:solidFill>
                  <a:srgbClr val="FFFFFF"/>
                </a:solidFill>
              </a:rPr>
              <a:t>n</a:t>
            </a:r>
            <a:r>
              <a:rPr altLang="en-IN" sz="800" lang="en-US">
                <a:solidFill>
                  <a:srgbClr val="FFFFFF"/>
                </a:solidFill>
              </a:rPr>
              <a:t>a</a:t>
            </a:r>
            <a:r>
              <a:rPr altLang="en-IN" sz="800" lang="en-US">
                <a:solidFill>
                  <a:srgbClr val="FFFFFF"/>
                </a:solidFill>
              </a:rPr>
              <a:t> </a:t>
            </a:r>
            <a:r>
              <a:rPr altLang="en-IN" sz="800" lang="en-US">
                <a:solidFill>
                  <a:srgbClr val="FFFFFF"/>
                </a:solidFill>
              </a:rPr>
              <a:t>Krishnasai</a:t>
            </a:r>
            <a:endParaRPr sz="800" lang="en-IN">
              <a:solidFill>
                <a:srgbClr val="FFFFFF"/>
              </a:solidFill>
            </a:endParaRPr>
          </a:p>
          <a:p>
            <a:r>
              <a:rPr altLang="en-IN" sz="800" lang="en-US">
                <a:solidFill>
                  <a:srgbClr val="FFFFFF"/>
                </a:solidFill>
              </a:rPr>
              <a:t>G</a:t>
            </a:r>
            <a:r>
              <a:rPr altLang="en-IN" sz="800" lang="en-US">
                <a:solidFill>
                  <a:srgbClr val="FFFFFF"/>
                </a:solidFill>
              </a:rPr>
              <a:t>u</a:t>
            </a:r>
            <a:r>
              <a:rPr altLang="en-IN" sz="800" lang="en-US">
                <a:solidFill>
                  <a:srgbClr val="FFFFFF"/>
                </a:solidFill>
              </a:rPr>
              <a:t>i</a:t>
            </a:r>
            <a:r>
              <a:rPr altLang="en-IN" sz="800" lang="en-US">
                <a:solidFill>
                  <a:srgbClr val="FFFFFF"/>
                </a:solidFill>
              </a:rPr>
              <a:t>d</a:t>
            </a:r>
            <a:r>
              <a:rPr altLang="en-IN" sz="800" lang="en-US">
                <a:solidFill>
                  <a:srgbClr val="FFFFFF"/>
                </a:solidFill>
              </a:rPr>
              <a:t>e</a:t>
            </a:r>
            <a:r>
              <a:rPr altLang="en-IN" sz="800" lang="en-US">
                <a:solidFill>
                  <a:srgbClr val="FFFFFF"/>
                </a:solidFill>
              </a:rPr>
              <a:t> </a:t>
            </a:r>
            <a:r>
              <a:rPr altLang="en-IN" sz="800" lang="en-US">
                <a:solidFill>
                  <a:srgbClr val="FFFFFF"/>
                </a:solidFill>
              </a:rPr>
              <a:t>-</a:t>
            </a:r>
            <a:r>
              <a:rPr altLang="en-IN" sz="800" lang="en-US">
                <a:solidFill>
                  <a:srgbClr val="FFFFFF"/>
                </a:solidFill>
              </a:rPr>
              <a:t> </a:t>
            </a:r>
            <a:r>
              <a:rPr altLang="en-IN" sz="800" lang="en-US">
                <a:solidFill>
                  <a:srgbClr val="FFFFFF"/>
                </a:solidFill>
              </a:rPr>
              <a:t>D</a:t>
            </a:r>
            <a:r>
              <a:rPr altLang="en-IN" sz="800" lang="en-US">
                <a:solidFill>
                  <a:srgbClr val="FFFFFF"/>
                </a:solidFill>
              </a:rPr>
              <a:t>r</a:t>
            </a:r>
            <a:r>
              <a:rPr altLang="en-IN" sz="800" lang="en-US">
                <a:solidFill>
                  <a:srgbClr val="FFFFFF"/>
                </a:solidFill>
              </a:rPr>
              <a:t>.</a:t>
            </a:r>
            <a:r>
              <a:rPr altLang="en-IN" sz="800" lang="en-US">
                <a:solidFill>
                  <a:srgbClr val="FFFFFF"/>
                </a:solidFill>
              </a:rPr>
              <a:t> </a:t>
            </a:r>
            <a:r>
              <a:rPr altLang="en-IN" sz="800" lang="en-US">
                <a:solidFill>
                  <a:srgbClr val="FFFFFF"/>
                </a:solidFill>
              </a:rPr>
              <a:t>Y.V</a:t>
            </a:r>
            <a:r>
              <a:rPr altLang="en-IN" sz="800" lang="en-US">
                <a:solidFill>
                  <a:srgbClr val="FFFFFF"/>
                </a:solidFill>
              </a:rPr>
              <a:t>.</a:t>
            </a:r>
            <a:r>
              <a:rPr altLang="en-IN" sz="800" lang="en-US">
                <a:solidFill>
                  <a:srgbClr val="FFFFFF"/>
                </a:solidFill>
              </a:rPr>
              <a:t>S</a:t>
            </a:r>
            <a:r>
              <a:rPr altLang="en-IN" sz="800" lang="en-US">
                <a:solidFill>
                  <a:srgbClr val="FFFFFF"/>
                </a:solidFill>
              </a:rPr>
              <a:t>.</a:t>
            </a:r>
            <a:r>
              <a:rPr altLang="en-IN" sz="800" lang="en-US">
                <a:solidFill>
                  <a:srgbClr val="FFFFFF"/>
                </a:solidFill>
              </a:rPr>
              <a:t> </a:t>
            </a:r>
            <a:r>
              <a:rPr altLang="en-IN" sz="800" lang="en-US">
                <a:solidFill>
                  <a:srgbClr val="FFFFFF"/>
                </a:solidFill>
              </a:rPr>
              <a:t>P</a:t>
            </a:r>
            <a:r>
              <a:rPr altLang="en-IN" sz="800" lang="en-US">
                <a:solidFill>
                  <a:srgbClr val="FFFFFF"/>
                </a:solidFill>
              </a:rPr>
              <a:t>r</a:t>
            </a:r>
            <a:r>
              <a:rPr altLang="en-IN" sz="800" lang="en-US">
                <a:solidFill>
                  <a:srgbClr val="FFFFFF"/>
                </a:solidFill>
              </a:rPr>
              <a:t>a</a:t>
            </a:r>
            <a:r>
              <a:rPr altLang="en-IN" sz="800" lang="en-US">
                <a:solidFill>
                  <a:srgbClr val="FFFFFF"/>
                </a:solidFill>
              </a:rPr>
              <a:t>b</a:t>
            </a:r>
            <a:r>
              <a:rPr altLang="en-IN" sz="800" lang="en-US">
                <a:solidFill>
                  <a:srgbClr val="FFFFFF"/>
                </a:solidFill>
              </a:rPr>
              <a:t>h</a:t>
            </a:r>
            <a:r>
              <a:rPr altLang="en-IN" sz="800" lang="en-US">
                <a:solidFill>
                  <a:srgbClr val="FFFFFF"/>
                </a:solidFill>
              </a:rPr>
              <a:t>a</a:t>
            </a:r>
            <a:r>
              <a:rPr altLang="en-IN" sz="800" lang="en-US">
                <a:solidFill>
                  <a:srgbClr val="FFFFFF"/>
                </a:solidFill>
              </a:rPr>
              <a:t>k</a:t>
            </a:r>
            <a:r>
              <a:rPr altLang="en-IN" sz="800" lang="en-US">
                <a:solidFill>
                  <a:srgbClr val="FFFFFF"/>
                </a:solidFill>
              </a:rPr>
              <a:t>a</a:t>
            </a:r>
            <a:r>
              <a:rPr altLang="en-IN" sz="800" lang="en-US">
                <a:solidFill>
                  <a:srgbClr val="FFFFFF"/>
                </a:solidFill>
              </a:rPr>
              <a:t>r</a:t>
            </a:r>
            <a:r>
              <a:rPr altLang="en-IN" sz="800" lang="en-US">
                <a:solidFill>
                  <a:srgbClr val="FFFFFF"/>
                </a:solidFill>
              </a:rPr>
              <a:t> </a:t>
            </a:r>
            <a:r>
              <a:rPr altLang="en-IN" sz="800" lang="en-US">
                <a:solidFill>
                  <a:srgbClr val="FFFFFF"/>
                </a:solidFill>
              </a:rPr>
              <a:t>(</a:t>
            </a:r>
            <a:r>
              <a:rPr altLang="en-IN" sz="800" lang="en-US">
                <a:solidFill>
                  <a:srgbClr val="FFFFFF"/>
                </a:solidFill>
              </a:rPr>
              <a:t>p</a:t>
            </a:r>
            <a:r>
              <a:rPr altLang="en-IN" sz="800" lang="en-US">
                <a:solidFill>
                  <a:srgbClr val="FFFFFF"/>
                </a:solidFill>
              </a:rPr>
              <a:t>r</a:t>
            </a:r>
            <a:r>
              <a:rPr altLang="en-IN" sz="800" lang="en-US">
                <a:solidFill>
                  <a:srgbClr val="FFFFFF"/>
                </a:solidFill>
              </a:rPr>
              <a:t>o</a:t>
            </a:r>
            <a:r>
              <a:rPr altLang="en-IN" sz="800" lang="en-US">
                <a:solidFill>
                  <a:srgbClr val="FFFFFF"/>
                </a:solidFill>
              </a:rPr>
              <a:t>f</a:t>
            </a:r>
            <a:r>
              <a:rPr altLang="en-IN" sz="800" lang="en-US">
                <a:solidFill>
                  <a:srgbClr val="FFFFFF"/>
                </a:solidFill>
              </a:rPr>
              <a:t>e</a:t>
            </a:r>
            <a:r>
              <a:rPr altLang="en-IN" sz="800" lang="en-US">
                <a:solidFill>
                  <a:srgbClr val="FFFFFF"/>
                </a:solidFill>
              </a:rPr>
              <a:t>s</a:t>
            </a:r>
            <a:r>
              <a:rPr altLang="en-IN" sz="800" lang="en-US">
                <a:solidFill>
                  <a:srgbClr val="FFFFFF"/>
                </a:solidFill>
              </a:rPr>
              <a:t>s</a:t>
            </a:r>
            <a:r>
              <a:rPr altLang="en-IN" sz="800" lang="en-US">
                <a:solidFill>
                  <a:srgbClr val="FFFFFF"/>
                </a:solidFill>
              </a:rPr>
              <a:t>o</a:t>
            </a:r>
            <a:r>
              <a:rPr altLang="en-IN" sz="800" lang="en-US">
                <a:solidFill>
                  <a:srgbClr val="FFFFFF"/>
                </a:solidFill>
              </a:rPr>
              <a:t>r</a:t>
            </a:r>
            <a:r>
              <a:rPr altLang="en-IN" sz="800" lang="en-US">
                <a:solidFill>
                  <a:srgbClr val="FFFFFF"/>
                </a:solidFill>
              </a:rPr>
              <a:t> </a:t>
            </a:r>
            <a:r>
              <a:rPr altLang="en-IN" sz="800" lang="en-US">
                <a:solidFill>
                  <a:srgbClr val="FFFFFF"/>
                </a:solidFill>
              </a:rPr>
              <a:t>a</a:t>
            </a:r>
            <a:r>
              <a:rPr altLang="en-IN" sz="800" lang="en-US">
                <a:solidFill>
                  <a:srgbClr val="FFFFFF"/>
                </a:solidFill>
              </a:rPr>
              <a:t>n</a:t>
            </a:r>
            <a:r>
              <a:rPr altLang="en-IN" sz="800" lang="en-US">
                <a:solidFill>
                  <a:srgbClr val="FFFFFF"/>
                </a:solidFill>
              </a:rPr>
              <a:t>d</a:t>
            </a:r>
            <a:r>
              <a:rPr altLang="en-IN" sz="800" lang="en-US">
                <a:solidFill>
                  <a:srgbClr val="FFFFFF"/>
                </a:solidFill>
              </a:rPr>
              <a:t> </a:t>
            </a:r>
            <a:r>
              <a:rPr altLang="en-IN" sz="800" lang="en-US">
                <a:solidFill>
                  <a:srgbClr val="FFFFFF"/>
                </a:solidFill>
              </a:rPr>
              <a:t>H</a:t>
            </a:r>
            <a:r>
              <a:rPr altLang="en-IN" sz="800" lang="en-US">
                <a:solidFill>
                  <a:srgbClr val="FFFFFF"/>
                </a:solidFill>
              </a:rPr>
              <a:t>O</a:t>
            </a:r>
            <a:r>
              <a:rPr altLang="en-IN" sz="800" lang="en-US">
                <a:solidFill>
                  <a:srgbClr val="FFFFFF"/>
                </a:solidFill>
              </a:rPr>
              <a:t>D</a:t>
            </a:r>
            <a:r>
              <a:rPr altLang="en-IN" sz="800" lang="en-US">
                <a:solidFill>
                  <a:srgbClr val="FFFFFF"/>
                </a:solidFill>
              </a:rPr>
              <a:t>)</a:t>
            </a:r>
            <a:r>
              <a:rPr altLang="en-IN" sz="800" lang="en-US">
                <a:solidFill>
                  <a:srgbClr val="FFFFFF"/>
                </a:solidFill>
              </a:rPr>
              <a:t>,</a:t>
            </a:r>
            <a:r>
              <a:rPr altLang="en-IN" sz="800" lang="en-US">
                <a:solidFill>
                  <a:srgbClr val="FFFFFF"/>
                </a:solidFill>
              </a:rPr>
              <a:t> </a:t>
            </a:r>
            <a:r>
              <a:rPr altLang="en-IN" sz="800" lang="en-US">
                <a:solidFill>
                  <a:srgbClr val="FFFFFF"/>
                </a:solidFill>
              </a:rPr>
              <a:t>D</a:t>
            </a:r>
            <a:r>
              <a:rPr altLang="en-IN" sz="800" lang="en-US">
                <a:solidFill>
                  <a:srgbClr val="FFFFFF"/>
                </a:solidFill>
              </a:rPr>
              <a:t>e</a:t>
            </a:r>
            <a:r>
              <a:rPr altLang="en-IN" sz="800" lang="en-US">
                <a:solidFill>
                  <a:srgbClr val="FFFFFF"/>
                </a:solidFill>
              </a:rPr>
              <a:t>p</a:t>
            </a:r>
            <a:r>
              <a:rPr altLang="en-IN" sz="800" lang="en-US">
                <a:solidFill>
                  <a:srgbClr val="FFFFFF"/>
                </a:solidFill>
              </a:rPr>
              <a:t>a</a:t>
            </a:r>
            <a:r>
              <a:rPr altLang="en-IN" sz="800" lang="en-US">
                <a:solidFill>
                  <a:srgbClr val="FFFFFF"/>
                </a:solidFill>
              </a:rPr>
              <a:t>r</a:t>
            </a:r>
            <a:r>
              <a:rPr altLang="en-IN" sz="800" lang="en-US">
                <a:solidFill>
                  <a:srgbClr val="FFFFFF"/>
                </a:solidFill>
              </a:rPr>
              <a:t>t</a:t>
            </a:r>
            <a:r>
              <a:rPr altLang="en-IN" sz="800" lang="en-US">
                <a:solidFill>
                  <a:srgbClr val="FFFFFF"/>
                </a:solidFill>
              </a:rPr>
              <a:t>ment</a:t>
            </a:r>
            <a:r>
              <a:rPr altLang="en-IN" sz="800" lang="en-US">
                <a:solidFill>
                  <a:srgbClr val="FFFFFF"/>
                </a:solidFill>
              </a:rPr>
              <a:t> </a:t>
            </a:r>
            <a:r>
              <a:rPr altLang="en-IN" sz="800" lang="en-US">
                <a:solidFill>
                  <a:srgbClr val="FFFFFF"/>
                </a:solidFill>
              </a:rPr>
              <a:t>o</a:t>
            </a:r>
            <a:r>
              <a:rPr altLang="en-IN" sz="800" lang="en-US">
                <a:solidFill>
                  <a:srgbClr val="FFFFFF"/>
                </a:solidFill>
              </a:rPr>
              <a:t>f</a:t>
            </a:r>
            <a:r>
              <a:rPr altLang="en-IN" sz="800" lang="en-US">
                <a:solidFill>
                  <a:srgbClr val="FFFFFF"/>
                </a:solidFill>
              </a:rPr>
              <a:t> </a:t>
            </a:r>
            <a:r>
              <a:rPr altLang="en-IN" sz="800" lang="en-US">
                <a:solidFill>
                  <a:srgbClr val="FFFFFF"/>
                </a:solidFill>
              </a:rPr>
              <a:t>Orthopaedics</a:t>
            </a:r>
            <a:r>
              <a:rPr altLang="en-IN" sz="800" lang="en-US">
                <a:solidFill>
                  <a:srgbClr val="FFFFFF"/>
                </a:solidFill>
              </a:rPr>
              <a:t> </a:t>
            </a:r>
            <a:endParaRPr sz="800" lang="en-IN">
              <a:solidFill>
                <a:srgbClr val="FFFFFF"/>
              </a:solidFill>
            </a:endParaRPr>
          </a:p>
          <a:p>
            <a:r>
              <a:rPr altLang="en-IN" sz="800" lang="en-US">
                <a:solidFill>
                  <a:srgbClr val="FFFFFF"/>
                </a:solidFill>
              </a:rPr>
              <a:t>M</a:t>
            </a:r>
            <a:r>
              <a:rPr altLang="en-IN" sz="800" lang="en-US">
                <a:solidFill>
                  <a:srgbClr val="FFFFFF"/>
                </a:solidFill>
              </a:rPr>
              <a:t>A</a:t>
            </a:r>
            <a:r>
              <a:rPr altLang="en-IN" sz="800" lang="en-US">
                <a:solidFill>
                  <a:srgbClr val="FFFFFF"/>
                </a:solidFill>
              </a:rPr>
              <a:t>L</a:t>
            </a:r>
            <a:r>
              <a:rPr altLang="en-IN" sz="800" lang="en-US">
                <a:solidFill>
                  <a:srgbClr val="FFFFFF"/>
                </a:solidFill>
              </a:rPr>
              <a:t>L</a:t>
            </a:r>
            <a:r>
              <a:rPr altLang="en-IN" sz="800" lang="en-US">
                <a:solidFill>
                  <a:srgbClr val="FFFFFF"/>
                </a:solidFill>
              </a:rPr>
              <a:t>A</a:t>
            </a:r>
            <a:r>
              <a:rPr altLang="en-IN" sz="800" lang="en-US">
                <a:solidFill>
                  <a:srgbClr val="FFFFFF"/>
                </a:solidFill>
              </a:rPr>
              <a:t>REDDY</a:t>
            </a:r>
            <a:r>
              <a:rPr altLang="en-IN" sz="800" lang="en-US">
                <a:solidFill>
                  <a:srgbClr val="FFFFFF"/>
                </a:solidFill>
              </a:rPr>
              <a:t> </a:t>
            </a:r>
            <a:r>
              <a:rPr altLang="en-IN" sz="800" lang="en-US">
                <a:solidFill>
                  <a:srgbClr val="FFFFFF"/>
                </a:solidFill>
              </a:rPr>
              <a:t>I</a:t>
            </a:r>
            <a:r>
              <a:rPr altLang="en-IN" sz="800" lang="en-US">
                <a:solidFill>
                  <a:srgbClr val="FFFFFF"/>
                </a:solidFill>
              </a:rPr>
              <a:t>N</a:t>
            </a:r>
            <a:r>
              <a:rPr altLang="en-IN" sz="800" lang="en-US">
                <a:solidFill>
                  <a:srgbClr val="FFFFFF"/>
                </a:solidFill>
              </a:rPr>
              <a:t>S</a:t>
            </a:r>
            <a:r>
              <a:rPr altLang="en-IN" sz="800" lang="en-US">
                <a:solidFill>
                  <a:srgbClr val="FFFFFF"/>
                </a:solidFill>
              </a:rPr>
              <a:t>T</a:t>
            </a:r>
            <a:r>
              <a:rPr altLang="en-IN" sz="800" lang="en-US">
                <a:solidFill>
                  <a:srgbClr val="FFFFFF"/>
                </a:solidFill>
              </a:rPr>
              <a:t>ITUTE</a:t>
            </a:r>
            <a:r>
              <a:rPr altLang="en-IN" sz="800" lang="en-US">
                <a:solidFill>
                  <a:srgbClr val="FFFFFF"/>
                </a:solidFill>
              </a:rPr>
              <a:t> </a:t>
            </a:r>
            <a:r>
              <a:rPr altLang="en-IN" sz="800" lang="en-US">
                <a:solidFill>
                  <a:srgbClr val="FFFFFF"/>
                </a:solidFill>
              </a:rPr>
              <a:t>O</a:t>
            </a:r>
            <a:r>
              <a:rPr altLang="en-IN" sz="800" lang="en-US">
                <a:solidFill>
                  <a:srgbClr val="FFFFFF"/>
                </a:solidFill>
              </a:rPr>
              <a:t>F</a:t>
            </a:r>
            <a:r>
              <a:rPr altLang="en-IN" sz="800" lang="en-US">
                <a:solidFill>
                  <a:srgbClr val="FFFFFF"/>
                </a:solidFill>
              </a:rPr>
              <a:t> </a:t>
            </a:r>
            <a:r>
              <a:rPr altLang="en-IN" sz="800" lang="en-US">
                <a:solidFill>
                  <a:srgbClr val="FFFFFF"/>
                </a:solidFill>
              </a:rPr>
              <a:t>M</a:t>
            </a:r>
            <a:r>
              <a:rPr altLang="en-IN" sz="800" lang="en-US">
                <a:solidFill>
                  <a:srgbClr val="FFFFFF"/>
                </a:solidFill>
              </a:rPr>
              <a:t>E</a:t>
            </a:r>
            <a:r>
              <a:rPr altLang="en-IN" sz="800" lang="en-US">
                <a:solidFill>
                  <a:srgbClr val="FFFFFF"/>
                </a:solidFill>
              </a:rPr>
              <a:t>D</a:t>
            </a:r>
            <a:r>
              <a:rPr altLang="en-IN" sz="800" lang="en-US">
                <a:solidFill>
                  <a:srgbClr val="FFFFFF"/>
                </a:solidFill>
              </a:rPr>
              <a:t>I</a:t>
            </a:r>
            <a:r>
              <a:rPr altLang="en-IN" sz="800" lang="en-US">
                <a:solidFill>
                  <a:srgbClr val="FFFFFF"/>
                </a:solidFill>
              </a:rPr>
              <a:t>C</a:t>
            </a:r>
            <a:r>
              <a:rPr altLang="en-IN" sz="800" lang="en-US">
                <a:solidFill>
                  <a:srgbClr val="FFFFFF"/>
                </a:solidFill>
              </a:rPr>
              <a:t>A</a:t>
            </a:r>
            <a:r>
              <a:rPr altLang="en-IN" sz="800" lang="en-US">
                <a:solidFill>
                  <a:srgbClr val="FFFFFF"/>
                </a:solidFill>
              </a:rPr>
              <a:t>L</a:t>
            </a:r>
            <a:r>
              <a:rPr altLang="en-IN" sz="800" lang="en-US">
                <a:solidFill>
                  <a:srgbClr val="FFFFFF"/>
                </a:solidFill>
              </a:rPr>
              <a:t> </a:t>
            </a:r>
            <a:r>
              <a:rPr altLang="en-IN" sz="800" lang="en-US">
                <a:solidFill>
                  <a:srgbClr val="FFFFFF"/>
                </a:solidFill>
              </a:rPr>
              <a:t>S</a:t>
            </a:r>
            <a:r>
              <a:rPr altLang="en-IN" sz="800" lang="en-US">
                <a:solidFill>
                  <a:srgbClr val="FFFFFF"/>
                </a:solidFill>
              </a:rPr>
              <a:t>C</a:t>
            </a:r>
            <a:r>
              <a:rPr altLang="en-IN" sz="800" lang="en-US">
                <a:solidFill>
                  <a:srgbClr val="FFFFFF"/>
                </a:solidFill>
              </a:rPr>
              <a:t>I</a:t>
            </a:r>
            <a:r>
              <a:rPr altLang="en-IN" sz="800" lang="en-US">
                <a:solidFill>
                  <a:srgbClr val="FFFFFF"/>
                </a:solidFill>
              </a:rPr>
              <a:t>E</a:t>
            </a:r>
            <a:r>
              <a:rPr altLang="en-IN" sz="800" lang="en-US">
                <a:solidFill>
                  <a:srgbClr val="FFFFFF"/>
                </a:solidFill>
              </a:rPr>
              <a:t>N</a:t>
            </a:r>
            <a:r>
              <a:rPr altLang="en-IN" sz="800" lang="en-US">
                <a:solidFill>
                  <a:srgbClr val="FFFFFF"/>
                </a:solidFill>
              </a:rPr>
              <a:t>C</a:t>
            </a:r>
            <a:r>
              <a:rPr altLang="en-IN" sz="800" lang="en-US">
                <a:solidFill>
                  <a:srgbClr val="FFFFFF"/>
                </a:solidFill>
              </a:rPr>
              <a:t>E</a:t>
            </a:r>
            <a:r>
              <a:rPr altLang="en-IN" sz="800" lang="en-US">
                <a:solidFill>
                  <a:srgbClr val="FFFFFF"/>
                </a:solidFill>
              </a:rPr>
              <a:t>S</a:t>
            </a:r>
            <a:endParaRPr sz="800" lang="en-IN">
              <a:solidFill>
                <a:srgbClr val="FFFFFF"/>
              </a:solidFill>
            </a:endParaRPr>
          </a:p>
        </p:txBody>
      </p:sp>
      <p:sp>
        <p:nvSpPr>
          <p:cNvPr id="1048601" name=""/>
          <p:cNvSpPr txBox="1"/>
          <p:nvPr/>
        </p:nvSpPr>
        <p:spPr>
          <a:xfrm>
            <a:off x="9550887" y="933659"/>
            <a:ext cx="2047566" cy="205741"/>
          </a:xfrm>
          <a:prstGeom prst="rect"/>
        </p:spPr>
        <p:txBody>
          <a:bodyPr rtlCol="0" wrap="square">
            <a:spAutoFit/>
          </a:bodyPr>
          <a:p>
            <a:r>
              <a:rPr altLang="en-IN" sz="800" lang="en-US">
                <a:solidFill>
                  <a:srgbClr val="FFFFFF"/>
                </a:solidFill>
              </a:rPr>
              <a:t>R</a:t>
            </a:r>
            <a:r>
              <a:rPr altLang="en-IN" sz="800" lang="en-US">
                <a:solidFill>
                  <a:srgbClr val="FFFFFF"/>
                </a:solidFill>
              </a:rPr>
              <a:t>e</a:t>
            </a:r>
            <a:r>
              <a:rPr altLang="en-IN" sz="800" lang="en-US">
                <a:solidFill>
                  <a:srgbClr val="FFFFFF"/>
                </a:solidFill>
              </a:rPr>
              <a:t>g</a:t>
            </a:r>
            <a:r>
              <a:rPr altLang="en-IN" sz="800" lang="en-US">
                <a:solidFill>
                  <a:srgbClr val="FFFFFF"/>
                </a:solidFill>
              </a:rPr>
              <a:t>istration</a:t>
            </a:r>
            <a:r>
              <a:rPr altLang="en-IN" sz="800" lang="en-US">
                <a:solidFill>
                  <a:srgbClr val="FFFFFF"/>
                </a:solidFill>
              </a:rPr>
              <a:t> </a:t>
            </a:r>
            <a:r>
              <a:rPr altLang="en-IN" sz="800" lang="en-US">
                <a:solidFill>
                  <a:srgbClr val="FFFFFF"/>
                </a:solidFill>
              </a:rPr>
              <a:t>I</a:t>
            </a:r>
            <a:r>
              <a:rPr altLang="en-IN" sz="800" lang="en-US">
                <a:solidFill>
                  <a:srgbClr val="FFFFFF"/>
                </a:solidFill>
              </a:rPr>
              <a:t>D</a:t>
            </a:r>
            <a:r>
              <a:rPr altLang="en-IN" sz="800" lang="en-US">
                <a:solidFill>
                  <a:srgbClr val="FFFFFF"/>
                </a:solidFill>
              </a:rPr>
              <a:t>:</a:t>
            </a:r>
            <a:r>
              <a:rPr altLang="en-IN" sz="800" lang="en-US">
                <a:solidFill>
                  <a:srgbClr val="FFFFFF"/>
                </a:solidFill>
              </a:rPr>
              <a:t> </a:t>
            </a:r>
            <a:r>
              <a:rPr altLang="en-IN" sz="800" lang="en-US">
                <a:solidFill>
                  <a:srgbClr val="FFFFFF"/>
                </a:solidFill>
              </a:rPr>
              <a:t>O</a:t>
            </a:r>
            <a:r>
              <a:rPr altLang="en-IN" sz="800" lang="en-US">
                <a:solidFill>
                  <a:srgbClr val="FFFFFF"/>
                </a:solidFill>
              </a:rPr>
              <a:t>S</a:t>
            </a:r>
            <a:r>
              <a:rPr altLang="en-IN" sz="800" lang="en-US">
                <a:solidFill>
                  <a:srgbClr val="FFFFFF"/>
                </a:solidFill>
              </a:rPr>
              <a:t>S</a:t>
            </a:r>
            <a:r>
              <a:rPr altLang="en-IN" sz="800" lang="en-US">
                <a:solidFill>
                  <a:srgbClr val="FFFFFF"/>
                </a:solidFill>
              </a:rPr>
              <a:t>A</a:t>
            </a:r>
            <a:r>
              <a:rPr altLang="en-IN" sz="800" lang="en-US">
                <a:solidFill>
                  <a:srgbClr val="FFFFFF"/>
                </a:solidFill>
              </a:rPr>
              <a:t>P</a:t>
            </a:r>
            <a:r>
              <a:rPr altLang="en-IN" sz="800" lang="en-US">
                <a:solidFill>
                  <a:srgbClr val="FFFFFF"/>
                </a:solidFill>
              </a:rPr>
              <a:t> </a:t>
            </a:r>
            <a:r>
              <a:rPr altLang="en-IN" sz="800" lang="en-US">
                <a:solidFill>
                  <a:srgbClr val="FFFFFF"/>
                </a:solidFill>
              </a:rPr>
              <a:t>-</a:t>
            </a:r>
            <a:r>
              <a:rPr altLang="en-IN" sz="800" lang="en-US">
                <a:solidFill>
                  <a:srgbClr val="FFFFFF"/>
                </a:solidFill>
              </a:rPr>
              <a:t> </a:t>
            </a:r>
            <a:r>
              <a:rPr altLang="en-IN" sz="800" lang="en-US">
                <a:solidFill>
                  <a:srgbClr val="FFFFFF"/>
                </a:solidFill>
              </a:rPr>
              <a:t>5</a:t>
            </a:r>
            <a:r>
              <a:rPr altLang="en-IN" sz="800" lang="en-US">
                <a:solidFill>
                  <a:srgbClr val="FFFFFF"/>
                </a:solidFill>
              </a:rPr>
              <a:t>4</a:t>
            </a:r>
            <a:r>
              <a:rPr altLang="en-IN" sz="800" lang="en-US">
                <a:solidFill>
                  <a:srgbClr val="FFFFFF"/>
                </a:solidFill>
              </a:rPr>
              <a:t>4</a:t>
            </a:r>
            <a:endParaRPr sz="800" lang="en-IN">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Virinchi Vinay</dc:creator>
  <cp:lastModifiedBy>Virinchi Vinay</cp:lastModifiedBy>
  <dcterms:created xsi:type="dcterms:W3CDTF">2026-01-09T21:24:43Z</dcterms:created>
  <dcterms:modified xsi:type="dcterms:W3CDTF">2026-02-12T18:21:10Z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bb5ce9d2fce54a99b65a81b99e215982</vt:lpwstr>
  </property>
</Properties>
</file>